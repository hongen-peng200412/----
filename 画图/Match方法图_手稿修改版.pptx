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2"/>
    <p:sldId id="261" r:id="rId3"/>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8" d="100"/>
          <a:sy n="158" d="100"/>
        </p:scale>
        <p:origin x="10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Match encodes each candidate region and each user-provided ligand identity from the same PDB. The candidate encoder combines a local density–atom voxel representation with pocket, blob and pseudo-atom features through pooling, attention and FiLM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D4837-680F-B979-AC0C-C0D6B2FA30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596E3-B979-B51A-BC53-5D821C2EC0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ADC2986-6699-1CCE-0DE6-CE5CA7079D6D}"/>
              </a:ext>
            </a:extLst>
          </p:cNvPr>
          <p:cNvSpPr>
            <a:spLocks noGrp="1"/>
          </p:cNvSpPr>
          <p:nvPr>
            <p:ph type="body" sz="quarter" idx="3"/>
          </p:nvPr>
        </p:nvSpPr>
        <p:spPr/>
        <p:txBody>
          <a:bodyPr/>
          <a:lstStyle/>
          <a:p>
            <a:r>
              <a:t>V2 — 双编码器并行</a:t>
            </a:r>
          </a:p>
          <a:p>
            <a:r>
              <a:t>候选与配体两个编码器并排，各自向下形成表示，并在底部汇入评分。优点是两侧独立性和读出关系直观；不足是候选侧仍需克制地控制细节。</a:t>
            </a:r>
          </a:p>
          <a:p>
            <a:endParaRPr/>
          </a:p>
          <a:p>
            <a:r>
              <a:t>这张图与 Overview 分工：Overview 讲整体任务，此图解释 Methods。密度输入、通道堆叠，以及 b 部分的 U-Net 特征块和受体原子采用独立高分辨率示意素材；文字、边框、连线及其余原有对象保持可编辑。按语义分组，可逐层取消组合。</a:t>
            </a:r>
          </a:p>
          <a:p>
            <a:endParaRPr/>
          </a:p>
          <a:p>
            <a:r>
              <a:t>绘图依据：论文草稿.nature.Stage1更新.docx / 论文草稿.operation.docx 中统一输入、Stage1-Find、Stage2-Match、Stage3-Build 方法段落；以及用户在历史图片上的批注与本轮要求。</a:t>
            </a:r>
          </a:p>
          <a:p>
            <a:r>
              <a:t>科学关系：密度由 4 × 2 × 7 构成 56 通道；受体原子有 50 维特征。受体嵌入通过 soft scatter 为体素分支供特征，同时为点云分支供真实原子表示；伪原子来自 binding-area 采样。多尺度信息只由 voxel 向 point 注入。PTV3 中真实原子为较大浅色球、伪原子为较小橙色实心菱形。</a:t>
            </a:r>
          </a:p>
          <a:p>
            <a:r>
              <a:t>Match 的 U-Net 只输出 h_j^vox；基础摘要一方面进入 FiLM 作为被调制对象，另一方面作为交叉注意力查询。口袋与 local cues（blob、伪原子）在图中独立，池化与注意力是并行读出。摘要拼接后经 MLP 为 FiLM 提供条件。示意不规定不同特征类型之间的参数共享、MLP 数量或逐次调制顺序。配体语言向量分别读取自身图与其他身份语言向量；两个编码器只在评分处汇合，前景头独立。</a:t>
            </a:r>
          </a:p>
          <a:p>
            <a:r>
              <a:t>Build 的 site p 来自 Find，配体身份以 SMILES 表示，结合口袋一起进入默认密度适配 PocketXMol 或符合适用条件的其他 docking 工具。默认分支与工具分支并列，非串联；不强行将其他工具定义为“无密度”。</a:t>
            </a:r>
          </a:p>
          <a:p>
            <a:endParaRPr/>
          </a:p>
          <a:p>
            <a:r>
              <a:t>抽象与限制：模型尺度仅作代表性展开，不表示实际层数/宽度；Find 的候选阈值与 Gaussian 候选打分未展开；recycle 以成对状态符号表示，并非 PTV3 内任意跳连。所有受体/概率/blob/化学结构/矩阵都是合成示意，不是真实 PDB、实验密度或预测成绩。受体原子概率颜色为蓝—白—红，没有密度背景。正式投稿时可替换少量示意为统一样本的真实渲染，箭头与文字仍保持矢量。</a:t>
            </a:r>
          </a:p>
          <a:p>
            <a:endParaRPr/>
          </a:p>
          <a:p>
            <a:r>
              <a:t>页面尺寸：146 × 173.375 mm；正文主要标签约 7–9 pt，小型数学下标与次级标签更小。建议把 146 mm 和 159 mm 两种插入尺寸一起检查。</a:t>
            </a:r>
          </a:p>
        </p:txBody>
      </p:sp>
      <p:sp>
        <p:nvSpPr>
          <p:cNvPr id="4" name="Slide Number Placeholder 3">
            <a:extLst>
              <a:ext uri="{FF2B5EF4-FFF2-40B4-BE49-F238E27FC236}">
                <a16:creationId xmlns:a16="http://schemas.microsoft.com/office/drawing/2014/main" id="{8CEC6F70-D756-BAE5-5D23-2E6D56E73021}"/>
              </a:ext>
            </a:extLst>
          </p:cNvPr>
          <p:cNvSpPr>
            <a:spLocks noGrp="1"/>
          </p:cNvSpPr>
          <p:nvPr>
            <p:ph type="sldNum" sz="quarter" idx="5"/>
          </p:nvPr>
        </p:nvSpPr>
        <p:spPr/>
      </p:sp>
    </p:spTree>
    <p:extLst>
      <p:ext uri="{BB962C8B-B14F-4D97-AF65-F5344CB8AC3E}">
        <p14:creationId xmlns:p14="http://schemas.microsoft.com/office/powerpoint/2010/main" val="30842483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Label 1 c">
            <a:extLst>
              <a:ext uri="{FF2B5EF4-FFF2-40B4-BE49-F238E27FC236}">
                <a16:creationId xmlns:a16="http://schemas.microsoft.com/office/drawing/2014/main" id="{780145EB-7CDF-407B-B830-70007DDE4B0C}"/>
              </a:ext>
            </a:extLst>
          </p:cNvPr>
          <p:cNvSpPr>
            <a:spLocks noGrp="1"/>
          </p:cNvSpPr>
          <p:nvPr/>
        </p:nvSpPr>
        <p:spPr>
          <a:xfrm>
            <a:off x="187697" y="134069"/>
            <a:ext cx="134069" cy="201103"/>
          </a:xfrm>
          <a:prstGeom prst="rect">
            <a:avLst/>
          </a:prstGeom>
          <a:noFill/>
          <a:ln w="0">
            <a:noFill/>
          </a:ln>
        </p:spPr>
        <p:txBody>
          <a:bodyPr wrap="none" lIns="0" tIns="0" rIns="0" bIns="0" anchor="ctr">
            <a:noAutofit/>
          </a:bodyPr>
          <a:lstStyle/>
          <a:p>
            <a:pPr algn="ctr">
              <a:defRPr sz="1196" b="1">
                <a:solidFill>
                  <a:srgbClr val="203646"/>
                </a:solidFill>
                <a:latin typeface="Arial"/>
                <a:ea typeface="Arial"/>
                <a:cs typeface="Arial"/>
              </a:defRPr>
            </a:pPr>
            <a:r>
              <a:rPr sz="1196" b="1">
                <a:solidFill>
                  <a:srgbClr val="203646"/>
                </a:solidFill>
                <a:latin typeface="Arial"/>
                <a:ea typeface="Arial"/>
                <a:cs typeface="Arial"/>
              </a:rPr>
              <a:t>c</a:t>
            </a:r>
          </a:p>
        </p:txBody>
      </p:sp>
      <p:sp>
        <p:nvSpPr>
          <p:cNvPr id="3" name="Label 2 Match: candidate-to-identity assignment">
            <a:extLst>
              <a:ext uri="{FF2B5EF4-FFF2-40B4-BE49-F238E27FC236}">
                <a16:creationId xmlns:a16="http://schemas.microsoft.com/office/drawing/2014/main" id="{13A74E88-4D7A-42DE-B1C2-387942C7A5E2}"/>
              </a:ext>
            </a:extLst>
          </p:cNvPr>
          <p:cNvSpPr>
            <a:spLocks noGrp="1"/>
          </p:cNvSpPr>
          <p:nvPr/>
        </p:nvSpPr>
        <p:spPr>
          <a:xfrm>
            <a:off x="388800" y="134069"/>
            <a:ext cx="5630897" cy="201103"/>
          </a:xfrm>
          <a:prstGeom prst="rect">
            <a:avLst/>
          </a:prstGeom>
          <a:noFill/>
          <a:ln w="0">
            <a:noFill/>
          </a:ln>
        </p:spPr>
        <p:txBody>
          <a:bodyPr wrap="none" lIns="0" tIns="0" rIns="0" bIns="0" anchor="ctr">
            <a:noAutofit/>
          </a:bodyPr>
          <a:lstStyle/>
          <a:p>
            <a:pPr algn="l">
              <a:defRPr sz="1126" b="1">
                <a:solidFill>
                  <a:srgbClr val="203646"/>
                </a:solidFill>
                <a:latin typeface="Arial"/>
                <a:ea typeface="Arial"/>
                <a:cs typeface="Arial"/>
              </a:defRPr>
            </a:pPr>
            <a:r>
              <a:rPr sz="1126" b="1">
                <a:solidFill>
                  <a:srgbClr val="203646"/>
                </a:solidFill>
                <a:latin typeface="Arial"/>
                <a:ea typeface="Arial"/>
                <a:cs typeface="Arial"/>
              </a:rPr>
              <a:t>Match: candidate-to-identity assignment</a:t>
            </a:r>
          </a:p>
        </p:txBody>
      </p:sp>
      <p:sp>
        <p:nvSpPr>
          <p:cNvPr id="4" name="Label 3 Candidate encoder">
            <a:extLst>
              <a:ext uri="{FF2B5EF4-FFF2-40B4-BE49-F238E27FC236}">
                <a16:creationId xmlns:a16="http://schemas.microsoft.com/office/drawing/2014/main" id="{28092F23-6384-499D-818F-2DC6DD332196}"/>
              </a:ext>
            </a:extLst>
          </p:cNvPr>
          <p:cNvSpPr>
            <a:spLocks noGrp="1"/>
          </p:cNvSpPr>
          <p:nvPr/>
        </p:nvSpPr>
        <p:spPr>
          <a:xfrm>
            <a:off x="232387" y="455835"/>
            <a:ext cx="2569655" cy="156414"/>
          </a:xfrm>
          <a:prstGeom prst="rect">
            <a:avLst/>
          </a:prstGeom>
          <a:noFill/>
          <a:ln w="0">
            <a:noFill/>
          </a:ln>
        </p:spPr>
        <p:txBody>
          <a:bodyPr wrap="none" lIns="0" tIns="0" rIns="0" bIns="0" anchor="ctr">
            <a:noAutofit/>
          </a:bodyPr>
          <a:lstStyle/>
          <a:p>
            <a:pPr algn="l">
              <a:defRPr sz="985" b="1">
                <a:solidFill>
                  <a:srgbClr val="203646"/>
                </a:solidFill>
                <a:latin typeface="Arial"/>
                <a:ea typeface="Arial"/>
                <a:cs typeface="Arial"/>
              </a:defRPr>
            </a:pPr>
            <a:r>
              <a:rPr sz="985" b="1">
                <a:solidFill>
                  <a:srgbClr val="203646"/>
                </a:solidFill>
                <a:latin typeface="Arial"/>
                <a:ea typeface="Arial"/>
                <a:cs typeface="Arial"/>
              </a:rPr>
              <a:t>Candidate encoder</a:t>
            </a:r>
          </a:p>
        </p:txBody>
      </p:sp>
      <p:sp>
        <p:nvSpPr>
          <p:cNvPr id="5" name="Label 4 Identity encoder">
            <a:extLst>
              <a:ext uri="{FF2B5EF4-FFF2-40B4-BE49-F238E27FC236}">
                <a16:creationId xmlns:a16="http://schemas.microsoft.com/office/drawing/2014/main" id="{F6E8AB9E-9300-4E8B-AFA2-3496E7C5F52D}"/>
              </a:ext>
            </a:extLst>
          </p:cNvPr>
          <p:cNvSpPr>
            <a:spLocks noGrp="1"/>
          </p:cNvSpPr>
          <p:nvPr/>
        </p:nvSpPr>
        <p:spPr>
          <a:xfrm>
            <a:off x="3383007" y="455835"/>
            <a:ext cx="2726069" cy="156414"/>
          </a:xfrm>
          <a:prstGeom prst="rect">
            <a:avLst/>
          </a:prstGeom>
          <a:noFill/>
          <a:ln w="0">
            <a:noFill/>
          </a:ln>
        </p:spPr>
        <p:txBody>
          <a:bodyPr wrap="none" lIns="0" tIns="0" rIns="0" bIns="0" anchor="ctr">
            <a:noAutofit/>
          </a:bodyPr>
          <a:lstStyle/>
          <a:p>
            <a:pPr algn="l">
              <a:defRPr sz="985" b="1">
                <a:solidFill>
                  <a:srgbClr val="203646"/>
                </a:solidFill>
                <a:latin typeface="Arial"/>
                <a:ea typeface="Arial"/>
                <a:cs typeface="Arial"/>
              </a:defRPr>
            </a:pPr>
            <a:r>
              <a:rPr sz="985" b="1" dirty="0">
                <a:solidFill>
                  <a:srgbClr val="203646"/>
                </a:solidFill>
                <a:latin typeface="Arial"/>
                <a:ea typeface="Arial"/>
                <a:cs typeface="Arial"/>
              </a:rPr>
              <a:t>Identity encoder</a:t>
            </a:r>
          </a:p>
        </p:txBody>
      </p:sp>
      <p:sp>
        <p:nvSpPr>
          <p:cNvPr id="6" name="Line 5">
            <a:extLst>
              <a:ext uri="{FF2B5EF4-FFF2-40B4-BE49-F238E27FC236}">
                <a16:creationId xmlns:a16="http://schemas.microsoft.com/office/drawing/2014/main" id="{884494DB-896F-48EF-A71C-A509949C0F15}"/>
              </a:ext>
            </a:extLst>
          </p:cNvPr>
          <p:cNvSpPr>
            <a:spLocks noGrp="1"/>
          </p:cNvSpPr>
          <p:nvPr/>
        </p:nvSpPr>
        <p:spPr>
          <a:xfrm>
            <a:off x="3195311" y="464773"/>
            <a:ext cx="45" cy="3065711"/>
          </a:xfrm>
          <a:custGeom>
            <a:avLst/>
            <a:gdLst/>
            <a:ahLst/>
            <a:cxnLst/>
            <a:rect l="0" t="0" r="0" b="0"/>
            <a:pathLst>
              <a:path w="95" h="6534150">
                <a:moveTo>
                  <a:pt x="0" y="0"/>
                </a:moveTo>
                <a:lnTo>
                  <a:pt x="0" y="6534150"/>
                </a:lnTo>
              </a:path>
            </a:pathLst>
          </a:custGeom>
          <a:noFill/>
          <a:ln w="5363">
            <a:solidFill>
              <a:srgbClr val="DCE6E5"/>
            </a:solidFill>
            <a:prstDash val="solid"/>
          </a:ln>
        </p:spPr>
      </p:sp>
      <p:sp>
        <p:nvSpPr>
          <p:cNvPr id="7" name="Label 6 Density + atoms">
            <a:extLst>
              <a:ext uri="{FF2B5EF4-FFF2-40B4-BE49-F238E27FC236}">
                <a16:creationId xmlns:a16="http://schemas.microsoft.com/office/drawing/2014/main" id="{7AA71A21-8868-40BB-AB45-E30FEFAAAAAD}"/>
              </a:ext>
            </a:extLst>
          </p:cNvPr>
          <p:cNvSpPr>
            <a:spLocks noGrp="1"/>
          </p:cNvSpPr>
          <p:nvPr/>
        </p:nvSpPr>
        <p:spPr>
          <a:xfrm>
            <a:off x="174336" y="732910"/>
            <a:ext cx="759724" cy="134069"/>
          </a:xfrm>
          <a:prstGeom prst="rect">
            <a:avLst/>
          </a:prstGeom>
          <a:noFill/>
          <a:ln w="0">
            <a:noFill/>
          </a:ln>
        </p:spPr>
        <p:txBody>
          <a:bodyPr wrap="none" lIns="0" tIns="0" rIns="0" bIns="0" anchor="ctr">
            <a:noAutofit/>
          </a:bodyPr>
          <a:lstStyle/>
          <a:p>
            <a:pPr algn="ctr">
              <a:defRPr sz="739" b="0">
                <a:solidFill>
                  <a:srgbClr val="6F8290"/>
                </a:solidFill>
                <a:latin typeface="Arial"/>
                <a:ea typeface="Arial"/>
                <a:cs typeface="Arial"/>
              </a:defRPr>
            </a:pPr>
            <a:r>
              <a:rPr sz="739" b="0" dirty="0">
                <a:solidFill>
                  <a:srgbClr val="6F8290"/>
                </a:solidFill>
                <a:latin typeface="Arial"/>
                <a:ea typeface="Arial"/>
                <a:cs typeface="Arial"/>
              </a:rPr>
              <a:t>Density + atoms</a:t>
            </a:r>
          </a:p>
        </p:txBody>
      </p:sp>
      <p:sp>
        <p:nvSpPr>
          <p:cNvPr id="8" name="Label 7 48³ crop">
            <a:extLst>
              <a:ext uri="{FF2B5EF4-FFF2-40B4-BE49-F238E27FC236}">
                <a16:creationId xmlns:a16="http://schemas.microsoft.com/office/drawing/2014/main" id="{6A921FB7-CCEC-4B73-A5AD-A92D40A7719C}"/>
              </a:ext>
            </a:extLst>
          </p:cNvPr>
          <p:cNvSpPr>
            <a:spLocks noGrp="1"/>
          </p:cNvSpPr>
          <p:nvPr/>
        </p:nvSpPr>
        <p:spPr>
          <a:xfrm>
            <a:off x="186763" y="1318345"/>
            <a:ext cx="706097" cy="134069"/>
          </a:xfrm>
          <a:prstGeom prst="rect">
            <a:avLst/>
          </a:prstGeom>
          <a:noFill/>
          <a:ln w="0">
            <a:noFill/>
          </a:ln>
        </p:spPr>
        <p:txBody>
          <a:bodyPr wrap="none" lIns="0" tIns="0" rIns="0" bIns="0" anchor="ctr">
            <a:noAutofit/>
          </a:bodyPr>
          <a:lstStyle/>
          <a:p>
            <a:pPr algn="ctr">
              <a:defRPr sz="739" b="0">
                <a:solidFill>
                  <a:srgbClr val="6F8290"/>
                </a:solidFill>
                <a:latin typeface="Arial"/>
                <a:ea typeface="Arial"/>
                <a:cs typeface="Arial"/>
              </a:defRPr>
            </a:pPr>
            <a:r>
              <a:rPr sz="739" b="0" dirty="0">
                <a:solidFill>
                  <a:srgbClr val="6F8290"/>
                </a:solidFill>
                <a:latin typeface="Arial"/>
                <a:ea typeface="Arial"/>
                <a:cs typeface="Arial"/>
              </a:rPr>
              <a:t>48³ crop</a:t>
            </a:r>
          </a:p>
        </p:txBody>
      </p:sp>
      <p:sp>
        <p:nvSpPr>
          <p:cNvPr id="9" name="Label 8 Base summary">
            <a:extLst>
              <a:ext uri="{FF2B5EF4-FFF2-40B4-BE49-F238E27FC236}">
                <a16:creationId xmlns:a16="http://schemas.microsoft.com/office/drawing/2014/main" id="{A54301D3-B9A3-490E-85A8-FFA847CD0817}"/>
              </a:ext>
            </a:extLst>
          </p:cNvPr>
          <p:cNvSpPr>
            <a:spLocks noGrp="1"/>
          </p:cNvSpPr>
          <p:nvPr/>
        </p:nvSpPr>
        <p:spPr>
          <a:xfrm>
            <a:off x="2305987" y="701628"/>
            <a:ext cx="795476" cy="129600"/>
          </a:xfrm>
          <a:prstGeom prst="rect">
            <a:avLst/>
          </a:prstGeom>
          <a:noFill/>
          <a:ln w="0">
            <a:noFill/>
          </a:ln>
        </p:spPr>
        <p:txBody>
          <a:bodyPr wrap="none" lIns="0" tIns="0" rIns="0" bIns="0" anchor="ctr">
            <a:noAutofit/>
          </a:bodyPr>
          <a:lstStyle/>
          <a:p>
            <a:pPr algn="ctr">
              <a:defRPr sz="774" b="1">
                <a:solidFill>
                  <a:srgbClr val="203646"/>
                </a:solidFill>
                <a:latin typeface="Arial"/>
                <a:ea typeface="Arial"/>
                <a:cs typeface="Arial"/>
              </a:defRPr>
            </a:pPr>
            <a:r>
              <a:rPr sz="774" b="1">
                <a:solidFill>
                  <a:srgbClr val="203646"/>
                </a:solidFill>
                <a:latin typeface="Arial"/>
                <a:ea typeface="Arial"/>
                <a:cs typeface="Arial"/>
              </a:rPr>
              <a:t>Base summary</a:t>
            </a:r>
          </a:p>
        </p:txBody>
      </p:sp>
      <p:sp>
        <p:nvSpPr>
          <p:cNvPr id="10" name="Label 9 h">
            <a:extLst>
              <a:ext uri="{FF2B5EF4-FFF2-40B4-BE49-F238E27FC236}">
                <a16:creationId xmlns:a16="http://schemas.microsoft.com/office/drawing/2014/main" id="{9CA57657-6035-4233-A57D-887697F6B0E7}"/>
              </a:ext>
            </a:extLst>
          </p:cNvPr>
          <p:cNvSpPr>
            <a:spLocks noGrp="1"/>
          </p:cNvSpPr>
          <p:nvPr/>
        </p:nvSpPr>
        <p:spPr>
          <a:xfrm>
            <a:off x="2578594" y="840166"/>
            <a:ext cx="107255" cy="151945"/>
          </a:xfrm>
          <a:prstGeom prst="rect">
            <a:avLst/>
          </a:prstGeom>
          <a:noFill/>
          <a:ln w="0">
            <a:noFill/>
          </a:ln>
        </p:spPr>
        <p:txBody>
          <a:bodyPr wrap="none" lIns="0" tIns="0" rIns="0" bIns="0" anchor="ctr">
            <a:noAutofit/>
          </a:bodyPr>
          <a:lstStyle/>
          <a:p>
            <a:pPr algn="ctr">
              <a:defRPr sz="985" b="0">
                <a:solidFill>
                  <a:srgbClr val="203646"/>
                </a:solidFill>
                <a:latin typeface="Arial"/>
                <a:ea typeface="Arial"/>
                <a:cs typeface="Arial"/>
              </a:defRPr>
            </a:pPr>
            <a:r>
              <a:rPr sz="985" b="0" i="1">
                <a:solidFill>
                  <a:srgbClr val="203646"/>
                </a:solidFill>
                <a:latin typeface="Arial"/>
                <a:ea typeface="Arial"/>
                <a:cs typeface="Arial"/>
              </a:rPr>
              <a:t>h</a:t>
            </a:r>
          </a:p>
        </p:txBody>
      </p:sp>
      <p:sp>
        <p:nvSpPr>
          <p:cNvPr id="11" name="Label 10 j">
            <a:extLst>
              <a:ext uri="{FF2B5EF4-FFF2-40B4-BE49-F238E27FC236}">
                <a16:creationId xmlns:a16="http://schemas.microsoft.com/office/drawing/2014/main" id="{367DB482-AAAA-460D-B7EC-39B3B6F97288}"/>
              </a:ext>
            </a:extLst>
          </p:cNvPr>
          <p:cNvSpPr>
            <a:spLocks noGrp="1"/>
          </p:cNvSpPr>
          <p:nvPr/>
        </p:nvSpPr>
        <p:spPr>
          <a:xfrm>
            <a:off x="2681380" y="916138"/>
            <a:ext cx="58097" cy="93848"/>
          </a:xfrm>
          <a:prstGeom prst="rect">
            <a:avLst/>
          </a:prstGeom>
          <a:noFill/>
          <a:ln w="0">
            <a:noFill/>
          </a:ln>
        </p:spPr>
        <p:txBody>
          <a:bodyPr wrap="none" lIns="0" tIns="0" rIns="0" bIns="0" anchor="ctr">
            <a:noAutofit/>
          </a:bodyPr>
          <a:lstStyle/>
          <a:p>
            <a:pPr algn="ctr">
              <a:defRPr sz="633" b="0">
                <a:solidFill>
                  <a:srgbClr val="203646"/>
                </a:solidFill>
                <a:latin typeface="Arial"/>
                <a:ea typeface="Arial"/>
                <a:cs typeface="Arial"/>
              </a:defRPr>
            </a:pPr>
            <a:r>
              <a:rPr sz="633" b="0">
                <a:solidFill>
                  <a:srgbClr val="203646"/>
                </a:solidFill>
                <a:latin typeface="Arial"/>
                <a:ea typeface="Arial"/>
                <a:cs typeface="Arial"/>
              </a:rPr>
              <a:t>j</a:t>
            </a:r>
          </a:p>
        </p:txBody>
      </p:sp>
      <p:sp>
        <p:nvSpPr>
          <p:cNvPr id="12" name="Label 11 vox">
            <a:extLst>
              <a:ext uri="{FF2B5EF4-FFF2-40B4-BE49-F238E27FC236}">
                <a16:creationId xmlns:a16="http://schemas.microsoft.com/office/drawing/2014/main" id="{1E1AC834-7144-4014-8C84-8C3D07AB8F68}"/>
              </a:ext>
            </a:extLst>
          </p:cNvPr>
          <p:cNvSpPr>
            <a:spLocks noGrp="1"/>
          </p:cNvSpPr>
          <p:nvPr/>
        </p:nvSpPr>
        <p:spPr>
          <a:xfrm>
            <a:off x="2681380" y="822290"/>
            <a:ext cx="183228" cy="98317"/>
          </a:xfrm>
          <a:prstGeom prst="rect">
            <a:avLst/>
          </a:prstGeom>
          <a:noFill/>
          <a:ln w="0">
            <a:noFill/>
          </a:ln>
        </p:spPr>
        <p:txBody>
          <a:bodyPr wrap="none" lIns="0" tIns="0" rIns="0" bIns="0" anchor="ctr">
            <a:noAutofit/>
          </a:bodyPr>
          <a:lstStyle/>
          <a:p>
            <a:pPr algn="ctr">
              <a:defRPr sz="598" b="0">
                <a:solidFill>
                  <a:srgbClr val="203646"/>
                </a:solidFill>
                <a:latin typeface="Arial"/>
                <a:ea typeface="Arial"/>
                <a:cs typeface="Arial"/>
              </a:defRPr>
            </a:pPr>
            <a:r>
              <a:rPr sz="598" b="0">
                <a:solidFill>
                  <a:srgbClr val="203646"/>
                </a:solidFill>
                <a:latin typeface="Arial"/>
                <a:ea typeface="Arial"/>
                <a:cs typeface="Arial"/>
              </a:rPr>
              <a:t>vox</a:t>
            </a:r>
          </a:p>
        </p:txBody>
      </p:sp>
      <p:sp>
        <p:nvSpPr>
          <p:cNvPr id="13" name="Arrow 12">
            <a:extLst>
              <a:ext uri="{FF2B5EF4-FFF2-40B4-BE49-F238E27FC236}">
                <a16:creationId xmlns:a16="http://schemas.microsoft.com/office/drawing/2014/main" id="{9B257FD6-F131-4FAB-93A7-BE4D121539A4}"/>
              </a:ext>
            </a:extLst>
          </p:cNvPr>
          <p:cNvSpPr>
            <a:spLocks noGrp="1"/>
          </p:cNvSpPr>
          <p:nvPr/>
        </p:nvSpPr>
        <p:spPr>
          <a:xfrm>
            <a:off x="791006" y="1116212"/>
            <a:ext cx="504994" cy="45719"/>
          </a:xfrm>
          <a:custGeom>
            <a:avLst/>
            <a:gdLst/>
            <a:ahLst/>
            <a:cxnLst/>
            <a:rect l="0" t="0" r="0" b="0"/>
            <a:pathLst>
              <a:path w="933450" h="95">
                <a:moveTo>
                  <a:pt x="0" y="0"/>
                </a:moveTo>
                <a:lnTo>
                  <a:pt x="933450" y="0"/>
                </a:lnTo>
              </a:path>
            </a:pathLst>
          </a:custGeom>
          <a:noFill/>
          <a:ln w="7597">
            <a:solidFill>
              <a:srgbClr val="397FA6"/>
            </a:solidFill>
            <a:prstDash val="solid"/>
            <a:tailEnd type="triangle" w="sm" len="sm"/>
          </a:ln>
        </p:spPr>
      </p:sp>
      <p:sp>
        <p:nvSpPr>
          <p:cNvPr id="14" name="Arrow 13">
            <a:extLst>
              <a:ext uri="{FF2B5EF4-FFF2-40B4-BE49-F238E27FC236}">
                <a16:creationId xmlns:a16="http://schemas.microsoft.com/office/drawing/2014/main" id="{274D0FB2-ECE6-4651-8F44-96D4AFFD6AD2}"/>
              </a:ext>
            </a:extLst>
          </p:cNvPr>
          <p:cNvSpPr>
            <a:spLocks noGrp="1"/>
          </p:cNvSpPr>
          <p:nvPr/>
        </p:nvSpPr>
        <p:spPr>
          <a:xfrm>
            <a:off x="1818869" y="1121711"/>
            <a:ext cx="545214" cy="45"/>
          </a:xfrm>
          <a:custGeom>
            <a:avLst/>
            <a:gdLst/>
            <a:ahLst/>
            <a:cxnLst/>
            <a:rect l="0" t="0" r="0" b="0"/>
            <a:pathLst>
              <a:path w="1162050" h="95">
                <a:moveTo>
                  <a:pt x="0" y="0"/>
                </a:moveTo>
                <a:lnTo>
                  <a:pt x="1162050" y="0"/>
                </a:lnTo>
              </a:path>
            </a:pathLst>
          </a:custGeom>
          <a:noFill/>
          <a:ln w="7597">
            <a:solidFill>
              <a:srgbClr val="397FA6"/>
            </a:solidFill>
            <a:prstDash val="solid"/>
            <a:tailEnd type="triangle" w="sm" len="sm"/>
          </a:ln>
        </p:spPr>
      </p:sp>
      <p:sp>
        <p:nvSpPr>
          <p:cNvPr id="15" name="Arrow 14">
            <a:extLst>
              <a:ext uri="{FF2B5EF4-FFF2-40B4-BE49-F238E27FC236}">
                <a16:creationId xmlns:a16="http://schemas.microsoft.com/office/drawing/2014/main" id="{B7AF976C-F2E0-4C2F-8A95-D125BF18514B}"/>
              </a:ext>
            </a:extLst>
          </p:cNvPr>
          <p:cNvSpPr>
            <a:spLocks noGrp="1"/>
          </p:cNvSpPr>
          <p:nvPr/>
        </p:nvSpPr>
        <p:spPr>
          <a:xfrm>
            <a:off x="2703725" y="1179807"/>
            <a:ext cx="45" cy="1693738"/>
          </a:xfrm>
          <a:custGeom>
            <a:avLst/>
            <a:gdLst/>
            <a:ahLst/>
            <a:cxnLst/>
            <a:rect l="0" t="0" r="0" b="0"/>
            <a:pathLst>
              <a:path w="95" h="3609975">
                <a:moveTo>
                  <a:pt x="0" y="0"/>
                </a:moveTo>
                <a:lnTo>
                  <a:pt x="0" y="3609975"/>
                </a:lnTo>
              </a:path>
            </a:pathLst>
          </a:custGeom>
          <a:noFill/>
          <a:ln w="7597">
            <a:solidFill>
              <a:srgbClr val="397FA6"/>
            </a:solidFill>
            <a:prstDash val="solid"/>
            <a:tailEnd type="triangle" w="sm" len="sm"/>
          </a:ln>
        </p:spPr>
      </p:sp>
      <p:sp>
        <p:nvSpPr>
          <p:cNvPr id="16" name="Operator ">
            <a:extLst>
              <a:ext uri="{FF2B5EF4-FFF2-40B4-BE49-F238E27FC236}">
                <a16:creationId xmlns:a16="http://schemas.microsoft.com/office/drawing/2014/main" id="{72993787-D119-41CB-B590-72A8F82BABEE}"/>
              </a:ext>
            </a:extLst>
          </p:cNvPr>
          <p:cNvSpPr>
            <a:spLocks noGrp="1"/>
          </p:cNvSpPr>
          <p:nvPr/>
        </p:nvSpPr>
        <p:spPr>
          <a:xfrm>
            <a:off x="302114" y="1617766"/>
            <a:ext cx="2142365" cy="639062"/>
          </a:xfrm>
          <a:prstGeom prst="roundRect">
            <a:avLst>
              <a:gd name="adj" fmla="val 4895"/>
            </a:avLst>
          </a:prstGeom>
          <a:solidFill>
            <a:srgbClr val="FCFEFD"/>
          </a:solidFill>
          <a:ln w="7150">
            <a:solidFill>
              <a:srgbClr val="C6DDD5"/>
            </a:solidFill>
          </a:ln>
        </p:spPr>
        <p:txBody>
          <a:bodyPr/>
          <a:lstStyle/>
          <a:p>
            <a:endParaRPr lang="zh-CN" altLang="en-US" dirty="0"/>
          </a:p>
        </p:txBody>
      </p:sp>
      <p:sp>
        <p:nvSpPr>
          <p:cNvPr id="17" name="Line 15">
            <a:extLst>
              <a:ext uri="{FF2B5EF4-FFF2-40B4-BE49-F238E27FC236}">
                <a16:creationId xmlns:a16="http://schemas.microsoft.com/office/drawing/2014/main" id="{76CB15AB-875C-449B-95A4-AAD09955410D}"/>
              </a:ext>
            </a:extLst>
          </p:cNvPr>
          <p:cNvSpPr>
            <a:spLocks noGrp="1"/>
          </p:cNvSpPr>
          <p:nvPr/>
        </p:nvSpPr>
        <p:spPr>
          <a:xfrm>
            <a:off x="1099366" y="1680331"/>
            <a:ext cx="45" cy="513931"/>
          </a:xfrm>
          <a:custGeom>
            <a:avLst/>
            <a:gdLst/>
            <a:ahLst/>
            <a:cxnLst/>
            <a:rect l="0" t="0" r="0" b="0"/>
            <a:pathLst>
              <a:path w="95" h="1095375">
                <a:moveTo>
                  <a:pt x="0" y="0"/>
                </a:moveTo>
                <a:lnTo>
                  <a:pt x="0" y="1095375"/>
                </a:lnTo>
              </a:path>
            </a:pathLst>
          </a:custGeom>
          <a:noFill/>
          <a:ln w="5363">
            <a:solidFill>
              <a:srgbClr val="C6DDD5"/>
            </a:solidFill>
            <a:prstDash val="dash"/>
          </a:ln>
        </p:spPr>
      </p:sp>
      <p:sp>
        <p:nvSpPr>
          <p:cNvPr id="18" name="Label 16 Pocket">
            <a:extLst>
              <a:ext uri="{FF2B5EF4-FFF2-40B4-BE49-F238E27FC236}">
                <a16:creationId xmlns:a16="http://schemas.microsoft.com/office/drawing/2014/main" id="{32597F17-7918-406B-8E6C-75D4932F6A7F}"/>
              </a:ext>
            </a:extLst>
          </p:cNvPr>
          <p:cNvSpPr>
            <a:spLocks noGrp="1"/>
          </p:cNvSpPr>
          <p:nvPr/>
        </p:nvSpPr>
        <p:spPr>
          <a:xfrm>
            <a:off x="366456" y="1653518"/>
            <a:ext cx="661407" cy="134069"/>
          </a:xfrm>
          <a:prstGeom prst="rect">
            <a:avLst/>
          </a:prstGeom>
          <a:noFill/>
          <a:ln w="0">
            <a:noFill/>
          </a:ln>
        </p:spPr>
        <p:txBody>
          <a:bodyPr wrap="none" lIns="0" tIns="0" rIns="0" bIns="0" anchor="ctr">
            <a:noAutofit/>
          </a:bodyPr>
          <a:lstStyle/>
          <a:p>
            <a:pPr algn="ctr">
              <a:defRPr sz="809" b="1">
                <a:solidFill>
                  <a:srgbClr val="203646"/>
                </a:solidFill>
                <a:latin typeface="Arial"/>
                <a:ea typeface="Arial"/>
                <a:cs typeface="Arial"/>
              </a:defRPr>
            </a:pPr>
            <a:r>
              <a:rPr sz="809" b="1">
                <a:solidFill>
                  <a:srgbClr val="203646"/>
                </a:solidFill>
                <a:latin typeface="Arial"/>
                <a:ea typeface="Arial"/>
                <a:cs typeface="Arial"/>
              </a:rPr>
              <a:t>Pocket</a:t>
            </a:r>
          </a:p>
        </p:txBody>
      </p:sp>
      <p:sp>
        <p:nvSpPr>
          <p:cNvPr id="19" name="Label 17 Local candidate cues">
            <a:extLst>
              <a:ext uri="{FF2B5EF4-FFF2-40B4-BE49-F238E27FC236}">
                <a16:creationId xmlns:a16="http://schemas.microsoft.com/office/drawing/2014/main" id="{10465F74-30BA-4E59-B962-04B0D8CCEA14}"/>
              </a:ext>
            </a:extLst>
          </p:cNvPr>
          <p:cNvSpPr>
            <a:spLocks noGrp="1"/>
          </p:cNvSpPr>
          <p:nvPr/>
        </p:nvSpPr>
        <p:spPr>
          <a:xfrm>
            <a:off x="1184276" y="1653518"/>
            <a:ext cx="1322814" cy="134069"/>
          </a:xfrm>
          <a:prstGeom prst="rect">
            <a:avLst/>
          </a:prstGeom>
          <a:noFill/>
          <a:ln w="0">
            <a:noFill/>
          </a:ln>
        </p:spPr>
        <p:txBody>
          <a:bodyPr wrap="none" lIns="0" tIns="0" rIns="0" bIns="0" anchor="ctr">
            <a:noAutofit/>
          </a:bodyPr>
          <a:lstStyle/>
          <a:p>
            <a:pPr algn="ctr">
              <a:defRPr sz="809" b="1">
                <a:solidFill>
                  <a:srgbClr val="203646"/>
                </a:solidFill>
                <a:latin typeface="Arial"/>
                <a:ea typeface="Arial"/>
                <a:cs typeface="Arial"/>
              </a:defRPr>
            </a:pPr>
            <a:r>
              <a:rPr lang="en-US" sz="809" b="1" dirty="0">
                <a:solidFill>
                  <a:srgbClr val="203646"/>
                </a:solidFill>
                <a:latin typeface="Arial"/>
                <a:ea typeface="Arial"/>
                <a:cs typeface="Arial"/>
              </a:rPr>
              <a:t>C</a:t>
            </a:r>
            <a:r>
              <a:rPr sz="809" b="1" dirty="0">
                <a:solidFill>
                  <a:srgbClr val="203646"/>
                </a:solidFill>
                <a:latin typeface="Arial"/>
                <a:ea typeface="Arial"/>
                <a:cs typeface="Arial"/>
              </a:rPr>
              <a:t>ues</a:t>
            </a:r>
            <a:r>
              <a:rPr lang="en-US" sz="809" b="1" dirty="0">
                <a:solidFill>
                  <a:srgbClr val="203646"/>
                </a:solidFill>
                <a:latin typeface="Arial"/>
                <a:ea typeface="Arial"/>
                <a:cs typeface="Arial"/>
              </a:rPr>
              <a:t> </a:t>
            </a:r>
            <a:r>
              <a:rPr lang="en-US" altLang="zh-CN" sz="809" b="1" dirty="0">
                <a:solidFill>
                  <a:srgbClr val="203646"/>
                </a:solidFill>
                <a:latin typeface="Arial"/>
                <a:ea typeface="Arial"/>
                <a:cs typeface="Arial"/>
              </a:rPr>
              <a:t>from Find</a:t>
            </a:r>
            <a:endParaRPr sz="809" b="1" dirty="0">
              <a:solidFill>
                <a:srgbClr val="203646"/>
              </a:solidFill>
              <a:latin typeface="Arial"/>
              <a:ea typeface="Arial"/>
              <a:cs typeface="Arial"/>
            </a:endParaRPr>
          </a:p>
        </p:txBody>
      </p:sp>
      <p:sp>
        <p:nvSpPr>
          <p:cNvPr id="20" name="Label 18 Blob">
            <a:extLst>
              <a:ext uri="{FF2B5EF4-FFF2-40B4-BE49-F238E27FC236}">
                <a16:creationId xmlns:a16="http://schemas.microsoft.com/office/drawing/2014/main" id="{5E050F16-DEF4-42D1-9664-FBEE2E54782F}"/>
              </a:ext>
            </a:extLst>
          </p:cNvPr>
          <p:cNvSpPr>
            <a:spLocks noGrp="1"/>
          </p:cNvSpPr>
          <p:nvPr/>
        </p:nvSpPr>
        <p:spPr>
          <a:xfrm>
            <a:off x="1251311" y="2100414"/>
            <a:ext cx="469241" cy="125131"/>
          </a:xfrm>
          <a:prstGeom prst="rect">
            <a:avLst/>
          </a:prstGeom>
          <a:noFill/>
          <a:ln w="0">
            <a:noFill/>
          </a:ln>
        </p:spPr>
        <p:txBody>
          <a:bodyPr wrap="none" lIns="0" tIns="0" rIns="0" bIns="0" anchor="ctr">
            <a:noAutofit/>
          </a:bodyPr>
          <a:lstStyle/>
          <a:p>
            <a:pPr algn="ctr">
              <a:defRPr sz="704" b="0">
                <a:solidFill>
                  <a:srgbClr val="203646"/>
                </a:solidFill>
                <a:latin typeface="Arial"/>
                <a:ea typeface="Arial"/>
                <a:cs typeface="Arial"/>
              </a:defRPr>
            </a:pPr>
            <a:r>
              <a:rPr sz="704" b="0">
                <a:solidFill>
                  <a:srgbClr val="203646"/>
                </a:solidFill>
                <a:latin typeface="Arial"/>
                <a:ea typeface="Arial"/>
                <a:cs typeface="Arial"/>
              </a:rPr>
              <a:t>Blob</a:t>
            </a:r>
          </a:p>
        </p:txBody>
      </p:sp>
      <p:sp>
        <p:nvSpPr>
          <p:cNvPr id="21" name="Label 19 Pseudo">
            <a:extLst>
              <a:ext uri="{FF2B5EF4-FFF2-40B4-BE49-F238E27FC236}">
                <a16:creationId xmlns:a16="http://schemas.microsoft.com/office/drawing/2014/main" id="{B3062C46-0369-42EE-BC78-26F3419FDE67}"/>
              </a:ext>
            </a:extLst>
          </p:cNvPr>
          <p:cNvSpPr>
            <a:spLocks noGrp="1"/>
          </p:cNvSpPr>
          <p:nvPr/>
        </p:nvSpPr>
        <p:spPr>
          <a:xfrm>
            <a:off x="1953761" y="2100414"/>
            <a:ext cx="469241" cy="125131"/>
          </a:xfrm>
          <a:prstGeom prst="rect">
            <a:avLst/>
          </a:prstGeom>
          <a:noFill/>
          <a:ln w="0">
            <a:noFill/>
          </a:ln>
        </p:spPr>
        <p:txBody>
          <a:bodyPr wrap="none" lIns="0" tIns="0" rIns="0" bIns="0" anchor="ctr">
            <a:noAutofit/>
          </a:bodyPr>
          <a:lstStyle/>
          <a:p>
            <a:pPr algn="ctr">
              <a:defRPr sz="704" b="0">
                <a:solidFill>
                  <a:srgbClr val="203646"/>
                </a:solidFill>
                <a:latin typeface="Arial"/>
                <a:ea typeface="Arial"/>
                <a:cs typeface="Arial"/>
              </a:defRPr>
            </a:pPr>
            <a:r>
              <a:rPr sz="704" b="0" dirty="0">
                <a:solidFill>
                  <a:srgbClr val="203646"/>
                </a:solidFill>
                <a:latin typeface="Arial"/>
                <a:ea typeface="Arial"/>
                <a:cs typeface="Arial"/>
              </a:rPr>
              <a:t>Pseudo</a:t>
            </a:r>
          </a:p>
        </p:txBody>
      </p:sp>
      <p:sp>
        <p:nvSpPr>
          <p:cNvPr id="22" name="Operator Mean/max pool">
            <a:extLst>
              <a:ext uri="{FF2B5EF4-FFF2-40B4-BE49-F238E27FC236}">
                <a16:creationId xmlns:a16="http://schemas.microsoft.com/office/drawing/2014/main" id="{D2F3ACF3-A1AF-48A0-ADA5-6440640688AC}"/>
              </a:ext>
            </a:extLst>
          </p:cNvPr>
          <p:cNvSpPr>
            <a:spLocks noGrp="1"/>
          </p:cNvSpPr>
          <p:nvPr/>
        </p:nvSpPr>
        <p:spPr>
          <a:xfrm>
            <a:off x="303890" y="2498152"/>
            <a:ext cx="938483" cy="218979"/>
          </a:xfrm>
          <a:prstGeom prst="roundRect">
            <a:avLst>
              <a:gd name="adj" fmla="val 14286"/>
            </a:avLst>
          </a:prstGeom>
          <a:solidFill>
            <a:srgbClr val="FFFFFF"/>
          </a:solidFill>
          <a:ln w="7150">
            <a:solidFill>
              <a:srgbClr val="2B887C"/>
            </a:solidFill>
          </a:ln>
        </p:spPr>
        <p:txBody>
          <a:bodyPr wrap="none" lIns="28575" tIns="9525" rIns="28575" bIns="9525" anchor="ctr">
            <a:noAutofit/>
          </a:bodyPr>
          <a:lstStyle/>
          <a:p>
            <a:pPr algn="ctr">
              <a:defRPr sz="809" b="1">
                <a:solidFill>
                  <a:srgbClr val="2B887C"/>
                </a:solidFill>
                <a:latin typeface="Arial"/>
                <a:ea typeface="Arial"/>
                <a:cs typeface="Arial"/>
              </a:defRPr>
            </a:pPr>
            <a:r>
              <a:rPr sz="809" b="1" dirty="0">
                <a:solidFill>
                  <a:srgbClr val="2B887C"/>
                </a:solidFill>
                <a:latin typeface="Arial"/>
                <a:ea typeface="Arial"/>
                <a:cs typeface="Arial"/>
              </a:rPr>
              <a:t>Mean/</a:t>
            </a:r>
            <a:r>
              <a:rPr lang="en-US" sz="809" b="1" dirty="0">
                <a:solidFill>
                  <a:srgbClr val="2B887C"/>
                </a:solidFill>
                <a:latin typeface="Arial"/>
                <a:ea typeface="Arial"/>
                <a:cs typeface="Arial"/>
              </a:rPr>
              <a:t>max </a:t>
            </a:r>
            <a:r>
              <a:rPr sz="809" b="1" dirty="0">
                <a:solidFill>
                  <a:srgbClr val="2B887C"/>
                </a:solidFill>
                <a:latin typeface="Arial"/>
                <a:ea typeface="Arial"/>
                <a:cs typeface="Arial"/>
              </a:rPr>
              <a:t>pool</a:t>
            </a:r>
          </a:p>
        </p:txBody>
      </p:sp>
      <p:sp>
        <p:nvSpPr>
          <p:cNvPr id="24" name="Line 20">
            <a:extLst>
              <a:ext uri="{FF2B5EF4-FFF2-40B4-BE49-F238E27FC236}">
                <a16:creationId xmlns:a16="http://schemas.microsoft.com/office/drawing/2014/main" id="{93068FCE-9AD5-4D81-AC7D-2641BA168E08}"/>
              </a:ext>
            </a:extLst>
          </p:cNvPr>
          <p:cNvSpPr>
            <a:spLocks noGrp="1"/>
          </p:cNvSpPr>
          <p:nvPr/>
        </p:nvSpPr>
        <p:spPr>
          <a:xfrm>
            <a:off x="1369175" y="2261296"/>
            <a:ext cx="45" cy="116193"/>
          </a:xfrm>
          <a:custGeom>
            <a:avLst/>
            <a:gdLst/>
            <a:ahLst/>
            <a:cxnLst/>
            <a:rect l="0" t="0" r="0" b="0"/>
            <a:pathLst>
              <a:path w="95" h="247650">
                <a:moveTo>
                  <a:pt x="0" y="0"/>
                </a:moveTo>
                <a:lnTo>
                  <a:pt x="0" y="247650"/>
                </a:lnTo>
              </a:path>
            </a:pathLst>
          </a:custGeom>
          <a:noFill/>
          <a:ln w="7597">
            <a:solidFill>
              <a:srgbClr val="2B887C"/>
            </a:solidFill>
            <a:prstDash val="solid"/>
          </a:ln>
        </p:spPr>
      </p:sp>
      <p:sp>
        <p:nvSpPr>
          <p:cNvPr id="25" name="Line 21">
            <a:extLst>
              <a:ext uri="{FF2B5EF4-FFF2-40B4-BE49-F238E27FC236}">
                <a16:creationId xmlns:a16="http://schemas.microsoft.com/office/drawing/2014/main" id="{D5A5618A-D9D0-4442-8794-8A52A65FF690}"/>
              </a:ext>
            </a:extLst>
          </p:cNvPr>
          <p:cNvSpPr>
            <a:spLocks noGrp="1"/>
          </p:cNvSpPr>
          <p:nvPr/>
        </p:nvSpPr>
        <p:spPr>
          <a:xfrm flipV="1">
            <a:off x="773132" y="2327301"/>
            <a:ext cx="1174442" cy="50187"/>
          </a:xfrm>
          <a:custGeom>
            <a:avLst/>
            <a:gdLst/>
            <a:ahLst/>
            <a:cxnLst/>
            <a:rect l="0" t="0" r="0" b="0"/>
            <a:pathLst>
              <a:path w="2924175" h="95">
                <a:moveTo>
                  <a:pt x="0" y="0"/>
                </a:moveTo>
                <a:lnTo>
                  <a:pt x="2924175" y="0"/>
                </a:lnTo>
              </a:path>
            </a:pathLst>
          </a:custGeom>
          <a:noFill/>
          <a:ln w="7597">
            <a:solidFill>
              <a:srgbClr val="2B887C"/>
            </a:solidFill>
            <a:prstDash val="solid"/>
          </a:ln>
        </p:spPr>
      </p:sp>
      <p:sp>
        <p:nvSpPr>
          <p:cNvPr id="26" name="Arrow 22">
            <a:extLst>
              <a:ext uri="{FF2B5EF4-FFF2-40B4-BE49-F238E27FC236}">
                <a16:creationId xmlns:a16="http://schemas.microsoft.com/office/drawing/2014/main" id="{C32E5418-6559-491F-A2FE-E4DEFBC2CAF9}"/>
              </a:ext>
            </a:extLst>
          </p:cNvPr>
          <p:cNvSpPr>
            <a:spLocks noGrp="1"/>
          </p:cNvSpPr>
          <p:nvPr/>
        </p:nvSpPr>
        <p:spPr>
          <a:xfrm flipH="1">
            <a:off x="727411" y="2377488"/>
            <a:ext cx="45720" cy="118429"/>
          </a:xfrm>
          <a:custGeom>
            <a:avLst/>
            <a:gdLst/>
            <a:ahLst/>
            <a:cxnLst/>
            <a:rect l="0" t="0" r="0" b="0"/>
            <a:pathLst>
              <a:path w="95" h="161925">
                <a:moveTo>
                  <a:pt x="0" y="0"/>
                </a:moveTo>
                <a:lnTo>
                  <a:pt x="0" y="161925"/>
                </a:lnTo>
              </a:path>
            </a:pathLst>
          </a:custGeom>
          <a:noFill/>
          <a:ln w="7597">
            <a:solidFill>
              <a:srgbClr val="2B887C"/>
            </a:solidFill>
            <a:prstDash val="solid"/>
            <a:tailEnd type="triangle" w="sm" len="sm"/>
          </a:ln>
        </p:spPr>
      </p:sp>
      <p:sp>
        <p:nvSpPr>
          <p:cNvPr id="27" name="Arrow 23">
            <a:extLst>
              <a:ext uri="{FF2B5EF4-FFF2-40B4-BE49-F238E27FC236}">
                <a16:creationId xmlns:a16="http://schemas.microsoft.com/office/drawing/2014/main" id="{CCB39956-D15A-4724-86AB-98BAFAA36843}"/>
              </a:ext>
            </a:extLst>
          </p:cNvPr>
          <p:cNvSpPr>
            <a:spLocks noGrp="1"/>
          </p:cNvSpPr>
          <p:nvPr/>
        </p:nvSpPr>
        <p:spPr>
          <a:xfrm>
            <a:off x="1950191" y="2373021"/>
            <a:ext cx="48496" cy="119221"/>
          </a:xfrm>
          <a:custGeom>
            <a:avLst/>
            <a:gdLst/>
            <a:ahLst/>
            <a:cxnLst/>
            <a:rect l="0" t="0" r="0" b="0"/>
            <a:pathLst>
              <a:path w="95" h="161925">
                <a:moveTo>
                  <a:pt x="0" y="0"/>
                </a:moveTo>
                <a:lnTo>
                  <a:pt x="0" y="161925"/>
                </a:lnTo>
              </a:path>
            </a:pathLst>
          </a:custGeom>
          <a:noFill/>
          <a:ln w="7597">
            <a:solidFill>
              <a:srgbClr val="2B887C"/>
            </a:solidFill>
            <a:prstDash val="solid"/>
            <a:tailEnd type="triangle" w="sm" len="sm"/>
          </a:ln>
        </p:spPr>
      </p:sp>
      <p:sp>
        <p:nvSpPr>
          <p:cNvPr id="28" name="Label 24 K, V">
            <a:extLst>
              <a:ext uri="{FF2B5EF4-FFF2-40B4-BE49-F238E27FC236}">
                <a16:creationId xmlns:a16="http://schemas.microsoft.com/office/drawing/2014/main" id="{4E86D5ED-9074-427C-B431-B5F3D48156AF}"/>
              </a:ext>
            </a:extLst>
          </p:cNvPr>
          <p:cNvSpPr>
            <a:spLocks noGrp="1"/>
          </p:cNvSpPr>
          <p:nvPr/>
        </p:nvSpPr>
        <p:spPr>
          <a:xfrm>
            <a:off x="1940568" y="2372950"/>
            <a:ext cx="281545" cy="111724"/>
          </a:xfrm>
          <a:prstGeom prst="rect">
            <a:avLst/>
          </a:prstGeom>
          <a:noFill/>
          <a:ln w="0">
            <a:noFill/>
          </a:ln>
        </p:spPr>
        <p:txBody>
          <a:bodyPr wrap="none" lIns="0" tIns="0" rIns="0" bIns="0" anchor="ctr">
            <a:noAutofit/>
          </a:bodyPr>
          <a:lstStyle/>
          <a:p>
            <a:pPr algn="ctr">
              <a:defRPr sz="669" b="0">
                <a:solidFill>
                  <a:srgbClr val="2B887C"/>
                </a:solidFill>
                <a:latin typeface="Arial"/>
                <a:ea typeface="Arial"/>
                <a:cs typeface="Arial"/>
              </a:defRPr>
            </a:pPr>
            <a:r>
              <a:rPr sz="669" b="0" dirty="0">
                <a:solidFill>
                  <a:srgbClr val="2B887C"/>
                </a:solidFill>
                <a:latin typeface="Arial"/>
                <a:ea typeface="Arial"/>
                <a:cs typeface="Arial"/>
              </a:rPr>
              <a:t>K, V</a:t>
            </a:r>
          </a:p>
        </p:txBody>
      </p:sp>
      <p:sp>
        <p:nvSpPr>
          <p:cNvPr id="29" name="Arrow 25">
            <a:extLst>
              <a:ext uri="{FF2B5EF4-FFF2-40B4-BE49-F238E27FC236}">
                <a16:creationId xmlns:a16="http://schemas.microsoft.com/office/drawing/2014/main" id="{7F17D49F-B7AD-4FE2-9B42-45DC0E4B68D4}"/>
              </a:ext>
            </a:extLst>
          </p:cNvPr>
          <p:cNvSpPr>
            <a:spLocks noGrp="1"/>
          </p:cNvSpPr>
          <p:nvPr/>
        </p:nvSpPr>
        <p:spPr>
          <a:xfrm>
            <a:off x="2444479" y="2608069"/>
            <a:ext cx="259246" cy="45719"/>
          </a:xfrm>
          <a:custGeom>
            <a:avLst/>
            <a:gdLst/>
            <a:ahLst/>
            <a:cxnLst/>
            <a:rect l="0" t="0" r="0" b="0"/>
            <a:pathLst>
              <a:path w="333375" h="95">
                <a:moveTo>
                  <a:pt x="333375" y="0"/>
                </a:moveTo>
                <a:lnTo>
                  <a:pt x="0" y="0"/>
                </a:lnTo>
              </a:path>
            </a:pathLst>
          </a:custGeom>
          <a:noFill/>
          <a:ln w="7597">
            <a:solidFill>
              <a:srgbClr val="397FA6"/>
            </a:solidFill>
            <a:prstDash val="solid"/>
            <a:tailEnd type="triangle" w="sm" len="sm"/>
          </a:ln>
        </p:spPr>
      </p:sp>
      <p:sp>
        <p:nvSpPr>
          <p:cNvPr id="30" name="Label 26 Q">
            <a:extLst>
              <a:ext uri="{FF2B5EF4-FFF2-40B4-BE49-F238E27FC236}">
                <a16:creationId xmlns:a16="http://schemas.microsoft.com/office/drawing/2014/main" id="{1CF9508B-9C47-42CA-8048-82FEE301E1B4}"/>
              </a:ext>
            </a:extLst>
          </p:cNvPr>
          <p:cNvSpPr>
            <a:spLocks noGrp="1"/>
          </p:cNvSpPr>
          <p:nvPr/>
        </p:nvSpPr>
        <p:spPr>
          <a:xfrm>
            <a:off x="2555260" y="2478512"/>
            <a:ext cx="129600" cy="125131"/>
          </a:xfrm>
          <a:prstGeom prst="rect">
            <a:avLst/>
          </a:prstGeom>
          <a:noFill/>
          <a:ln w="0">
            <a:noFill/>
          </a:ln>
        </p:spPr>
        <p:txBody>
          <a:bodyPr wrap="none" lIns="0" tIns="0" rIns="0" bIns="0" anchor="ctr">
            <a:noAutofit/>
          </a:bodyPr>
          <a:lstStyle/>
          <a:p>
            <a:pPr algn="ctr">
              <a:defRPr sz="704" b="1">
                <a:solidFill>
                  <a:srgbClr val="397FA6"/>
                </a:solidFill>
                <a:latin typeface="Arial"/>
                <a:ea typeface="Arial"/>
                <a:cs typeface="Arial"/>
              </a:defRPr>
            </a:pPr>
            <a:r>
              <a:rPr sz="704" b="1">
                <a:solidFill>
                  <a:srgbClr val="397FA6"/>
                </a:solidFill>
                <a:latin typeface="Arial"/>
                <a:ea typeface="Arial"/>
                <a:cs typeface="Arial"/>
              </a:rPr>
              <a:t>Q</a:t>
            </a:r>
          </a:p>
        </p:txBody>
      </p:sp>
      <p:sp>
        <p:nvSpPr>
          <p:cNvPr id="31" name="Line 27">
            <a:extLst>
              <a:ext uri="{FF2B5EF4-FFF2-40B4-BE49-F238E27FC236}">
                <a16:creationId xmlns:a16="http://schemas.microsoft.com/office/drawing/2014/main" id="{1F214719-CDE5-4231-B354-B0616F1C322D}"/>
              </a:ext>
            </a:extLst>
          </p:cNvPr>
          <p:cNvSpPr>
            <a:spLocks noGrp="1"/>
          </p:cNvSpPr>
          <p:nvPr/>
        </p:nvSpPr>
        <p:spPr>
          <a:xfrm>
            <a:off x="773132" y="2716603"/>
            <a:ext cx="706097" cy="134069"/>
          </a:xfrm>
          <a:custGeom>
            <a:avLst/>
            <a:gdLst/>
            <a:ahLst/>
            <a:cxnLst/>
            <a:rect l="0" t="0" r="0" b="0"/>
            <a:pathLst>
              <a:path w="1504950" h="285750">
                <a:moveTo>
                  <a:pt x="0" y="0"/>
                </a:moveTo>
                <a:lnTo>
                  <a:pt x="0" y="285750"/>
                </a:lnTo>
                <a:lnTo>
                  <a:pt x="1504950" y="285750"/>
                </a:lnTo>
              </a:path>
            </a:pathLst>
          </a:custGeom>
          <a:noFill/>
          <a:ln w="7597">
            <a:solidFill>
              <a:srgbClr val="2B887C"/>
            </a:solidFill>
            <a:prstDash val="solid"/>
          </a:ln>
        </p:spPr>
      </p:sp>
      <p:sp>
        <p:nvSpPr>
          <p:cNvPr id="32" name="Arrow 28">
            <a:extLst>
              <a:ext uri="{FF2B5EF4-FFF2-40B4-BE49-F238E27FC236}">
                <a16:creationId xmlns:a16="http://schemas.microsoft.com/office/drawing/2014/main" id="{B25CE1F2-99F6-44F4-9583-A12B431B74D3}"/>
              </a:ext>
            </a:extLst>
          </p:cNvPr>
          <p:cNvSpPr>
            <a:spLocks noGrp="1"/>
          </p:cNvSpPr>
          <p:nvPr/>
        </p:nvSpPr>
        <p:spPr>
          <a:xfrm>
            <a:off x="1365269" y="2718720"/>
            <a:ext cx="595392" cy="201103"/>
          </a:xfrm>
          <a:custGeom>
            <a:avLst/>
            <a:gdLst/>
            <a:ahLst/>
            <a:cxnLst/>
            <a:rect l="0" t="0" r="0" b="0"/>
            <a:pathLst>
              <a:path w="1419225" h="428625">
                <a:moveTo>
                  <a:pt x="1419225" y="0"/>
                </a:moveTo>
                <a:lnTo>
                  <a:pt x="1419225" y="285750"/>
                </a:lnTo>
                <a:lnTo>
                  <a:pt x="0" y="285750"/>
                </a:lnTo>
                <a:lnTo>
                  <a:pt x="0" y="428625"/>
                </a:lnTo>
              </a:path>
            </a:pathLst>
          </a:custGeom>
          <a:noFill/>
          <a:ln w="7597">
            <a:solidFill>
              <a:srgbClr val="2B887C"/>
            </a:solidFill>
            <a:prstDash val="solid"/>
            <a:tailEnd type="triangle" w="sm" len="sm"/>
          </a:ln>
        </p:spPr>
        <p:txBody>
          <a:bodyPr/>
          <a:lstStyle/>
          <a:p>
            <a:endParaRPr lang="zh-CN" altLang="en-US" dirty="0"/>
          </a:p>
        </p:txBody>
      </p:sp>
      <p:sp>
        <p:nvSpPr>
          <p:cNvPr id="33" name="Label 29 Concat">
            <a:extLst>
              <a:ext uri="{FF2B5EF4-FFF2-40B4-BE49-F238E27FC236}">
                <a16:creationId xmlns:a16="http://schemas.microsoft.com/office/drawing/2014/main" id="{C2FACB1D-59D5-492F-BEBC-C2942270BA94}"/>
              </a:ext>
            </a:extLst>
          </p:cNvPr>
          <p:cNvSpPr>
            <a:spLocks noGrp="1"/>
          </p:cNvSpPr>
          <p:nvPr/>
        </p:nvSpPr>
        <p:spPr>
          <a:xfrm>
            <a:off x="1184276" y="2738948"/>
            <a:ext cx="402207" cy="111724"/>
          </a:xfrm>
          <a:prstGeom prst="rect">
            <a:avLst/>
          </a:prstGeom>
          <a:noFill/>
          <a:ln w="0">
            <a:noFill/>
          </a:ln>
        </p:spPr>
        <p:txBody>
          <a:bodyPr wrap="none" lIns="0" tIns="0" rIns="0" bIns="0" anchor="ctr">
            <a:noAutofit/>
          </a:bodyPr>
          <a:lstStyle/>
          <a:p>
            <a:pPr algn="ctr">
              <a:defRPr sz="669" b="0">
                <a:solidFill>
                  <a:srgbClr val="6F8290"/>
                </a:solidFill>
                <a:latin typeface="Arial"/>
                <a:ea typeface="Arial"/>
                <a:cs typeface="Arial"/>
              </a:defRPr>
            </a:pPr>
            <a:r>
              <a:rPr sz="669" b="0" dirty="0" err="1">
                <a:solidFill>
                  <a:srgbClr val="6F8290"/>
                </a:solidFill>
                <a:latin typeface="Arial"/>
                <a:ea typeface="Arial"/>
                <a:cs typeface="Arial"/>
              </a:rPr>
              <a:t>Concat</a:t>
            </a:r>
            <a:endParaRPr sz="669" b="0" dirty="0">
              <a:solidFill>
                <a:srgbClr val="6F8290"/>
              </a:solidFill>
              <a:latin typeface="Arial"/>
              <a:ea typeface="Arial"/>
              <a:cs typeface="Arial"/>
            </a:endParaRPr>
          </a:p>
        </p:txBody>
      </p:sp>
      <p:sp>
        <p:nvSpPr>
          <p:cNvPr id="34" name="Operator MLP">
            <a:extLst>
              <a:ext uri="{FF2B5EF4-FFF2-40B4-BE49-F238E27FC236}">
                <a16:creationId xmlns:a16="http://schemas.microsoft.com/office/drawing/2014/main" id="{8A3AB32C-D74A-43A7-9BED-AF30AF9DF28D}"/>
              </a:ext>
            </a:extLst>
          </p:cNvPr>
          <p:cNvSpPr>
            <a:spLocks noGrp="1"/>
          </p:cNvSpPr>
          <p:nvPr/>
        </p:nvSpPr>
        <p:spPr>
          <a:xfrm>
            <a:off x="1155228" y="2920467"/>
            <a:ext cx="464772" cy="187697"/>
          </a:xfrm>
          <a:prstGeom prst="roundRect">
            <a:avLst>
              <a:gd name="adj" fmla="val 16667"/>
            </a:avLst>
          </a:prstGeom>
          <a:solidFill>
            <a:srgbClr val="FFFFFF"/>
          </a:solidFill>
          <a:ln w="7150">
            <a:solidFill>
              <a:srgbClr val="2B887C"/>
            </a:solidFill>
          </a:ln>
        </p:spPr>
        <p:txBody>
          <a:bodyPr wrap="none" lIns="28575" tIns="9525" rIns="28575" bIns="9525" anchor="ctr">
            <a:noAutofit/>
          </a:bodyPr>
          <a:lstStyle/>
          <a:p>
            <a:pPr algn="ctr">
              <a:defRPr sz="809" b="1">
                <a:solidFill>
                  <a:srgbClr val="2B887C"/>
                </a:solidFill>
                <a:latin typeface="Arial"/>
                <a:ea typeface="Arial"/>
                <a:cs typeface="Arial"/>
              </a:defRPr>
            </a:pPr>
            <a:r>
              <a:rPr sz="809" b="1">
                <a:solidFill>
                  <a:srgbClr val="2B887C"/>
                </a:solidFill>
                <a:latin typeface="Arial"/>
                <a:ea typeface="Arial"/>
                <a:cs typeface="Arial"/>
              </a:rPr>
              <a:t>MLP</a:t>
            </a:r>
          </a:p>
        </p:txBody>
      </p:sp>
      <p:sp>
        <p:nvSpPr>
          <p:cNvPr id="35" name="Arrow 30">
            <a:extLst>
              <a:ext uri="{FF2B5EF4-FFF2-40B4-BE49-F238E27FC236}">
                <a16:creationId xmlns:a16="http://schemas.microsoft.com/office/drawing/2014/main" id="{C9AEE2BC-D3CE-4037-B2CD-1A88D2C43E6A}"/>
              </a:ext>
            </a:extLst>
          </p:cNvPr>
          <p:cNvSpPr>
            <a:spLocks noGrp="1"/>
          </p:cNvSpPr>
          <p:nvPr/>
        </p:nvSpPr>
        <p:spPr>
          <a:xfrm>
            <a:off x="1619999" y="3014316"/>
            <a:ext cx="861901" cy="45719"/>
          </a:xfrm>
          <a:custGeom>
            <a:avLst/>
            <a:gdLst/>
            <a:ahLst/>
            <a:cxnLst/>
            <a:rect l="0" t="0" r="0" b="0"/>
            <a:pathLst>
              <a:path w="1562100" h="95">
                <a:moveTo>
                  <a:pt x="0" y="0"/>
                </a:moveTo>
                <a:lnTo>
                  <a:pt x="1562100" y="0"/>
                </a:lnTo>
              </a:path>
            </a:pathLst>
          </a:custGeom>
          <a:noFill/>
          <a:ln w="7597">
            <a:solidFill>
              <a:srgbClr val="2B887C"/>
            </a:solidFill>
            <a:prstDash val="solid"/>
            <a:tailEnd type="triangle" w="sm" len="sm"/>
          </a:ln>
        </p:spPr>
      </p:sp>
      <p:sp>
        <p:nvSpPr>
          <p:cNvPr id="36" name="Operator FiLM">
            <a:extLst>
              <a:ext uri="{FF2B5EF4-FFF2-40B4-BE49-F238E27FC236}">
                <a16:creationId xmlns:a16="http://schemas.microsoft.com/office/drawing/2014/main" id="{B97212EE-BAAD-4A16-B786-F67D21ECB83B}"/>
              </a:ext>
            </a:extLst>
          </p:cNvPr>
          <p:cNvSpPr>
            <a:spLocks noGrp="1"/>
          </p:cNvSpPr>
          <p:nvPr/>
        </p:nvSpPr>
        <p:spPr>
          <a:xfrm>
            <a:off x="2489214" y="2904828"/>
            <a:ext cx="429021" cy="218979"/>
          </a:xfrm>
          <a:prstGeom prst="roundRect">
            <a:avLst>
              <a:gd name="adj" fmla="val 14286"/>
            </a:avLst>
          </a:prstGeom>
          <a:solidFill>
            <a:srgbClr val="F4F0F8"/>
          </a:solidFill>
          <a:ln w="7150">
            <a:solidFill>
              <a:srgbClr val="9988B8"/>
            </a:solidFill>
          </a:ln>
        </p:spPr>
        <p:txBody>
          <a:bodyPr wrap="none" lIns="28575" tIns="9525" rIns="28575" bIns="9525" anchor="ctr">
            <a:noAutofit/>
          </a:bodyPr>
          <a:lstStyle/>
          <a:p>
            <a:pPr algn="ctr">
              <a:defRPr sz="845" b="1">
                <a:solidFill>
                  <a:srgbClr val="9988B8"/>
                </a:solidFill>
                <a:latin typeface="Arial"/>
                <a:ea typeface="Arial"/>
                <a:cs typeface="Arial"/>
              </a:defRPr>
            </a:pPr>
            <a:r>
              <a:rPr sz="845" b="1">
                <a:solidFill>
                  <a:srgbClr val="9988B8"/>
                </a:solidFill>
                <a:latin typeface="Arial"/>
                <a:ea typeface="Arial"/>
                <a:cs typeface="Arial"/>
              </a:rPr>
              <a:t>FiLM</a:t>
            </a:r>
          </a:p>
        </p:txBody>
      </p:sp>
      <p:sp>
        <p:nvSpPr>
          <p:cNvPr id="37" name="Arrow 31">
            <a:extLst>
              <a:ext uri="{FF2B5EF4-FFF2-40B4-BE49-F238E27FC236}">
                <a16:creationId xmlns:a16="http://schemas.microsoft.com/office/drawing/2014/main" id="{8BBA0E06-4F70-4073-9445-2160E286A087}"/>
              </a:ext>
            </a:extLst>
          </p:cNvPr>
          <p:cNvSpPr>
            <a:spLocks noGrp="1"/>
          </p:cNvSpPr>
          <p:nvPr/>
        </p:nvSpPr>
        <p:spPr>
          <a:xfrm>
            <a:off x="2703725" y="3123808"/>
            <a:ext cx="45" cy="165352"/>
          </a:xfrm>
          <a:custGeom>
            <a:avLst/>
            <a:gdLst/>
            <a:ahLst/>
            <a:cxnLst/>
            <a:rect l="0" t="0" r="0" b="0"/>
            <a:pathLst>
              <a:path w="95" h="352425">
                <a:moveTo>
                  <a:pt x="0" y="0"/>
                </a:moveTo>
                <a:lnTo>
                  <a:pt x="0" y="352425"/>
                </a:lnTo>
              </a:path>
            </a:pathLst>
          </a:custGeom>
          <a:noFill/>
          <a:ln w="7597">
            <a:solidFill>
              <a:srgbClr val="2B887C"/>
            </a:solidFill>
            <a:prstDash val="solid"/>
            <a:tailEnd type="triangle" w="sm" len="sm"/>
          </a:ln>
        </p:spPr>
      </p:sp>
      <p:sp>
        <p:nvSpPr>
          <p:cNvPr id="38" name="Label 32 h">
            <a:extLst>
              <a:ext uri="{FF2B5EF4-FFF2-40B4-BE49-F238E27FC236}">
                <a16:creationId xmlns:a16="http://schemas.microsoft.com/office/drawing/2014/main" id="{7B183FF8-92D8-43CB-B45A-BAEFFF05DDAB}"/>
              </a:ext>
            </a:extLst>
          </p:cNvPr>
          <p:cNvSpPr>
            <a:spLocks noGrp="1"/>
          </p:cNvSpPr>
          <p:nvPr/>
        </p:nvSpPr>
        <p:spPr>
          <a:xfrm>
            <a:off x="2475807" y="3164028"/>
            <a:ext cx="111724" cy="143007"/>
          </a:xfrm>
          <a:prstGeom prst="rect">
            <a:avLst/>
          </a:prstGeom>
          <a:noFill/>
          <a:ln w="0">
            <a:noFill/>
          </a:ln>
        </p:spPr>
        <p:txBody>
          <a:bodyPr wrap="none" lIns="0" tIns="0" rIns="0" bIns="0" anchor="ctr">
            <a:noAutofit/>
          </a:bodyPr>
          <a:lstStyle/>
          <a:p>
            <a:pPr algn="ctr">
              <a:defRPr sz="985" b="0">
                <a:solidFill>
                  <a:srgbClr val="203646"/>
                </a:solidFill>
                <a:latin typeface="Arial"/>
                <a:ea typeface="Arial"/>
                <a:cs typeface="Arial"/>
              </a:defRPr>
            </a:pPr>
            <a:r>
              <a:rPr sz="985" b="0" i="1">
                <a:solidFill>
                  <a:srgbClr val="203646"/>
                </a:solidFill>
                <a:latin typeface="Arial"/>
                <a:ea typeface="Arial"/>
                <a:cs typeface="Arial"/>
              </a:rPr>
              <a:t>h</a:t>
            </a:r>
          </a:p>
        </p:txBody>
      </p:sp>
      <p:sp>
        <p:nvSpPr>
          <p:cNvPr id="39" name="Label 33 j">
            <a:extLst>
              <a:ext uri="{FF2B5EF4-FFF2-40B4-BE49-F238E27FC236}">
                <a16:creationId xmlns:a16="http://schemas.microsoft.com/office/drawing/2014/main" id="{A41158B7-C643-4D88-9557-5D29073FA3D5}"/>
              </a:ext>
            </a:extLst>
          </p:cNvPr>
          <p:cNvSpPr>
            <a:spLocks noGrp="1"/>
          </p:cNvSpPr>
          <p:nvPr/>
        </p:nvSpPr>
        <p:spPr>
          <a:xfrm>
            <a:off x="2574125" y="3231063"/>
            <a:ext cx="62566" cy="93848"/>
          </a:xfrm>
          <a:prstGeom prst="rect">
            <a:avLst/>
          </a:prstGeom>
          <a:noFill/>
          <a:ln w="0">
            <a:noFill/>
          </a:ln>
        </p:spPr>
        <p:txBody>
          <a:bodyPr wrap="none" lIns="0" tIns="0" rIns="0" bIns="0" anchor="ctr">
            <a:noAutofit/>
          </a:bodyPr>
          <a:lstStyle/>
          <a:p>
            <a:pPr algn="ctr">
              <a:defRPr sz="633" b="0">
                <a:solidFill>
                  <a:srgbClr val="203646"/>
                </a:solidFill>
                <a:latin typeface="Arial"/>
                <a:ea typeface="Arial"/>
                <a:cs typeface="Arial"/>
              </a:defRPr>
            </a:pPr>
            <a:r>
              <a:rPr sz="633" b="0">
                <a:solidFill>
                  <a:srgbClr val="203646"/>
                </a:solidFill>
                <a:latin typeface="Arial"/>
                <a:ea typeface="Arial"/>
                <a:cs typeface="Arial"/>
              </a:rPr>
              <a:t>j</a:t>
            </a:r>
          </a:p>
        </p:txBody>
      </p:sp>
      <p:sp>
        <p:nvSpPr>
          <p:cNvPr id="40" name="Label 34 User-provided SMILES · same PDB">
            <a:extLst>
              <a:ext uri="{FF2B5EF4-FFF2-40B4-BE49-F238E27FC236}">
                <a16:creationId xmlns:a16="http://schemas.microsoft.com/office/drawing/2014/main" id="{BCA4D160-9FA0-4E5A-803F-A1400877E66D}"/>
              </a:ext>
            </a:extLst>
          </p:cNvPr>
          <p:cNvSpPr>
            <a:spLocks noGrp="1"/>
          </p:cNvSpPr>
          <p:nvPr/>
        </p:nvSpPr>
        <p:spPr>
          <a:xfrm>
            <a:off x="3530483" y="665876"/>
            <a:ext cx="2547310" cy="134069"/>
          </a:xfrm>
          <a:prstGeom prst="rect">
            <a:avLst/>
          </a:prstGeom>
          <a:noFill/>
          <a:ln w="0">
            <a:noFill/>
          </a:ln>
        </p:spPr>
        <p:txBody>
          <a:bodyPr wrap="none" lIns="0" tIns="0" rIns="0" bIns="0" anchor="ctr">
            <a:noAutofit/>
          </a:bodyPr>
          <a:lstStyle/>
          <a:p>
            <a:pPr algn="ctr">
              <a:defRPr sz="774" b="0">
                <a:solidFill>
                  <a:srgbClr val="6F8290"/>
                </a:solidFill>
                <a:latin typeface="Arial"/>
                <a:ea typeface="Arial"/>
                <a:cs typeface="Arial"/>
              </a:defRPr>
            </a:pPr>
            <a:r>
              <a:rPr sz="774" b="0" dirty="0">
                <a:solidFill>
                  <a:srgbClr val="6F8290"/>
                </a:solidFill>
                <a:latin typeface="Arial"/>
                <a:ea typeface="Arial"/>
                <a:cs typeface="Arial"/>
              </a:rPr>
              <a:t>User-provided SMILES · same PDB</a:t>
            </a:r>
          </a:p>
        </p:txBody>
      </p:sp>
      <p:sp>
        <p:nvSpPr>
          <p:cNvPr id="41" name="Operator ">
            <a:extLst>
              <a:ext uri="{FF2B5EF4-FFF2-40B4-BE49-F238E27FC236}">
                <a16:creationId xmlns:a16="http://schemas.microsoft.com/office/drawing/2014/main" id="{F72F864E-EFB9-460B-81E9-A821B2206D49}"/>
              </a:ext>
            </a:extLst>
          </p:cNvPr>
          <p:cNvSpPr>
            <a:spLocks noGrp="1"/>
          </p:cNvSpPr>
          <p:nvPr/>
        </p:nvSpPr>
        <p:spPr>
          <a:xfrm>
            <a:off x="4303614" y="853573"/>
            <a:ext cx="916138" cy="572028"/>
          </a:xfrm>
          <a:prstGeom prst="roundRect">
            <a:avLst>
              <a:gd name="adj" fmla="val 5469"/>
            </a:avLst>
          </a:prstGeom>
          <a:solidFill>
            <a:srgbClr val="FFFFFF"/>
          </a:solidFill>
          <a:ln w="7150">
            <a:solidFill>
              <a:srgbClr val="BFD9CF"/>
            </a:solidFill>
          </a:ln>
        </p:spPr>
      </p:sp>
      <p:sp>
        <p:nvSpPr>
          <p:cNvPr id="42" name="Operator ">
            <a:extLst>
              <a:ext uri="{FF2B5EF4-FFF2-40B4-BE49-F238E27FC236}">
                <a16:creationId xmlns:a16="http://schemas.microsoft.com/office/drawing/2014/main" id="{8A85F76D-22AA-4570-B84E-E6D0B3E3B4CE}"/>
              </a:ext>
            </a:extLst>
          </p:cNvPr>
          <p:cNvSpPr>
            <a:spLocks noGrp="1"/>
          </p:cNvSpPr>
          <p:nvPr/>
        </p:nvSpPr>
        <p:spPr>
          <a:xfrm>
            <a:off x="4325959" y="1018924"/>
            <a:ext cx="871448" cy="169821"/>
          </a:xfrm>
          <a:prstGeom prst="roundRect">
            <a:avLst>
              <a:gd name="adj" fmla="val 18421"/>
            </a:avLst>
          </a:prstGeom>
          <a:solidFill>
            <a:srgbClr val="EDF6F1"/>
          </a:solidFill>
          <a:ln w="7150">
            <a:solidFill>
              <a:srgbClr val="2B887C"/>
            </a:solidFill>
          </a:ln>
        </p:spPr>
      </p:sp>
      <p:sp>
        <p:nvSpPr>
          <p:cNvPr id="43" name="Label 35 CCO">
            <a:extLst>
              <a:ext uri="{FF2B5EF4-FFF2-40B4-BE49-F238E27FC236}">
                <a16:creationId xmlns:a16="http://schemas.microsoft.com/office/drawing/2014/main" id="{BBB2E735-5CD5-4EBD-82AB-A84BA1E38795}"/>
              </a:ext>
            </a:extLst>
          </p:cNvPr>
          <p:cNvSpPr>
            <a:spLocks noGrp="1"/>
          </p:cNvSpPr>
          <p:nvPr/>
        </p:nvSpPr>
        <p:spPr>
          <a:xfrm>
            <a:off x="4500249" y="884855"/>
            <a:ext cx="558621" cy="116193"/>
          </a:xfrm>
          <a:prstGeom prst="rect">
            <a:avLst/>
          </a:prstGeom>
          <a:noFill/>
          <a:ln w="0">
            <a:noFill/>
          </a:ln>
        </p:spPr>
        <p:txBody>
          <a:bodyPr wrap="none" lIns="0" tIns="0" rIns="0" bIns="0" anchor="ctr">
            <a:noAutofit/>
          </a:bodyPr>
          <a:lstStyle/>
          <a:p>
            <a:pPr algn="l">
              <a:defRPr sz="774" b="0">
                <a:solidFill>
                  <a:srgbClr val="6F8290"/>
                </a:solidFill>
                <a:latin typeface="Arial"/>
                <a:ea typeface="Arial"/>
                <a:cs typeface="Arial"/>
              </a:defRPr>
            </a:pPr>
            <a:r>
              <a:rPr sz="774" b="0">
                <a:solidFill>
                  <a:srgbClr val="6F8290"/>
                </a:solidFill>
                <a:latin typeface="Arial"/>
                <a:ea typeface="Arial"/>
                <a:cs typeface="Arial"/>
              </a:rPr>
              <a:t>CCO</a:t>
            </a:r>
          </a:p>
        </p:txBody>
      </p:sp>
      <p:sp>
        <p:nvSpPr>
          <p:cNvPr id="44" name="Label 36 Cc1ccccc1">
            <a:extLst>
              <a:ext uri="{FF2B5EF4-FFF2-40B4-BE49-F238E27FC236}">
                <a16:creationId xmlns:a16="http://schemas.microsoft.com/office/drawing/2014/main" id="{F33F8BBE-A381-4539-8012-8D7F0B21E90C}"/>
              </a:ext>
            </a:extLst>
          </p:cNvPr>
          <p:cNvSpPr>
            <a:spLocks noGrp="1"/>
          </p:cNvSpPr>
          <p:nvPr/>
        </p:nvSpPr>
        <p:spPr>
          <a:xfrm>
            <a:off x="4500249" y="1045738"/>
            <a:ext cx="648000" cy="120662"/>
          </a:xfrm>
          <a:prstGeom prst="rect">
            <a:avLst/>
          </a:prstGeom>
          <a:noFill/>
          <a:ln w="0">
            <a:noFill/>
          </a:ln>
        </p:spPr>
        <p:txBody>
          <a:bodyPr wrap="none" lIns="0" tIns="0" rIns="0" bIns="0" anchor="ctr">
            <a:noAutofit/>
          </a:bodyPr>
          <a:lstStyle/>
          <a:p>
            <a:pPr algn="l">
              <a:defRPr sz="774" b="1">
                <a:solidFill>
                  <a:srgbClr val="2B887C"/>
                </a:solidFill>
                <a:latin typeface="Arial"/>
                <a:ea typeface="Arial"/>
                <a:cs typeface="Arial"/>
              </a:defRPr>
            </a:pPr>
            <a:r>
              <a:rPr sz="774" b="1">
                <a:solidFill>
                  <a:srgbClr val="2B887C"/>
                </a:solidFill>
                <a:latin typeface="Arial"/>
                <a:ea typeface="Arial"/>
                <a:cs typeface="Arial"/>
              </a:rPr>
              <a:t>Cc1ccccc1</a:t>
            </a:r>
          </a:p>
        </p:txBody>
      </p:sp>
      <p:sp>
        <p:nvSpPr>
          <p:cNvPr id="45" name="Label 37 CC(N)=O">
            <a:extLst>
              <a:ext uri="{FF2B5EF4-FFF2-40B4-BE49-F238E27FC236}">
                <a16:creationId xmlns:a16="http://schemas.microsoft.com/office/drawing/2014/main" id="{64538C9B-C7B5-4A5B-9716-4F02EDB78433}"/>
              </a:ext>
            </a:extLst>
          </p:cNvPr>
          <p:cNvSpPr>
            <a:spLocks noGrp="1"/>
          </p:cNvSpPr>
          <p:nvPr/>
        </p:nvSpPr>
        <p:spPr>
          <a:xfrm>
            <a:off x="4500249" y="1224497"/>
            <a:ext cx="648000" cy="120662"/>
          </a:xfrm>
          <a:prstGeom prst="rect">
            <a:avLst/>
          </a:prstGeom>
          <a:noFill/>
          <a:ln w="0">
            <a:noFill/>
          </a:ln>
        </p:spPr>
        <p:txBody>
          <a:bodyPr wrap="none" lIns="0" tIns="0" rIns="0" bIns="0" anchor="ctr">
            <a:noAutofit/>
          </a:bodyPr>
          <a:lstStyle/>
          <a:p>
            <a:pPr algn="l">
              <a:defRPr sz="774" b="0">
                <a:solidFill>
                  <a:srgbClr val="6F8290"/>
                </a:solidFill>
                <a:latin typeface="Arial"/>
                <a:ea typeface="Arial"/>
                <a:cs typeface="Arial"/>
              </a:defRPr>
            </a:pPr>
            <a:r>
              <a:rPr sz="774" b="0">
                <a:solidFill>
                  <a:srgbClr val="6F8290"/>
                </a:solidFill>
                <a:latin typeface="Arial"/>
                <a:ea typeface="Arial"/>
                <a:cs typeface="Arial"/>
              </a:rPr>
              <a:t>CC(N)=O</a:t>
            </a:r>
          </a:p>
        </p:txBody>
      </p:sp>
      <p:sp>
        <p:nvSpPr>
          <p:cNvPr id="46" name="Label 38 1">
            <a:extLst>
              <a:ext uri="{FF2B5EF4-FFF2-40B4-BE49-F238E27FC236}">
                <a16:creationId xmlns:a16="http://schemas.microsoft.com/office/drawing/2014/main" id="{C0310E16-B91B-47BE-A879-8438C52BEDD8}"/>
              </a:ext>
            </a:extLst>
          </p:cNvPr>
          <p:cNvSpPr>
            <a:spLocks noGrp="1"/>
          </p:cNvSpPr>
          <p:nvPr/>
        </p:nvSpPr>
        <p:spPr>
          <a:xfrm>
            <a:off x="4357242" y="884855"/>
            <a:ext cx="102786" cy="116193"/>
          </a:xfrm>
          <a:prstGeom prst="rect">
            <a:avLst/>
          </a:prstGeom>
          <a:noFill/>
          <a:ln w="0">
            <a:noFill/>
          </a:ln>
        </p:spPr>
        <p:txBody>
          <a:bodyPr wrap="none" lIns="0" tIns="0" rIns="0" bIns="0" anchor="ctr">
            <a:noAutofit/>
          </a:bodyPr>
          <a:lstStyle/>
          <a:p>
            <a:pPr algn="ctr">
              <a:defRPr sz="633" b="0">
                <a:solidFill>
                  <a:srgbClr val="6F8290"/>
                </a:solidFill>
                <a:latin typeface="Arial"/>
                <a:ea typeface="Arial"/>
                <a:cs typeface="Arial"/>
              </a:defRPr>
            </a:pPr>
            <a:r>
              <a:rPr sz="633" b="0">
                <a:solidFill>
                  <a:srgbClr val="6F8290"/>
                </a:solidFill>
                <a:latin typeface="Arial"/>
                <a:ea typeface="Arial"/>
                <a:cs typeface="Arial"/>
              </a:rPr>
              <a:t>1</a:t>
            </a:r>
          </a:p>
        </p:txBody>
      </p:sp>
      <p:sp>
        <p:nvSpPr>
          <p:cNvPr id="47" name="Label 39 k">
            <a:extLst>
              <a:ext uri="{FF2B5EF4-FFF2-40B4-BE49-F238E27FC236}">
                <a16:creationId xmlns:a16="http://schemas.microsoft.com/office/drawing/2014/main" id="{AB5C7A37-B931-4D58-A627-3B9B1C3AF003}"/>
              </a:ext>
            </a:extLst>
          </p:cNvPr>
          <p:cNvSpPr>
            <a:spLocks noGrp="1"/>
          </p:cNvSpPr>
          <p:nvPr/>
        </p:nvSpPr>
        <p:spPr>
          <a:xfrm>
            <a:off x="4357242" y="1045738"/>
            <a:ext cx="102786" cy="120662"/>
          </a:xfrm>
          <a:prstGeom prst="rect">
            <a:avLst/>
          </a:prstGeom>
          <a:noFill/>
          <a:ln w="0">
            <a:noFill/>
          </a:ln>
        </p:spPr>
        <p:txBody>
          <a:bodyPr wrap="none" lIns="0" tIns="0" rIns="0" bIns="0" anchor="ctr">
            <a:noAutofit/>
          </a:bodyPr>
          <a:lstStyle/>
          <a:p>
            <a:pPr algn="ctr">
              <a:defRPr sz="704" b="1">
                <a:solidFill>
                  <a:srgbClr val="2B887C"/>
                </a:solidFill>
                <a:latin typeface="Arial"/>
                <a:ea typeface="Arial"/>
                <a:cs typeface="Arial"/>
              </a:defRPr>
            </a:pPr>
            <a:r>
              <a:rPr sz="704" b="1">
                <a:solidFill>
                  <a:srgbClr val="2B887C"/>
                </a:solidFill>
                <a:latin typeface="Arial"/>
                <a:ea typeface="Arial"/>
                <a:cs typeface="Arial"/>
              </a:rPr>
              <a:t>k</a:t>
            </a:r>
          </a:p>
        </p:txBody>
      </p:sp>
      <p:sp>
        <p:nvSpPr>
          <p:cNvPr id="48" name="Label 40 K">
            <a:extLst>
              <a:ext uri="{FF2B5EF4-FFF2-40B4-BE49-F238E27FC236}">
                <a16:creationId xmlns:a16="http://schemas.microsoft.com/office/drawing/2014/main" id="{3E8349E8-4988-4DD3-9356-FF75012DC6E0}"/>
              </a:ext>
            </a:extLst>
          </p:cNvPr>
          <p:cNvSpPr>
            <a:spLocks noGrp="1"/>
          </p:cNvSpPr>
          <p:nvPr/>
        </p:nvSpPr>
        <p:spPr>
          <a:xfrm>
            <a:off x="4357242" y="1224497"/>
            <a:ext cx="102786" cy="120662"/>
          </a:xfrm>
          <a:prstGeom prst="rect">
            <a:avLst/>
          </a:prstGeom>
          <a:noFill/>
          <a:ln w="0">
            <a:noFill/>
          </a:ln>
        </p:spPr>
        <p:txBody>
          <a:bodyPr wrap="none" lIns="0" tIns="0" rIns="0" bIns="0" anchor="ctr">
            <a:noAutofit/>
          </a:bodyPr>
          <a:lstStyle/>
          <a:p>
            <a:pPr algn="ctr">
              <a:defRPr sz="633" b="0">
                <a:solidFill>
                  <a:srgbClr val="6F8290"/>
                </a:solidFill>
                <a:latin typeface="Arial"/>
                <a:ea typeface="Arial"/>
                <a:cs typeface="Arial"/>
              </a:defRPr>
            </a:pPr>
            <a:r>
              <a:rPr sz="633" b="0">
                <a:solidFill>
                  <a:srgbClr val="6F8290"/>
                </a:solidFill>
                <a:latin typeface="Arial"/>
                <a:ea typeface="Arial"/>
                <a:cs typeface="Arial"/>
              </a:rPr>
              <a:t>K</a:t>
            </a:r>
          </a:p>
        </p:txBody>
      </p:sp>
      <p:sp>
        <p:nvSpPr>
          <p:cNvPr id="49" name="Arrow 41">
            <a:extLst>
              <a:ext uri="{FF2B5EF4-FFF2-40B4-BE49-F238E27FC236}">
                <a16:creationId xmlns:a16="http://schemas.microsoft.com/office/drawing/2014/main" id="{0C375DD5-A23A-4B59-89B7-C12B2121373C}"/>
              </a:ext>
            </a:extLst>
          </p:cNvPr>
          <p:cNvSpPr>
            <a:spLocks noGrp="1"/>
          </p:cNvSpPr>
          <p:nvPr/>
        </p:nvSpPr>
        <p:spPr>
          <a:xfrm>
            <a:off x="3691366" y="1103835"/>
            <a:ext cx="612248" cy="397738"/>
          </a:xfrm>
          <a:custGeom>
            <a:avLst/>
            <a:gdLst/>
            <a:ahLst/>
            <a:cxnLst/>
            <a:rect l="0" t="0" r="0" b="0"/>
            <a:pathLst>
              <a:path w="1304925" h="847725">
                <a:moveTo>
                  <a:pt x="1304925" y="0"/>
                </a:moveTo>
                <a:lnTo>
                  <a:pt x="0" y="0"/>
                </a:lnTo>
                <a:lnTo>
                  <a:pt x="0" y="847725"/>
                </a:lnTo>
              </a:path>
            </a:pathLst>
          </a:custGeom>
          <a:noFill/>
          <a:ln w="7597">
            <a:solidFill>
              <a:srgbClr val="2B887C"/>
            </a:solidFill>
            <a:prstDash val="solid"/>
            <a:tailEnd type="triangle" w="sm" len="sm"/>
          </a:ln>
        </p:spPr>
      </p:sp>
      <p:sp>
        <p:nvSpPr>
          <p:cNvPr id="50" name="Label 42 RDKit">
            <a:extLst>
              <a:ext uri="{FF2B5EF4-FFF2-40B4-BE49-F238E27FC236}">
                <a16:creationId xmlns:a16="http://schemas.microsoft.com/office/drawing/2014/main" id="{6250A73B-5A02-4EC3-A4B1-095CE0FB7E53}"/>
              </a:ext>
            </a:extLst>
          </p:cNvPr>
          <p:cNvSpPr>
            <a:spLocks noGrp="1"/>
          </p:cNvSpPr>
          <p:nvPr/>
        </p:nvSpPr>
        <p:spPr>
          <a:xfrm>
            <a:off x="3765135" y="969779"/>
            <a:ext cx="366455" cy="120662"/>
          </a:xfrm>
          <a:prstGeom prst="rect">
            <a:avLst/>
          </a:prstGeom>
          <a:noFill/>
          <a:ln w="0">
            <a:noFill/>
          </a:ln>
        </p:spPr>
        <p:txBody>
          <a:bodyPr wrap="none" lIns="0" tIns="0" rIns="0" bIns="0" anchor="ctr">
            <a:noAutofit/>
          </a:bodyPr>
          <a:lstStyle/>
          <a:p>
            <a:pPr algn="ctr">
              <a:defRPr sz="704" b="0">
                <a:solidFill>
                  <a:srgbClr val="6F8290"/>
                </a:solidFill>
                <a:latin typeface="Arial"/>
                <a:ea typeface="Arial"/>
                <a:cs typeface="Arial"/>
              </a:defRPr>
            </a:pPr>
            <a:r>
              <a:rPr sz="704" b="0" dirty="0" err="1">
                <a:solidFill>
                  <a:srgbClr val="6F8290"/>
                </a:solidFill>
                <a:latin typeface="Arial"/>
                <a:ea typeface="Arial"/>
                <a:cs typeface="Arial"/>
              </a:rPr>
              <a:t>RDKit</a:t>
            </a:r>
            <a:endParaRPr sz="704" b="0" dirty="0">
              <a:solidFill>
                <a:srgbClr val="6F8290"/>
              </a:solidFill>
              <a:latin typeface="Arial"/>
              <a:ea typeface="Arial"/>
              <a:cs typeface="Arial"/>
            </a:endParaRPr>
          </a:p>
        </p:txBody>
      </p:sp>
      <p:sp>
        <p:nvSpPr>
          <p:cNvPr id="51" name="Arrow 43">
            <a:extLst>
              <a:ext uri="{FF2B5EF4-FFF2-40B4-BE49-F238E27FC236}">
                <a16:creationId xmlns:a16="http://schemas.microsoft.com/office/drawing/2014/main" id="{35CACF43-7234-4BFA-9D87-17AC2A8E505F}"/>
              </a:ext>
            </a:extLst>
          </p:cNvPr>
          <p:cNvSpPr>
            <a:spLocks noGrp="1"/>
          </p:cNvSpPr>
          <p:nvPr/>
        </p:nvSpPr>
        <p:spPr>
          <a:xfrm>
            <a:off x="4759449" y="1425600"/>
            <a:ext cx="45" cy="116193"/>
          </a:xfrm>
          <a:custGeom>
            <a:avLst/>
            <a:gdLst/>
            <a:ahLst/>
            <a:cxnLst/>
            <a:rect l="0" t="0" r="0" b="0"/>
            <a:pathLst>
              <a:path w="95" h="247650">
                <a:moveTo>
                  <a:pt x="0" y="0"/>
                </a:moveTo>
                <a:lnTo>
                  <a:pt x="0" y="247650"/>
                </a:lnTo>
              </a:path>
            </a:pathLst>
          </a:custGeom>
          <a:noFill/>
          <a:ln w="7597">
            <a:solidFill>
              <a:srgbClr val="2B887C"/>
            </a:solidFill>
            <a:prstDash val="solid"/>
            <a:tailEnd type="triangle" w="sm" len="sm"/>
          </a:ln>
        </p:spPr>
      </p:sp>
      <p:sp>
        <p:nvSpPr>
          <p:cNvPr id="52" name="Arrow 44">
            <a:extLst>
              <a:ext uri="{FF2B5EF4-FFF2-40B4-BE49-F238E27FC236}">
                <a16:creationId xmlns:a16="http://schemas.microsoft.com/office/drawing/2014/main" id="{56006A24-0552-4BCD-970C-7AD4BBD00EAF}"/>
              </a:ext>
            </a:extLst>
          </p:cNvPr>
          <p:cNvSpPr>
            <a:spLocks noGrp="1"/>
          </p:cNvSpPr>
          <p:nvPr/>
        </p:nvSpPr>
        <p:spPr>
          <a:xfrm>
            <a:off x="5219752" y="942952"/>
            <a:ext cx="522869" cy="598842"/>
          </a:xfrm>
          <a:custGeom>
            <a:avLst/>
            <a:gdLst/>
            <a:ahLst/>
            <a:cxnLst/>
            <a:rect l="0" t="0" r="0" b="0"/>
            <a:pathLst>
              <a:path w="1114425" h="1276350">
                <a:moveTo>
                  <a:pt x="0" y="0"/>
                </a:moveTo>
                <a:lnTo>
                  <a:pt x="1114425" y="0"/>
                </a:lnTo>
                <a:lnTo>
                  <a:pt x="1114425" y="1276350"/>
                </a:lnTo>
              </a:path>
            </a:pathLst>
          </a:custGeom>
          <a:noFill/>
          <a:ln w="7597">
            <a:solidFill>
              <a:srgbClr val="2B887C"/>
            </a:solidFill>
            <a:prstDash val="solid"/>
            <a:tailEnd type="triangle" w="sm" len="sm"/>
          </a:ln>
        </p:spPr>
      </p:sp>
      <p:sp>
        <p:nvSpPr>
          <p:cNvPr id="53" name="Line 45">
            <a:extLst>
              <a:ext uri="{FF2B5EF4-FFF2-40B4-BE49-F238E27FC236}">
                <a16:creationId xmlns:a16="http://schemas.microsoft.com/office/drawing/2014/main" id="{B240FC1B-C522-4DAB-9FE0-8C4E4C7E914E}"/>
              </a:ext>
            </a:extLst>
          </p:cNvPr>
          <p:cNvSpPr>
            <a:spLocks noGrp="1"/>
          </p:cNvSpPr>
          <p:nvPr/>
        </p:nvSpPr>
        <p:spPr>
          <a:xfrm>
            <a:off x="5219752" y="1291531"/>
            <a:ext cx="522869" cy="45"/>
          </a:xfrm>
          <a:custGeom>
            <a:avLst/>
            <a:gdLst/>
            <a:ahLst/>
            <a:cxnLst/>
            <a:rect l="0" t="0" r="0" b="0"/>
            <a:pathLst>
              <a:path w="1114425" h="95">
                <a:moveTo>
                  <a:pt x="0" y="0"/>
                </a:moveTo>
                <a:lnTo>
                  <a:pt x="1114425" y="0"/>
                </a:lnTo>
              </a:path>
            </a:pathLst>
          </a:custGeom>
          <a:noFill/>
          <a:ln w="7597">
            <a:solidFill>
              <a:srgbClr val="2B887C"/>
            </a:solidFill>
            <a:prstDash val="solid"/>
          </a:ln>
        </p:spPr>
      </p:sp>
      <p:sp>
        <p:nvSpPr>
          <p:cNvPr id="54" name="Label 46 Other identities">
            <a:extLst>
              <a:ext uri="{FF2B5EF4-FFF2-40B4-BE49-F238E27FC236}">
                <a16:creationId xmlns:a16="http://schemas.microsoft.com/office/drawing/2014/main" id="{9E964C49-4898-4CA8-B6A7-FA346BD43D9C}"/>
              </a:ext>
            </a:extLst>
          </p:cNvPr>
          <p:cNvSpPr>
            <a:spLocks noGrp="1"/>
          </p:cNvSpPr>
          <p:nvPr/>
        </p:nvSpPr>
        <p:spPr>
          <a:xfrm>
            <a:off x="5309132" y="1376486"/>
            <a:ext cx="835697" cy="116193"/>
          </a:xfrm>
          <a:prstGeom prst="rect">
            <a:avLst/>
          </a:prstGeom>
          <a:noFill/>
          <a:ln w="0">
            <a:noFill/>
          </a:ln>
        </p:spPr>
        <p:txBody>
          <a:bodyPr wrap="none" lIns="0" tIns="0" rIns="0" bIns="0" anchor="ctr">
            <a:noAutofit/>
          </a:bodyPr>
          <a:lstStyle/>
          <a:p>
            <a:pPr algn="ctr">
              <a:defRPr sz="669" b="0">
                <a:solidFill>
                  <a:srgbClr val="6F8290"/>
                </a:solidFill>
                <a:latin typeface="Arial"/>
                <a:ea typeface="Arial"/>
                <a:cs typeface="Arial"/>
              </a:defRPr>
            </a:pPr>
            <a:r>
              <a:rPr sz="669" b="0" dirty="0">
                <a:solidFill>
                  <a:srgbClr val="6F8290"/>
                </a:solidFill>
                <a:latin typeface="Arial"/>
                <a:ea typeface="Arial"/>
                <a:cs typeface="Arial"/>
              </a:rPr>
              <a:t>Other identities</a:t>
            </a:r>
          </a:p>
        </p:txBody>
      </p:sp>
      <p:sp>
        <p:nvSpPr>
          <p:cNvPr id="55" name="Label 47 Own graph">
            <a:extLst>
              <a:ext uri="{FF2B5EF4-FFF2-40B4-BE49-F238E27FC236}">
                <a16:creationId xmlns:a16="http://schemas.microsoft.com/office/drawing/2014/main" id="{1D498DF3-D67F-46B8-BE40-A5A24D502DB7}"/>
              </a:ext>
            </a:extLst>
          </p:cNvPr>
          <p:cNvSpPr>
            <a:spLocks noGrp="1"/>
          </p:cNvSpPr>
          <p:nvPr/>
        </p:nvSpPr>
        <p:spPr>
          <a:xfrm>
            <a:off x="3360663" y="1850152"/>
            <a:ext cx="665876" cy="129600"/>
          </a:xfrm>
          <a:prstGeom prst="rect">
            <a:avLst/>
          </a:prstGeom>
          <a:noFill/>
          <a:ln w="0">
            <a:noFill/>
          </a:ln>
        </p:spPr>
        <p:txBody>
          <a:bodyPr wrap="none" lIns="0" tIns="0" rIns="0" bIns="0" anchor="ctr">
            <a:noAutofit/>
          </a:bodyPr>
          <a:lstStyle/>
          <a:p>
            <a:pPr algn="ctr">
              <a:defRPr sz="739" b="0">
                <a:solidFill>
                  <a:srgbClr val="6F8290"/>
                </a:solidFill>
                <a:latin typeface="Arial"/>
                <a:ea typeface="Arial"/>
                <a:cs typeface="Arial"/>
              </a:defRPr>
            </a:pPr>
            <a:r>
              <a:rPr sz="739" b="0">
                <a:solidFill>
                  <a:srgbClr val="6F8290"/>
                </a:solidFill>
                <a:latin typeface="Arial"/>
                <a:ea typeface="Arial"/>
                <a:cs typeface="Arial"/>
              </a:rPr>
              <a:t>Own graph</a:t>
            </a:r>
          </a:p>
        </p:txBody>
      </p:sp>
      <p:sp>
        <p:nvSpPr>
          <p:cNvPr id="56" name="Operator SMI-TED">
            <a:extLst>
              <a:ext uri="{FF2B5EF4-FFF2-40B4-BE49-F238E27FC236}">
                <a16:creationId xmlns:a16="http://schemas.microsoft.com/office/drawing/2014/main" id="{607A81FD-97F0-4D5B-A0F7-A05230837CAF}"/>
              </a:ext>
            </a:extLst>
          </p:cNvPr>
          <p:cNvSpPr>
            <a:spLocks noGrp="1"/>
          </p:cNvSpPr>
          <p:nvPr/>
        </p:nvSpPr>
        <p:spPr>
          <a:xfrm>
            <a:off x="4406401" y="1582014"/>
            <a:ext cx="706097" cy="218979"/>
          </a:xfrm>
          <a:prstGeom prst="roundRect">
            <a:avLst>
              <a:gd name="adj" fmla="val 14286"/>
            </a:avLst>
          </a:prstGeom>
          <a:solidFill>
            <a:srgbClr val="FFFFFF"/>
          </a:solidFill>
          <a:ln w="7150">
            <a:solidFill>
              <a:srgbClr val="2B887C"/>
            </a:solidFill>
          </a:ln>
        </p:spPr>
        <p:txBody>
          <a:bodyPr wrap="none" lIns="28575" tIns="9525" rIns="28575" bIns="9525" anchor="ctr">
            <a:noAutofit/>
          </a:bodyPr>
          <a:lstStyle/>
          <a:p>
            <a:pPr algn="ctr">
              <a:defRPr sz="809" b="1">
                <a:solidFill>
                  <a:srgbClr val="2B887C"/>
                </a:solidFill>
                <a:latin typeface="Arial"/>
                <a:ea typeface="Arial"/>
                <a:cs typeface="Arial"/>
              </a:defRPr>
            </a:pPr>
            <a:r>
              <a:rPr sz="809" b="1">
                <a:solidFill>
                  <a:srgbClr val="2B887C"/>
                </a:solidFill>
                <a:latin typeface="Arial"/>
                <a:ea typeface="Arial"/>
                <a:cs typeface="Arial"/>
              </a:rPr>
              <a:t>SMI-TED</a:t>
            </a:r>
          </a:p>
        </p:txBody>
      </p:sp>
      <p:sp>
        <p:nvSpPr>
          <p:cNvPr id="57" name="Label 48 + linear">
            <a:extLst>
              <a:ext uri="{FF2B5EF4-FFF2-40B4-BE49-F238E27FC236}">
                <a16:creationId xmlns:a16="http://schemas.microsoft.com/office/drawing/2014/main" id="{15EB0FB3-2930-4A2C-837D-543192F1AA72}"/>
              </a:ext>
            </a:extLst>
          </p:cNvPr>
          <p:cNvSpPr>
            <a:spLocks noGrp="1"/>
          </p:cNvSpPr>
          <p:nvPr/>
        </p:nvSpPr>
        <p:spPr>
          <a:xfrm>
            <a:off x="4468966" y="1850152"/>
            <a:ext cx="580966" cy="125131"/>
          </a:xfrm>
          <a:prstGeom prst="rect">
            <a:avLst/>
          </a:prstGeom>
          <a:noFill/>
          <a:ln w="0">
            <a:noFill/>
          </a:ln>
        </p:spPr>
        <p:txBody>
          <a:bodyPr wrap="none" lIns="0" tIns="0" rIns="0" bIns="0" anchor="ctr">
            <a:noAutofit/>
          </a:bodyPr>
          <a:lstStyle/>
          <a:p>
            <a:pPr algn="ctr">
              <a:defRPr sz="704" b="0">
                <a:solidFill>
                  <a:srgbClr val="6F8290"/>
                </a:solidFill>
                <a:latin typeface="Arial"/>
                <a:ea typeface="Arial"/>
                <a:cs typeface="Arial"/>
              </a:defRPr>
            </a:pPr>
            <a:r>
              <a:rPr sz="704" b="0">
                <a:solidFill>
                  <a:srgbClr val="6F8290"/>
                </a:solidFill>
                <a:latin typeface="Arial"/>
                <a:ea typeface="Arial"/>
                <a:cs typeface="Arial"/>
              </a:rPr>
              <a:t>+ linear</a:t>
            </a:r>
          </a:p>
        </p:txBody>
      </p:sp>
      <p:sp>
        <p:nvSpPr>
          <p:cNvPr id="58" name="Operator SMI-TED">
            <a:extLst>
              <a:ext uri="{FF2B5EF4-FFF2-40B4-BE49-F238E27FC236}">
                <a16:creationId xmlns:a16="http://schemas.microsoft.com/office/drawing/2014/main" id="{CAD70239-59B0-4E95-A32B-A54FDD3334F6}"/>
              </a:ext>
            </a:extLst>
          </p:cNvPr>
          <p:cNvSpPr>
            <a:spLocks noGrp="1"/>
          </p:cNvSpPr>
          <p:nvPr/>
        </p:nvSpPr>
        <p:spPr>
          <a:xfrm>
            <a:off x="5389573" y="1582014"/>
            <a:ext cx="706097" cy="218979"/>
          </a:xfrm>
          <a:prstGeom prst="roundRect">
            <a:avLst>
              <a:gd name="adj" fmla="val 14286"/>
            </a:avLst>
          </a:prstGeom>
          <a:solidFill>
            <a:srgbClr val="FFFFFF"/>
          </a:solidFill>
          <a:ln w="7150">
            <a:solidFill>
              <a:srgbClr val="2B887C"/>
            </a:solidFill>
          </a:ln>
        </p:spPr>
        <p:txBody>
          <a:bodyPr wrap="none" lIns="28575" tIns="9525" rIns="28575" bIns="9525" anchor="ctr">
            <a:noAutofit/>
          </a:bodyPr>
          <a:lstStyle/>
          <a:p>
            <a:pPr algn="ctr">
              <a:defRPr sz="809" b="1">
                <a:solidFill>
                  <a:srgbClr val="2B887C"/>
                </a:solidFill>
                <a:latin typeface="Arial"/>
                <a:ea typeface="Arial"/>
                <a:cs typeface="Arial"/>
              </a:defRPr>
            </a:pPr>
            <a:r>
              <a:rPr sz="809" b="1">
                <a:solidFill>
                  <a:srgbClr val="2B887C"/>
                </a:solidFill>
                <a:latin typeface="Arial"/>
                <a:ea typeface="Arial"/>
                <a:cs typeface="Arial"/>
              </a:rPr>
              <a:t>SMI-TED</a:t>
            </a:r>
          </a:p>
        </p:txBody>
      </p:sp>
      <p:sp>
        <p:nvSpPr>
          <p:cNvPr id="59" name="Label 49 + linear">
            <a:extLst>
              <a:ext uri="{FF2B5EF4-FFF2-40B4-BE49-F238E27FC236}">
                <a16:creationId xmlns:a16="http://schemas.microsoft.com/office/drawing/2014/main" id="{172799A6-BADE-4691-8DA8-E7721FF3B01B}"/>
              </a:ext>
            </a:extLst>
          </p:cNvPr>
          <p:cNvSpPr>
            <a:spLocks noGrp="1"/>
          </p:cNvSpPr>
          <p:nvPr/>
        </p:nvSpPr>
        <p:spPr>
          <a:xfrm>
            <a:off x="5452139" y="1850152"/>
            <a:ext cx="580966" cy="125131"/>
          </a:xfrm>
          <a:prstGeom prst="rect">
            <a:avLst/>
          </a:prstGeom>
          <a:noFill/>
          <a:ln w="0">
            <a:noFill/>
          </a:ln>
        </p:spPr>
        <p:txBody>
          <a:bodyPr wrap="none" lIns="0" tIns="0" rIns="0" bIns="0" anchor="ctr">
            <a:noAutofit/>
          </a:bodyPr>
          <a:lstStyle/>
          <a:p>
            <a:pPr algn="ctr">
              <a:defRPr sz="704" b="0">
                <a:solidFill>
                  <a:srgbClr val="6F8290"/>
                </a:solidFill>
                <a:latin typeface="Arial"/>
                <a:ea typeface="Arial"/>
                <a:cs typeface="Arial"/>
              </a:defRPr>
            </a:pPr>
            <a:r>
              <a:rPr sz="704" b="0">
                <a:solidFill>
                  <a:srgbClr val="6F8290"/>
                </a:solidFill>
                <a:latin typeface="Arial"/>
                <a:ea typeface="Arial"/>
                <a:cs typeface="Arial"/>
              </a:rPr>
              <a:t>+ linear</a:t>
            </a:r>
          </a:p>
        </p:txBody>
      </p:sp>
      <p:sp>
        <p:nvSpPr>
          <p:cNvPr id="60" name="Arrow 50">
            <a:extLst>
              <a:ext uri="{FF2B5EF4-FFF2-40B4-BE49-F238E27FC236}">
                <a16:creationId xmlns:a16="http://schemas.microsoft.com/office/drawing/2014/main" id="{B93D70FA-AD33-4305-9EAA-2AAEE17F3194}"/>
              </a:ext>
            </a:extLst>
          </p:cNvPr>
          <p:cNvSpPr>
            <a:spLocks noGrp="1"/>
          </p:cNvSpPr>
          <p:nvPr/>
        </p:nvSpPr>
        <p:spPr>
          <a:xfrm>
            <a:off x="3691366" y="1988690"/>
            <a:ext cx="45" cy="89379"/>
          </a:xfrm>
          <a:custGeom>
            <a:avLst/>
            <a:gdLst/>
            <a:ahLst/>
            <a:cxnLst/>
            <a:rect l="0" t="0" r="0" b="0"/>
            <a:pathLst>
              <a:path w="95" h="190500">
                <a:moveTo>
                  <a:pt x="0" y="0"/>
                </a:moveTo>
                <a:lnTo>
                  <a:pt x="0" y="190500"/>
                </a:lnTo>
              </a:path>
            </a:pathLst>
          </a:custGeom>
          <a:noFill/>
          <a:ln w="7597">
            <a:solidFill>
              <a:srgbClr val="2B887C"/>
            </a:solidFill>
            <a:prstDash val="solid"/>
            <a:tailEnd type="triangle" w="sm" len="sm"/>
          </a:ln>
        </p:spPr>
      </p:sp>
      <p:sp>
        <p:nvSpPr>
          <p:cNvPr id="61" name="Operator GNN">
            <a:extLst>
              <a:ext uri="{FF2B5EF4-FFF2-40B4-BE49-F238E27FC236}">
                <a16:creationId xmlns:a16="http://schemas.microsoft.com/office/drawing/2014/main" id="{DBA92EE6-034E-4CB7-83CA-D120E9FF7DDA}"/>
              </a:ext>
            </a:extLst>
          </p:cNvPr>
          <p:cNvSpPr>
            <a:spLocks noGrp="1"/>
          </p:cNvSpPr>
          <p:nvPr/>
        </p:nvSpPr>
        <p:spPr>
          <a:xfrm>
            <a:off x="3418759" y="2118290"/>
            <a:ext cx="545214" cy="192166"/>
          </a:xfrm>
          <a:prstGeom prst="roundRect">
            <a:avLst>
              <a:gd name="adj" fmla="val 16279"/>
            </a:avLst>
          </a:prstGeom>
          <a:solidFill>
            <a:srgbClr val="FFFFFF"/>
          </a:solidFill>
          <a:ln w="7150">
            <a:solidFill>
              <a:srgbClr val="2B887C"/>
            </a:solidFill>
          </a:ln>
        </p:spPr>
        <p:txBody>
          <a:bodyPr wrap="none" lIns="28575" tIns="9525" rIns="28575" bIns="9525" anchor="ctr">
            <a:noAutofit/>
          </a:bodyPr>
          <a:lstStyle/>
          <a:p>
            <a:pPr algn="ctr">
              <a:defRPr sz="809" b="1">
                <a:solidFill>
                  <a:srgbClr val="2B887C"/>
                </a:solidFill>
                <a:latin typeface="Arial"/>
                <a:ea typeface="Arial"/>
                <a:cs typeface="Arial"/>
              </a:defRPr>
            </a:pPr>
            <a:r>
              <a:rPr sz="809" b="1">
                <a:solidFill>
                  <a:srgbClr val="2B887C"/>
                </a:solidFill>
                <a:latin typeface="Arial"/>
                <a:ea typeface="Arial"/>
                <a:cs typeface="Arial"/>
              </a:rPr>
              <a:t>GNN</a:t>
            </a:r>
          </a:p>
        </p:txBody>
      </p:sp>
      <p:sp>
        <p:nvSpPr>
          <p:cNvPr id="62" name="Arrow 51">
            <a:extLst>
              <a:ext uri="{FF2B5EF4-FFF2-40B4-BE49-F238E27FC236}">
                <a16:creationId xmlns:a16="http://schemas.microsoft.com/office/drawing/2014/main" id="{643C4234-FD5F-4CF7-8AA2-8C08232E8757}"/>
              </a:ext>
            </a:extLst>
          </p:cNvPr>
          <p:cNvSpPr>
            <a:spLocks noGrp="1"/>
          </p:cNvSpPr>
          <p:nvPr/>
        </p:nvSpPr>
        <p:spPr>
          <a:xfrm>
            <a:off x="3691366" y="2310456"/>
            <a:ext cx="45" cy="138538"/>
          </a:xfrm>
          <a:custGeom>
            <a:avLst/>
            <a:gdLst/>
            <a:ahLst/>
            <a:cxnLst/>
            <a:rect l="0" t="0" r="0" b="0"/>
            <a:pathLst>
              <a:path w="95" h="295275">
                <a:moveTo>
                  <a:pt x="0" y="0"/>
                </a:moveTo>
                <a:lnTo>
                  <a:pt x="0" y="295275"/>
                </a:lnTo>
              </a:path>
            </a:pathLst>
          </a:custGeom>
          <a:noFill/>
          <a:ln w="7597">
            <a:solidFill>
              <a:srgbClr val="2B887C"/>
            </a:solidFill>
            <a:prstDash val="solid"/>
            <a:tailEnd type="triangle" w="sm" len="sm"/>
          </a:ln>
        </p:spPr>
      </p:sp>
      <p:sp>
        <p:nvSpPr>
          <p:cNvPr id="63" name="Label 52 K, V">
            <a:extLst>
              <a:ext uri="{FF2B5EF4-FFF2-40B4-BE49-F238E27FC236}">
                <a16:creationId xmlns:a16="http://schemas.microsoft.com/office/drawing/2014/main" id="{BABFD331-97C1-4BB4-A3F0-2D5B20790DDC}"/>
              </a:ext>
            </a:extLst>
          </p:cNvPr>
          <p:cNvSpPr>
            <a:spLocks noGrp="1"/>
          </p:cNvSpPr>
          <p:nvPr/>
        </p:nvSpPr>
        <p:spPr>
          <a:xfrm>
            <a:off x="3740525" y="2332801"/>
            <a:ext cx="268138" cy="116193"/>
          </a:xfrm>
          <a:prstGeom prst="rect">
            <a:avLst/>
          </a:prstGeom>
          <a:noFill/>
          <a:ln w="0">
            <a:noFill/>
          </a:ln>
        </p:spPr>
        <p:txBody>
          <a:bodyPr wrap="none" lIns="0" tIns="0" rIns="0" bIns="0" anchor="ctr">
            <a:noAutofit/>
          </a:bodyPr>
          <a:lstStyle/>
          <a:p>
            <a:pPr algn="ctr">
              <a:defRPr sz="669" b="0">
                <a:solidFill>
                  <a:srgbClr val="2B887C"/>
                </a:solidFill>
                <a:latin typeface="Arial"/>
                <a:ea typeface="Arial"/>
                <a:cs typeface="Arial"/>
              </a:defRPr>
            </a:pPr>
            <a:r>
              <a:rPr sz="669" b="0">
                <a:solidFill>
                  <a:srgbClr val="2B887C"/>
                </a:solidFill>
                <a:latin typeface="Arial"/>
                <a:ea typeface="Arial"/>
                <a:cs typeface="Arial"/>
              </a:rPr>
              <a:t>K, V</a:t>
            </a:r>
          </a:p>
        </p:txBody>
      </p:sp>
      <p:sp>
        <p:nvSpPr>
          <p:cNvPr id="64" name="Arrow 53">
            <a:extLst>
              <a:ext uri="{FF2B5EF4-FFF2-40B4-BE49-F238E27FC236}">
                <a16:creationId xmlns:a16="http://schemas.microsoft.com/office/drawing/2014/main" id="{027C672A-0196-4A85-99FA-8A6D5E9E23A6}"/>
              </a:ext>
            </a:extLst>
          </p:cNvPr>
          <p:cNvSpPr>
            <a:spLocks noGrp="1"/>
          </p:cNvSpPr>
          <p:nvPr/>
        </p:nvSpPr>
        <p:spPr>
          <a:xfrm>
            <a:off x="4759449" y="1988690"/>
            <a:ext cx="45" cy="531807"/>
          </a:xfrm>
          <a:custGeom>
            <a:avLst/>
            <a:gdLst/>
            <a:ahLst/>
            <a:cxnLst/>
            <a:rect l="0" t="0" r="0" b="0"/>
            <a:pathLst>
              <a:path w="95" h="1133475">
                <a:moveTo>
                  <a:pt x="0" y="0"/>
                </a:moveTo>
                <a:lnTo>
                  <a:pt x="0" y="1133475"/>
                </a:lnTo>
              </a:path>
            </a:pathLst>
          </a:custGeom>
          <a:noFill/>
          <a:ln w="7597">
            <a:solidFill>
              <a:srgbClr val="2B887C"/>
            </a:solidFill>
            <a:prstDash val="solid"/>
            <a:tailEnd type="triangle" w="sm" len="sm"/>
          </a:ln>
        </p:spPr>
      </p:sp>
      <p:sp>
        <p:nvSpPr>
          <p:cNvPr id="65" name="Arrow 54">
            <a:extLst>
              <a:ext uri="{FF2B5EF4-FFF2-40B4-BE49-F238E27FC236}">
                <a16:creationId xmlns:a16="http://schemas.microsoft.com/office/drawing/2014/main" id="{7997BFC6-A4FF-4E74-93B6-80DB6CB140A1}"/>
              </a:ext>
            </a:extLst>
          </p:cNvPr>
          <p:cNvSpPr>
            <a:spLocks noGrp="1"/>
          </p:cNvSpPr>
          <p:nvPr/>
        </p:nvSpPr>
        <p:spPr>
          <a:xfrm>
            <a:off x="5742621" y="1988690"/>
            <a:ext cx="45" cy="75972"/>
          </a:xfrm>
          <a:custGeom>
            <a:avLst/>
            <a:gdLst/>
            <a:ahLst/>
            <a:cxnLst/>
            <a:rect l="0" t="0" r="0" b="0"/>
            <a:pathLst>
              <a:path w="95" h="161925">
                <a:moveTo>
                  <a:pt x="0" y="0"/>
                </a:moveTo>
                <a:lnTo>
                  <a:pt x="0" y="161925"/>
                </a:lnTo>
              </a:path>
            </a:pathLst>
          </a:custGeom>
          <a:noFill/>
          <a:ln w="7597">
            <a:solidFill>
              <a:srgbClr val="2B887C"/>
            </a:solidFill>
            <a:prstDash val="solid"/>
            <a:tailEnd type="triangle" w="sm" len="sm"/>
          </a:ln>
        </p:spPr>
      </p:sp>
      <p:sp>
        <p:nvSpPr>
          <p:cNvPr id="66" name="Arrow 55">
            <a:extLst>
              <a:ext uri="{FF2B5EF4-FFF2-40B4-BE49-F238E27FC236}">
                <a16:creationId xmlns:a16="http://schemas.microsoft.com/office/drawing/2014/main" id="{8829FD0F-CABF-4D33-83FE-6C872A520064}"/>
              </a:ext>
            </a:extLst>
          </p:cNvPr>
          <p:cNvSpPr>
            <a:spLocks noGrp="1"/>
          </p:cNvSpPr>
          <p:nvPr/>
        </p:nvSpPr>
        <p:spPr>
          <a:xfrm>
            <a:off x="5742621" y="2305987"/>
            <a:ext cx="45" cy="143007"/>
          </a:xfrm>
          <a:custGeom>
            <a:avLst/>
            <a:gdLst/>
            <a:ahLst/>
            <a:cxnLst/>
            <a:rect l="0" t="0" r="0" b="0"/>
            <a:pathLst>
              <a:path w="95" h="304800">
                <a:moveTo>
                  <a:pt x="0" y="0"/>
                </a:moveTo>
                <a:lnTo>
                  <a:pt x="0" y="304800"/>
                </a:lnTo>
              </a:path>
            </a:pathLst>
          </a:custGeom>
          <a:noFill/>
          <a:ln w="7597">
            <a:solidFill>
              <a:srgbClr val="2B887C"/>
            </a:solidFill>
            <a:prstDash val="solid"/>
            <a:tailEnd type="triangle" w="sm" len="sm"/>
          </a:ln>
        </p:spPr>
      </p:sp>
      <p:sp>
        <p:nvSpPr>
          <p:cNvPr id="67" name="Label 56 K, V">
            <a:extLst>
              <a:ext uri="{FF2B5EF4-FFF2-40B4-BE49-F238E27FC236}">
                <a16:creationId xmlns:a16="http://schemas.microsoft.com/office/drawing/2014/main" id="{8F7DA7EA-B3ED-4D09-9DD5-43C1D8E79A2B}"/>
              </a:ext>
            </a:extLst>
          </p:cNvPr>
          <p:cNvSpPr>
            <a:spLocks noGrp="1"/>
          </p:cNvSpPr>
          <p:nvPr/>
        </p:nvSpPr>
        <p:spPr>
          <a:xfrm>
            <a:off x="5791780" y="2332801"/>
            <a:ext cx="268138" cy="116193"/>
          </a:xfrm>
          <a:prstGeom prst="rect">
            <a:avLst/>
          </a:prstGeom>
          <a:noFill/>
          <a:ln w="0">
            <a:noFill/>
          </a:ln>
        </p:spPr>
        <p:txBody>
          <a:bodyPr wrap="none" lIns="0" tIns="0" rIns="0" bIns="0" anchor="ctr">
            <a:noAutofit/>
          </a:bodyPr>
          <a:lstStyle/>
          <a:p>
            <a:pPr algn="ctr">
              <a:defRPr sz="669" b="0">
                <a:solidFill>
                  <a:srgbClr val="2B887C"/>
                </a:solidFill>
                <a:latin typeface="Arial"/>
                <a:ea typeface="Arial"/>
                <a:cs typeface="Arial"/>
              </a:defRPr>
            </a:pPr>
            <a:r>
              <a:rPr sz="669" b="0">
                <a:solidFill>
                  <a:srgbClr val="2B887C"/>
                </a:solidFill>
                <a:latin typeface="Arial"/>
                <a:ea typeface="Arial"/>
                <a:cs typeface="Arial"/>
              </a:rPr>
              <a:t>K, V</a:t>
            </a:r>
          </a:p>
        </p:txBody>
      </p:sp>
      <p:sp>
        <p:nvSpPr>
          <p:cNvPr id="68" name="Operator Graph attention">
            <a:extLst>
              <a:ext uri="{FF2B5EF4-FFF2-40B4-BE49-F238E27FC236}">
                <a16:creationId xmlns:a16="http://schemas.microsoft.com/office/drawing/2014/main" id="{3216FE79-16E8-44F5-81F0-646D96812A65}"/>
              </a:ext>
            </a:extLst>
          </p:cNvPr>
          <p:cNvSpPr>
            <a:spLocks noGrp="1"/>
          </p:cNvSpPr>
          <p:nvPr/>
        </p:nvSpPr>
        <p:spPr>
          <a:xfrm>
            <a:off x="3293628" y="2498152"/>
            <a:ext cx="799945" cy="218979"/>
          </a:xfrm>
          <a:prstGeom prst="roundRect">
            <a:avLst>
              <a:gd name="adj" fmla="val 14286"/>
            </a:avLst>
          </a:prstGeom>
          <a:solidFill>
            <a:srgbClr val="FFFFFF"/>
          </a:solidFill>
          <a:ln w="7150">
            <a:solidFill>
              <a:srgbClr val="2B887C"/>
            </a:solidFill>
          </a:ln>
        </p:spPr>
        <p:txBody>
          <a:bodyPr wrap="none" lIns="28575" tIns="9525" rIns="28575" bIns="9525" anchor="ctr">
            <a:noAutofit/>
          </a:bodyPr>
          <a:lstStyle/>
          <a:p>
            <a:pPr algn="ctr">
              <a:defRPr sz="739" b="1">
                <a:solidFill>
                  <a:srgbClr val="2B887C"/>
                </a:solidFill>
                <a:latin typeface="Arial"/>
                <a:ea typeface="Arial"/>
                <a:cs typeface="Arial"/>
              </a:defRPr>
            </a:pPr>
            <a:r>
              <a:rPr sz="739" b="1">
                <a:solidFill>
                  <a:srgbClr val="2B887C"/>
                </a:solidFill>
                <a:latin typeface="Arial"/>
                <a:ea typeface="Arial"/>
                <a:cs typeface="Arial"/>
              </a:rPr>
              <a:t>Graph attention</a:t>
            </a:r>
          </a:p>
        </p:txBody>
      </p:sp>
      <p:sp>
        <p:nvSpPr>
          <p:cNvPr id="69" name="Operator Context attention">
            <a:extLst>
              <a:ext uri="{FF2B5EF4-FFF2-40B4-BE49-F238E27FC236}">
                <a16:creationId xmlns:a16="http://schemas.microsoft.com/office/drawing/2014/main" id="{02D276D3-75D2-4B66-BC4E-FDA5E6A6B47C}"/>
              </a:ext>
            </a:extLst>
          </p:cNvPr>
          <p:cNvSpPr>
            <a:spLocks noGrp="1"/>
          </p:cNvSpPr>
          <p:nvPr/>
        </p:nvSpPr>
        <p:spPr>
          <a:xfrm>
            <a:off x="5309132" y="2498152"/>
            <a:ext cx="871448" cy="218979"/>
          </a:xfrm>
          <a:prstGeom prst="roundRect">
            <a:avLst>
              <a:gd name="adj" fmla="val 14286"/>
            </a:avLst>
          </a:prstGeom>
          <a:solidFill>
            <a:srgbClr val="FFFFFF"/>
          </a:solidFill>
          <a:ln w="7150">
            <a:solidFill>
              <a:srgbClr val="2B887C"/>
            </a:solidFill>
          </a:ln>
        </p:spPr>
        <p:txBody>
          <a:bodyPr wrap="none" lIns="28575" tIns="9525" rIns="28575" bIns="9525" anchor="ctr">
            <a:noAutofit/>
          </a:bodyPr>
          <a:lstStyle/>
          <a:p>
            <a:pPr algn="ctr">
              <a:defRPr sz="739" b="1">
                <a:solidFill>
                  <a:srgbClr val="2B887C"/>
                </a:solidFill>
                <a:latin typeface="Arial"/>
                <a:ea typeface="Arial"/>
                <a:cs typeface="Arial"/>
              </a:defRPr>
            </a:pPr>
            <a:r>
              <a:rPr sz="739" b="1">
                <a:solidFill>
                  <a:srgbClr val="2B887C"/>
                </a:solidFill>
                <a:latin typeface="Arial"/>
                <a:ea typeface="Arial"/>
                <a:cs typeface="Arial"/>
              </a:rPr>
              <a:t>Context attention</a:t>
            </a:r>
          </a:p>
        </p:txBody>
      </p:sp>
      <p:sp>
        <p:nvSpPr>
          <p:cNvPr id="70" name="Operator ">
            <a:extLst>
              <a:ext uri="{FF2B5EF4-FFF2-40B4-BE49-F238E27FC236}">
                <a16:creationId xmlns:a16="http://schemas.microsoft.com/office/drawing/2014/main" id="{B7A2720F-EA99-44E9-A13E-A834420A1688}"/>
              </a:ext>
            </a:extLst>
          </p:cNvPr>
          <p:cNvSpPr>
            <a:spLocks noGrp="1"/>
          </p:cNvSpPr>
          <p:nvPr/>
        </p:nvSpPr>
        <p:spPr>
          <a:xfrm>
            <a:off x="4464497" y="2538373"/>
            <a:ext cx="589903" cy="143007"/>
          </a:xfrm>
          <a:prstGeom prst="roundRect">
            <a:avLst>
              <a:gd name="adj" fmla="val 21875"/>
            </a:avLst>
          </a:prstGeom>
          <a:solidFill>
            <a:srgbClr val="F7FBF8"/>
          </a:solidFill>
          <a:ln w="7150">
            <a:solidFill>
              <a:srgbClr val="8AB9AB"/>
            </a:solidFill>
          </a:ln>
        </p:spPr>
      </p:sp>
      <p:sp>
        <p:nvSpPr>
          <p:cNvPr id="71" name="Arrow 57">
            <a:extLst>
              <a:ext uri="{FF2B5EF4-FFF2-40B4-BE49-F238E27FC236}">
                <a16:creationId xmlns:a16="http://schemas.microsoft.com/office/drawing/2014/main" id="{13FFB320-0052-438C-A604-FFBA0ADA6389}"/>
              </a:ext>
            </a:extLst>
          </p:cNvPr>
          <p:cNvSpPr>
            <a:spLocks noGrp="1"/>
          </p:cNvSpPr>
          <p:nvPr/>
        </p:nvSpPr>
        <p:spPr>
          <a:xfrm>
            <a:off x="4138263" y="2609876"/>
            <a:ext cx="330703" cy="45"/>
          </a:xfrm>
          <a:custGeom>
            <a:avLst/>
            <a:gdLst/>
            <a:ahLst/>
            <a:cxnLst/>
            <a:rect l="0" t="0" r="0" b="0"/>
            <a:pathLst>
              <a:path w="704850" h="95">
                <a:moveTo>
                  <a:pt x="704850" y="0"/>
                </a:moveTo>
                <a:lnTo>
                  <a:pt x="0" y="0"/>
                </a:lnTo>
              </a:path>
            </a:pathLst>
          </a:custGeom>
          <a:noFill/>
          <a:ln w="7597">
            <a:solidFill>
              <a:srgbClr val="397FA6"/>
            </a:solidFill>
            <a:prstDash val="solid"/>
            <a:tailEnd type="triangle" w="sm" len="sm"/>
          </a:ln>
        </p:spPr>
      </p:sp>
      <p:sp>
        <p:nvSpPr>
          <p:cNvPr id="72" name="Arrow 58">
            <a:extLst>
              <a:ext uri="{FF2B5EF4-FFF2-40B4-BE49-F238E27FC236}">
                <a16:creationId xmlns:a16="http://schemas.microsoft.com/office/drawing/2014/main" id="{D7344620-D995-4B85-B9D9-153F7F6AB76D}"/>
              </a:ext>
            </a:extLst>
          </p:cNvPr>
          <p:cNvSpPr>
            <a:spLocks noGrp="1"/>
          </p:cNvSpPr>
          <p:nvPr/>
        </p:nvSpPr>
        <p:spPr>
          <a:xfrm>
            <a:off x="5049932" y="2609876"/>
            <a:ext cx="214510" cy="45"/>
          </a:xfrm>
          <a:custGeom>
            <a:avLst/>
            <a:gdLst/>
            <a:ahLst/>
            <a:cxnLst/>
            <a:rect l="0" t="0" r="0" b="0"/>
            <a:pathLst>
              <a:path w="457200" h="95">
                <a:moveTo>
                  <a:pt x="0" y="0"/>
                </a:moveTo>
                <a:lnTo>
                  <a:pt x="457200" y="0"/>
                </a:lnTo>
              </a:path>
            </a:pathLst>
          </a:custGeom>
          <a:noFill/>
          <a:ln w="7597">
            <a:solidFill>
              <a:srgbClr val="397FA6"/>
            </a:solidFill>
            <a:prstDash val="solid"/>
            <a:tailEnd type="triangle" w="sm" len="sm"/>
          </a:ln>
        </p:spPr>
      </p:sp>
      <p:sp>
        <p:nvSpPr>
          <p:cNvPr id="73" name="Label 59 Q">
            <a:extLst>
              <a:ext uri="{FF2B5EF4-FFF2-40B4-BE49-F238E27FC236}">
                <a16:creationId xmlns:a16="http://schemas.microsoft.com/office/drawing/2014/main" id="{7CE50FFD-1E11-4F54-9634-8EAB47E1AF21}"/>
              </a:ext>
            </a:extLst>
          </p:cNvPr>
          <p:cNvSpPr>
            <a:spLocks noGrp="1"/>
          </p:cNvSpPr>
          <p:nvPr/>
        </p:nvSpPr>
        <p:spPr>
          <a:xfrm>
            <a:off x="4236580" y="2462401"/>
            <a:ext cx="125131" cy="125131"/>
          </a:xfrm>
          <a:prstGeom prst="rect">
            <a:avLst/>
          </a:prstGeom>
          <a:noFill/>
          <a:ln w="0">
            <a:noFill/>
          </a:ln>
        </p:spPr>
        <p:txBody>
          <a:bodyPr wrap="none" lIns="0" tIns="0" rIns="0" bIns="0" anchor="ctr">
            <a:noAutofit/>
          </a:bodyPr>
          <a:lstStyle/>
          <a:p>
            <a:pPr algn="ctr">
              <a:defRPr sz="704" b="1">
                <a:solidFill>
                  <a:srgbClr val="397FA6"/>
                </a:solidFill>
                <a:latin typeface="Arial"/>
                <a:ea typeface="Arial"/>
                <a:cs typeface="Arial"/>
              </a:defRPr>
            </a:pPr>
            <a:r>
              <a:rPr sz="704" b="1">
                <a:solidFill>
                  <a:srgbClr val="397FA6"/>
                </a:solidFill>
                <a:latin typeface="Arial"/>
                <a:ea typeface="Arial"/>
                <a:cs typeface="Arial"/>
              </a:rPr>
              <a:t>Q</a:t>
            </a:r>
          </a:p>
        </p:txBody>
      </p:sp>
      <p:sp>
        <p:nvSpPr>
          <p:cNvPr id="74" name="Label 60 Q">
            <a:extLst>
              <a:ext uri="{FF2B5EF4-FFF2-40B4-BE49-F238E27FC236}">
                <a16:creationId xmlns:a16="http://schemas.microsoft.com/office/drawing/2014/main" id="{D65EA7C3-68C8-41B4-81F4-3BD348E277BF}"/>
              </a:ext>
            </a:extLst>
          </p:cNvPr>
          <p:cNvSpPr>
            <a:spLocks noGrp="1"/>
          </p:cNvSpPr>
          <p:nvPr/>
        </p:nvSpPr>
        <p:spPr>
          <a:xfrm>
            <a:off x="5099090" y="2462401"/>
            <a:ext cx="125131" cy="125131"/>
          </a:xfrm>
          <a:prstGeom prst="rect">
            <a:avLst/>
          </a:prstGeom>
          <a:noFill/>
          <a:ln w="0">
            <a:noFill/>
          </a:ln>
        </p:spPr>
        <p:txBody>
          <a:bodyPr wrap="none" lIns="0" tIns="0" rIns="0" bIns="0" anchor="ctr">
            <a:noAutofit/>
          </a:bodyPr>
          <a:lstStyle/>
          <a:p>
            <a:pPr algn="ctr">
              <a:defRPr sz="704" b="1">
                <a:solidFill>
                  <a:srgbClr val="397FA6"/>
                </a:solidFill>
                <a:latin typeface="Arial"/>
                <a:ea typeface="Arial"/>
                <a:cs typeface="Arial"/>
              </a:defRPr>
            </a:pPr>
            <a:r>
              <a:rPr sz="704" b="1">
                <a:solidFill>
                  <a:srgbClr val="397FA6"/>
                </a:solidFill>
                <a:latin typeface="Arial"/>
                <a:ea typeface="Arial"/>
                <a:cs typeface="Arial"/>
              </a:rPr>
              <a:t>Q</a:t>
            </a:r>
          </a:p>
        </p:txBody>
      </p:sp>
      <p:sp>
        <p:nvSpPr>
          <p:cNvPr id="75" name="Arrow 61">
            <a:extLst>
              <a:ext uri="{FF2B5EF4-FFF2-40B4-BE49-F238E27FC236}">
                <a16:creationId xmlns:a16="http://schemas.microsoft.com/office/drawing/2014/main" id="{1FEF09D0-E00C-46D2-B50E-E843F8B7001A}"/>
              </a:ext>
            </a:extLst>
          </p:cNvPr>
          <p:cNvSpPr>
            <a:spLocks noGrp="1"/>
          </p:cNvSpPr>
          <p:nvPr/>
        </p:nvSpPr>
        <p:spPr>
          <a:xfrm>
            <a:off x="3691366" y="2717132"/>
            <a:ext cx="746317" cy="299421"/>
          </a:xfrm>
          <a:custGeom>
            <a:avLst/>
            <a:gdLst/>
            <a:ahLst/>
            <a:cxnLst/>
            <a:rect l="0" t="0" r="0" b="0"/>
            <a:pathLst>
              <a:path w="1590675" h="638175">
                <a:moveTo>
                  <a:pt x="0" y="0"/>
                </a:moveTo>
                <a:lnTo>
                  <a:pt x="0" y="638175"/>
                </a:lnTo>
                <a:lnTo>
                  <a:pt x="1590675" y="638175"/>
                </a:lnTo>
              </a:path>
            </a:pathLst>
          </a:custGeom>
          <a:noFill/>
          <a:ln w="7597">
            <a:solidFill>
              <a:srgbClr val="2B887C"/>
            </a:solidFill>
            <a:prstDash val="solid"/>
            <a:tailEnd type="triangle" w="sm" len="sm"/>
          </a:ln>
        </p:spPr>
      </p:sp>
      <p:sp>
        <p:nvSpPr>
          <p:cNvPr id="76" name="Arrow 62">
            <a:extLst>
              <a:ext uri="{FF2B5EF4-FFF2-40B4-BE49-F238E27FC236}">
                <a16:creationId xmlns:a16="http://schemas.microsoft.com/office/drawing/2014/main" id="{25566BDE-CC74-4B59-9144-F8303BDC06AE}"/>
              </a:ext>
            </a:extLst>
          </p:cNvPr>
          <p:cNvSpPr>
            <a:spLocks noGrp="1"/>
          </p:cNvSpPr>
          <p:nvPr/>
        </p:nvSpPr>
        <p:spPr>
          <a:xfrm>
            <a:off x="5081214" y="2717132"/>
            <a:ext cx="661407" cy="299421"/>
          </a:xfrm>
          <a:custGeom>
            <a:avLst/>
            <a:gdLst/>
            <a:ahLst/>
            <a:cxnLst/>
            <a:rect l="0" t="0" r="0" b="0"/>
            <a:pathLst>
              <a:path w="1409700" h="638175">
                <a:moveTo>
                  <a:pt x="1409700" y="0"/>
                </a:moveTo>
                <a:lnTo>
                  <a:pt x="1409700" y="638175"/>
                </a:lnTo>
                <a:lnTo>
                  <a:pt x="0" y="638175"/>
                </a:lnTo>
              </a:path>
            </a:pathLst>
          </a:custGeom>
          <a:noFill/>
          <a:ln w="7597">
            <a:solidFill>
              <a:srgbClr val="2B887C"/>
            </a:solidFill>
            <a:prstDash val="solid"/>
            <a:tailEnd type="triangle" w="sm" len="sm"/>
          </a:ln>
        </p:spPr>
      </p:sp>
      <p:sp>
        <p:nvSpPr>
          <p:cNvPr id="77" name="Arrow 63">
            <a:extLst>
              <a:ext uri="{FF2B5EF4-FFF2-40B4-BE49-F238E27FC236}">
                <a16:creationId xmlns:a16="http://schemas.microsoft.com/office/drawing/2014/main" id="{6F55680C-DB87-4929-AD67-1E14E2A97B1D}"/>
              </a:ext>
            </a:extLst>
          </p:cNvPr>
          <p:cNvSpPr>
            <a:spLocks noGrp="1"/>
          </p:cNvSpPr>
          <p:nvPr/>
        </p:nvSpPr>
        <p:spPr>
          <a:xfrm>
            <a:off x="4759449" y="2654566"/>
            <a:ext cx="45" cy="218979"/>
          </a:xfrm>
          <a:custGeom>
            <a:avLst/>
            <a:gdLst/>
            <a:ahLst/>
            <a:cxnLst/>
            <a:rect l="0" t="0" r="0" b="0"/>
            <a:pathLst>
              <a:path w="95" h="466725">
                <a:moveTo>
                  <a:pt x="0" y="0"/>
                </a:moveTo>
                <a:lnTo>
                  <a:pt x="0" y="466725"/>
                </a:lnTo>
              </a:path>
            </a:pathLst>
          </a:custGeom>
          <a:noFill/>
          <a:ln w="7597">
            <a:solidFill>
              <a:srgbClr val="2B887C"/>
            </a:solidFill>
            <a:prstDash val="solid"/>
            <a:tailEnd type="triangle" w="sm" len="sm"/>
          </a:ln>
        </p:spPr>
      </p:sp>
      <p:sp>
        <p:nvSpPr>
          <p:cNvPr id="78" name="Operator Fusion">
            <a:extLst>
              <a:ext uri="{FF2B5EF4-FFF2-40B4-BE49-F238E27FC236}">
                <a16:creationId xmlns:a16="http://schemas.microsoft.com/office/drawing/2014/main" id="{469799FA-1D1B-47E1-AA96-CF8AC27373B0}"/>
              </a:ext>
            </a:extLst>
          </p:cNvPr>
          <p:cNvSpPr>
            <a:spLocks noGrp="1"/>
          </p:cNvSpPr>
          <p:nvPr/>
        </p:nvSpPr>
        <p:spPr>
          <a:xfrm>
            <a:off x="4482373" y="2904828"/>
            <a:ext cx="554152" cy="218979"/>
          </a:xfrm>
          <a:prstGeom prst="roundRect">
            <a:avLst>
              <a:gd name="adj" fmla="val 14286"/>
            </a:avLst>
          </a:prstGeom>
          <a:solidFill>
            <a:srgbClr val="FFFFFF"/>
          </a:solidFill>
          <a:ln w="7150">
            <a:solidFill>
              <a:srgbClr val="2B887C"/>
            </a:solidFill>
          </a:ln>
        </p:spPr>
        <p:txBody>
          <a:bodyPr wrap="none" lIns="28575" tIns="9525" rIns="28575" bIns="9525" anchor="ctr">
            <a:noAutofit/>
          </a:bodyPr>
          <a:lstStyle/>
          <a:p>
            <a:pPr algn="ctr">
              <a:defRPr sz="809" b="1">
                <a:solidFill>
                  <a:srgbClr val="2B887C"/>
                </a:solidFill>
                <a:latin typeface="Arial"/>
                <a:ea typeface="Arial"/>
                <a:cs typeface="Arial"/>
              </a:defRPr>
            </a:pPr>
            <a:r>
              <a:rPr sz="809" b="1">
                <a:solidFill>
                  <a:srgbClr val="2B887C"/>
                </a:solidFill>
                <a:latin typeface="Arial"/>
                <a:ea typeface="Arial"/>
                <a:cs typeface="Arial"/>
              </a:rPr>
              <a:t>Fusion</a:t>
            </a:r>
          </a:p>
        </p:txBody>
      </p:sp>
      <p:sp>
        <p:nvSpPr>
          <p:cNvPr id="79" name="Arrow 64">
            <a:extLst>
              <a:ext uri="{FF2B5EF4-FFF2-40B4-BE49-F238E27FC236}">
                <a16:creationId xmlns:a16="http://schemas.microsoft.com/office/drawing/2014/main" id="{5FD488BA-B4FA-4120-9428-DDC64970C681}"/>
              </a:ext>
            </a:extLst>
          </p:cNvPr>
          <p:cNvSpPr>
            <a:spLocks noGrp="1"/>
          </p:cNvSpPr>
          <p:nvPr/>
        </p:nvSpPr>
        <p:spPr>
          <a:xfrm>
            <a:off x="4759449" y="3123808"/>
            <a:ext cx="45" cy="165352"/>
          </a:xfrm>
          <a:custGeom>
            <a:avLst/>
            <a:gdLst/>
            <a:ahLst/>
            <a:cxnLst/>
            <a:rect l="0" t="0" r="0" b="0"/>
            <a:pathLst>
              <a:path w="95" h="352425">
                <a:moveTo>
                  <a:pt x="0" y="0"/>
                </a:moveTo>
                <a:lnTo>
                  <a:pt x="0" y="352425"/>
                </a:lnTo>
              </a:path>
            </a:pathLst>
          </a:custGeom>
          <a:noFill/>
          <a:ln w="7597">
            <a:solidFill>
              <a:srgbClr val="2B887C"/>
            </a:solidFill>
            <a:prstDash val="solid"/>
            <a:tailEnd type="triangle" w="sm" len="sm"/>
          </a:ln>
        </p:spPr>
      </p:sp>
      <p:sp>
        <p:nvSpPr>
          <p:cNvPr id="80" name="Label 65 g">
            <a:extLst>
              <a:ext uri="{FF2B5EF4-FFF2-40B4-BE49-F238E27FC236}">
                <a16:creationId xmlns:a16="http://schemas.microsoft.com/office/drawing/2014/main" id="{C513C0F6-0951-435A-B203-7FE6BA964023}"/>
              </a:ext>
            </a:extLst>
          </p:cNvPr>
          <p:cNvSpPr>
            <a:spLocks noGrp="1"/>
          </p:cNvSpPr>
          <p:nvPr/>
        </p:nvSpPr>
        <p:spPr>
          <a:xfrm>
            <a:off x="4826483" y="3164028"/>
            <a:ext cx="111724" cy="143007"/>
          </a:xfrm>
          <a:prstGeom prst="rect">
            <a:avLst/>
          </a:prstGeom>
          <a:noFill/>
          <a:ln w="0">
            <a:noFill/>
          </a:ln>
        </p:spPr>
        <p:txBody>
          <a:bodyPr wrap="none" lIns="0" tIns="0" rIns="0" bIns="0" anchor="ctr">
            <a:noAutofit/>
          </a:bodyPr>
          <a:lstStyle/>
          <a:p>
            <a:pPr algn="ctr">
              <a:defRPr sz="985" b="0">
                <a:solidFill>
                  <a:srgbClr val="203646"/>
                </a:solidFill>
                <a:latin typeface="Arial"/>
                <a:ea typeface="Arial"/>
                <a:cs typeface="Arial"/>
              </a:defRPr>
            </a:pPr>
            <a:r>
              <a:rPr sz="985" b="0" i="1">
                <a:solidFill>
                  <a:srgbClr val="203646"/>
                </a:solidFill>
                <a:latin typeface="Arial"/>
                <a:ea typeface="Arial"/>
                <a:cs typeface="Arial"/>
              </a:rPr>
              <a:t>g</a:t>
            </a:r>
          </a:p>
        </p:txBody>
      </p:sp>
      <p:sp>
        <p:nvSpPr>
          <p:cNvPr id="81" name="Label 66 k">
            <a:extLst>
              <a:ext uri="{FF2B5EF4-FFF2-40B4-BE49-F238E27FC236}">
                <a16:creationId xmlns:a16="http://schemas.microsoft.com/office/drawing/2014/main" id="{A55FCB0F-35B6-48BE-BE16-4C5A109489FB}"/>
              </a:ext>
            </a:extLst>
          </p:cNvPr>
          <p:cNvSpPr>
            <a:spLocks noGrp="1"/>
          </p:cNvSpPr>
          <p:nvPr/>
        </p:nvSpPr>
        <p:spPr>
          <a:xfrm>
            <a:off x="4929270" y="3231063"/>
            <a:ext cx="62566" cy="93848"/>
          </a:xfrm>
          <a:prstGeom prst="rect">
            <a:avLst/>
          </a:prstGeom>
          <a:noFill/>
          <a:ln w="0">
            <a:noFill/>
          </a:ln>
        </p:spPr>
        <p:txBody>
          <a:bodyPr wrap="none" lIns="0" tIns="0" rIns="0" bIns="0" anchor="ctr">
            <a:noAutofit/>
          </a:bodyPr>
          <a:lstStyle/>
          <a:p>
            <a:pPr algn="ctr">
              <a:defRPr sz="633" b="0">
                <a:solidFill>
                  <a:srgbClr val="203646"/>
                </a:solidFill>
                <a:latin typeface="Arial"/>
                <a:ea typeface="Arial"/>
                <a:cs typeface="Arial"/>
              </a:defRPr>
            </a:pPr>
            <a:r>
              <a:rPr sz="633" b="0">
                <a:solidFill>
                  <a:srgbClr val="203646"/>
                </a:solidFill>
                <a:latin typeface="Arial"/>
                <a:ea typeface="Arial"/>
                <a:cs typeface="Arial"/>
              </a:rPr>
              <a:t>k</a:t>
            </a:r>
          </a:p>
        </p:txBody>
      </p:sp>
      <p:sp>
        <p:nvSpPr>
          <p:cNvPr id="82" name="Arrow 67">
            <a:extLst>
              <a:ext uri="{FF2B5EF4-FFF2-40B4-BE49-F238E27FC236}">
                <a16:creationId xmlns:a16="http://schemas.microsoft.com/office/drawing/2014/main" id="{27BB4451-9324-4502-83D9-83EA4CE3CBC6}"/>
              </a:ext>
            </a:extLst>
          </p:cNvPr>
          <p:cNvSpPr>
            <a:spLocks noGrp="1"/>
          </p:cNvSpPr>
          <p:nvPr/>
        </p:nvSpPr>
        <p:spPr>
          <a:xfrm>
            <a:off x="773132" y="3378539"/>
            <a:ext cx="1635641" cy="357517"/>
          </a:xfrm>
          <a:custGeom>
            <a:avLst/>
            <a:gdLst/>
            <a:ahLst/>
            <a:cxnLst/>
            <a:rect l="0" t="0" r="0" b="0"/>
            <a:pathLst>
              <a:path w="3486150" h="762000">
                <a:moveTo>
                  <a:pt x="3486150" y="0"/>
                </a:moveTo>
                <a:lnTo>
                  <a:pt x="0" y="0"/>
                </a:lnTo>
                <a:lnTo>
                  <a:pt x="0" y="762000"/>
                </a:lnTo>
              </a:path>
            </a:pathLst>
          </a:custGeom>
          <a:noFill/>
          <a:ln w="7597">
            <a:solidFill>
              <a:srgbClr val="397FA6"/>
            </a:solidFill>
            <a:prstDash val="solid"/>
            <a:tailEnd type="triangle" w="sm" len="sm"/>
          </a:ln>
        </p:spPr>
      </p:sp>
      <p:sp>
        <p:nvSpPr>
          <p:cNvPr id="83" name="Operator Foreground head">
            <a:extLst>
              <a:ext uri="{FF2B5EF4-FFF2-40B4-BE49-F238E27FC236}">
                <a16:creationId xmlns:a16="http://schemas.microsoft.com/office/drawing/2014/main" id="{84F9B6E6-CA58-4B49-B777-15445253A440}"/>
              </a:ext>
            </a:extLst>
          </p:cNvPr>
          <p:cNvSpPr>
            <a:spLocks noGrp="1"/>
          </p:cNvSpPr>
          <p:nvPr/>
        </p:nvSpPr>
        <p:spPr>
          <a:xfrm>
            <a:off x="286014" y="3785215"/>
            <a:ext cx="974235" cy="218979"/>
          </a:xfrm>
          <a:prstGeom prst="roundRect">
            <a:avLst>
              <a:gd name="adj" fmla="val 14286"/>
            </a:avLst>
          </a:prstGeom>
          <a:solidFill>
            <a:srgbClr val="F7FAFC"/>
          </a:solidFill>
          <a:ln w="7150">
            <a:solidFill>
              <a:srgbClr val="397FA6"/>
            </a:solidFill>
          </a:ln>
        </p:spPr>
        <p:txBody>
          <a:bodyPr wrap="none" lIns="28575" tIns="9525" rIns="28575" bIns="9525" anchor="ctr">
            <a:noAutofit/>
          </a:bodyPr>
          <a:lstStyle/>
          <a:p>
            <a:pPr algn="ctr">
              <a:defRPr sz="809" b="1">
                <a:solidFill>
                  <a:srgbClr val="397FA6"/>
                </a:solidFill>
                <a:latin typeface="Arial"/>
                <a:ea typeface="Arial"/>
                <a:cs typeface="Arial"/>
              </a:defRPr>
            </a:pPr>
            <a:r>
              <a:rPr sz="809" b="1">
                <a:solidFill>
                  <a:srgbClr val="397FA6"/>
                </a:solidFill>
                <a:latin typeface="Arial"/>
                <a:ea typeface="Arial"/>
                <a:cs typeface="Arial"/>
              </a:rPr>
              <a:t>Foreground head</a:t>
            </a:r>
          </a:p>
        </p:txBody>
      </p:sp>
      <p:sp>
        <p:nvSpPr>
          <p:cNvPr id="84" name="Arrow 68">
            <a:extLst>
              <a:ext uri="{FF2B5EF4-FFF2-40B4-BE49-F238E27FC236}">
                <a16:creationId xmlns:a16="http://schemas.microsoft.com/office/drawing/2014/main" id="{109CCB65-823D-41D0-BE68-3BDD2644A837}"/>
              </a:ext>
            </a:extLst>
          </p:cNvPr>
          <p:cNvSpPr>
            <a:spLocks noGrp="1"/>
          </p:cNvSpPr>
          <p:nvPr/>
        </p:nvSpPr>
        <p:spPr>
          <a:xfrm>
            <a:off x="773132" y="4004194"/>
            <a:ext cx="45" cy="111724"/>
          </a:xfrm>
          <a:custGeom>
            <a:avLst/>
            <a:gdLst/>
            <a:ahLst/>
            <a:cxnLst/>
            <a:rect l="0" t="0" r="0" b="0"/>
            <a:pathLst>
              <a:path w="95" h="238125">
                <a:moveTo>
                  <a:pt x="0" y="0"/>
                </a:moveTo>
                <a:lnTo>
                  <a:pt x="0" y="238125"/>
                </a:lnTo>
              </a:path>
            </a:pathLst>
          </a:custGeom>
          <a:noFill/>
          <a:ln w="7597">
            <a:solidFill>
              <a:srgbClr val="397FA6"/>
            </a:solidFill>
            <a:prstDash val="solid"/>
            <a:tailEnd type="triangle" w="sm" len="sm"/>
          </a:ln>
        </p:spPr>
      </p:sp>
      <p:sp>
        <p:nvSpPr>
          <p:cNvPr id="85" name="Label 69 Foreground probability">
            <a:extLst>
              <a:ext uri="{FF2B5EF4-FFF2-40B4-BE49-F238E27FC236}">
                <a16:creationId xmlns:a16="http://schemas.microsoft.com/office/drawing/2014/main" id="{DDB5B109-DA81-47C5-8BC4-CB5956FB4490}"/>
              </a:ext>
            </a:extLst>
          </p:cNvPr>
          <p:cNvSpPr>
            <a:spLocks noGrp="1"/>
          </p:cNvSpPr>
          <p:nvPr/>
        </p:nvSpPr>
        <p:spPr>
          <a:xfrm>
            <a:off x="227918" y="4276801"/>
            <a:ext cx="1090428" cy="125131"/>
          </a:xfrm>
          <a:prstGeom prst="rect">
            <a:avLst/>
          </a:prstGeom>
          <a:noFill/>
          <a:ln w="0">
            <a:noFill/>
          </a:ln>
        </p:spPr>
        <p:txBody>
          <a:bodyPr wrap="none" lIns="0" tIns="0" rIns="0" bIns="0" anchor="ctr">
            <a:noAutofit/>
          </a:bodyPr>
          <a:lstStyle/>
          <a:p>
            <a:pPr algn="ctr">
              <a:defRPr sz="739" b="0">
                <a:solidFill>
                  <a:srgbClr val="6F8290"/>
                </a:solidFill>
                <a:latin typeface="Arial"/>
                <a:ea typeface="Arial"/>
                <a:cs typeface="Arial"/>
              </a:defRPr>
            </a:pPr>
            <a:r>
              <a:rPr sz="739" b="0" dirty="0">
                <a:solidFill>
                  <a:srgbClr val="6F8290"/>
                </a:solidFill>
                <a:latin typeface="Arial"/>
                <a:ea typeface="Arial"/>
                <a:cs typeface="Arial"/>
              </a:rPr>
              <a:t>Foreground probability</a:t>
            </a:r>
          </a:p>
        </p:txBody>
      </p:sp>
      <p:sp>
        <p:nvSpPr>
          <p:cNvPr id="86" name="Label 70 p">
            <a:extLst>
              <a:ext uri="{FF2B5EF4-FFF2-40B4-BE49-F238E27FC236}">
                <a16:creationId xmlns:a16="http://schemas.microsoft.com/office/drawing/2014/main" id="{37D82EA3-B559-4670-964D-C0DFFE9BFEBB}"/>
              </a:ext>
            </a:extLst>
          </p:cNvPr>
          <p:cNvSpPr>
            <a:spLocks noGrp="1"/>
          </p:cNvSpPr>
          <p:nvPr/>
        </p:nvSpPr>
        <p:spPr>
          <a:xfrm>
            <a:off x="589904" y="4124856"/>
            <a:ext cx="102786" cy="129600"/>
          </a:xfrm>
          <a:prstGeom prst="rect">
            <a:avLst/>
          </a:prstGeom>
          <a:noFill/>
          <a:ln w="0">
            <a:noFill/>
          </a:ln>
        </p:spPr>
        <p:txBody>
          <a:bodyPr wrap="none" lIns="0" tIns="0" rIns="0" bIns="0" anchor="ctr">
            <a:noAutofit/>
          </a:bodyPr>
          <a:lstStyle/>
          <a:p>
            <a:pPr algn="ctr">
              <a:defRPr sz="950" b="0">
                <a:solidFill>
                  <a:srgbClr val="203646"/>
                </a:solidFill>
                <a:latin typeface="Arial"/>
                <a:ea typeface="Arial"/>
                <a:cs typeface="Arial"/>
              </a:defRPr>
            </a:pPr>
            <a:r>
              <a:rPr sz="950" b="0">
                <a:solidFill>
                  <a:srgbClr val="203646"/>
                </a:solidFill>
                <a:latin typeface="Arial"/>
                <a:ea typeface="Arial"/>
                <a:cs typeface="Arial"/>
              </a:rPr>
              <a:t>p</a:t>
            </a:r>
          </a:p>
        </p:txBody>
      </p:sp>
      <p:sp>
        <p:nvSpPr>
          <p:cNvPr id="87" name="Label 71 j">
            <a:extLst>
              <a:ext uri="{FF2B5EF4-FFF2-40B4-BE49-F238E27FC236}">
                <a16:creationId xmlns:a16="http://schemas.microsoft.com/office/drawing/2014/main" id="{CBB72EA2-3C87-4ADB-AB7C-C9D9A57A22F1}"/>
              </a:ext>
            </a:extLst>
          </p:cNvPr>
          <p:cNvSpPr>
            <a:spLocks noGrp="1"/>
          </p:cNvSpPr>
          <p:nvPr/>
        </p:nvSpPr>
        <p:spPr>
          <a:xfrm>
            <a:off x="688221" y="4187422"/>
            <a:ext cx="62566" cy="80441"/>
          </a:xfrm>
          <a:prstGeom prst="rect">
            <a:avLst/>
          </a:prstGeom>
          <a:noFill/>
          <a:ln w="0">
            <a:noFill/>
          </a:ln>
        </p:spPr>
        <p:txBody>
          <a:bodyPr wrap="none" lIns="0" tIns="0" rIns="0" bIns="0" anchor="ctr">
            <a:noAutofit/>
          </a:bodyPr>
          <a:lstStyle/>
          <a:p>
            <a:pPr algn="ctr">
              <a:defRPr sz="633" b="0">
                <a:solidFill>
                  <a:srgbClr val="203646"/>
                </a:solidFill>
                <a:latin typeface="Arial"/>
                <a:ea typeface="Arial"/>
                <a:cs typeface="Arial"/>
              </a:defRPr>
            </a:pPr>
            <a:r>
              <a:rPr sz="633" b="0">
                <a:solidFill>
                  <a:srgbClr val="203646"/>
                </a:solidFill>
                <a:latin typeface="Arial"/>
                <a:ea typeface="Arial"/>
                <a:cs typeface="Arial"/>
              </a:rPr>
              <a:t>j</a:t>
            </a:r>
          </a:p>
        </p:txBody>
      </p:sp>
      <p:sp>
        <p:nvSpPr>
          <p:cNvPr id="88" name="Label 72 fg">
            <a:extLst>
              <a:ext uri="{FF2B5EF4-FFF2-40B4-BE49-F238E27FC236}">
                <a16:creationId xmlns:a16="http://schemas.microsoft.com/office/drawing/2014/main" id="{4541FF5A-DE08-4ABF-B355-1389F4ADCC59}"/>
              </a:ext>
            </a:extLst>
          </p:cNvPr>
          <p:cNvSpPr>
            <a:spLocks noGrp="1"/>
          </p:cNvSpPr>
          <p:nvPr/>
        </p:nvSpPr>
        <p:spPr>
          <a:xfrm>
            <a:off x="674814" y="4084635"/>
            <a:ext cx="111724" cy="98317"/>
          </a:xfrm>
          <a:prstGeom prst="rect">
            <a:avLst/>
          </a:prstGeom>
          <a:noFill/>
          <a:ln w="0">
            <a:noFill/>
          </a:ln>
        </p:spPr>
        <p:txBody>
          <a:bodyPr wrap="none" lIns="0" tIns="0" rIns="0" bIns="0" anchor="ctr">
            <a:noAutofit/>
          </a:bodyPr>
          <a:lstStyle/>
          <a:p>
            <a:pPr algn="ctr">
              <a:defRPr sz="598" b="0">
                <a:solidFill>
                  <a:srgbClr val="203646"/>
                </a:solidFill>
                <a:latin typeface="Arial"/>
                <a:ea typeface="Arial"/>
                <a:cs typeface="Arial"/>
              </a:defRPr>
            </a:pPr>
            <a:r>
              <a:rPr sz="598" b="0">
                <a:solidFill>
                  <a:srgbClr val="203646"/>
                </a:solidFill>
                <a:latin typeface="Arial"/>
                <a:ea typeface="Arial"/>
                <a:cs typeface="Arial"/>
              </a:rPr>
              <a:t>fg</a:t>
            </a:r>
          </a:p>
        </p:txBody>
      </p:sp>
      <p:sp>
        <p:nvSpPr>
          <p:cNvPr id="89" name="Arrow 73">
            <a:extLst>
              <a:ext uri="{FF2B5EF4-FFF2-40B4-BE49-F238E27FC236}">
                <a16:creationId xmlns:a16="http://schemas.microsoft.com/office/drawing/2014/main" id="{A104CF24-5BEF-49B8-9FFF-D7081F94BDA0}"/>
              </a:ext>
            </a:extLst>
          </p:cNvPr>
          <p:cNvSpPr>
            <a:spLocks noGrp="1"/>
          </p:cNvSpPr>
          <p:nvPr/>
        </p:nvSpPr>
        <p:spPr>
          <a:xfrm>
            <a:off x="2703725" y="3436635"/>
            <a:ext cx="607779" cy="455835"/>
          </a:xfrm>
          <a:custGeom>
            <a:avLst/>
            <a:gdLst/>
            <a:ahLst/>
            <a:cxnLst/>
            <a:rect l="0" t="0" r="0" b="0"/>
            <a:pathLst>
              <a:path w="1295400" h="971550">
                <a:moveTo>
                  <a:pt x="0" y="0"/>
                </a:moveTo>
                <a:lnTo>
                  <a:pt x="0" y="971550"/>
                </a:lnTo>
                <a:lnTo>
                  <a:pt x="1295400" y="971550"/>
                </a:lnTo>
              </a:path>
            </a:pathLst>
          </a:custGeom>
          <a:noFill/>
          <a:ln w="7597">
            <a:solidFill>
              <a:srgbClr val="397FA6"/>
            </a:solidFill>
            <a:prstDash val="solid"/>
            <a:tailEnd type="triangle" w="sm" len="sm"/>
          </a:ln>
        </p:spPr>
      </p:sp>
      <p:sp>
        <p:nvSpPr>
          <p:cNvPr id="90" name="Arrow 74">
            <a:extLst>
              <a:ext uri="{FF2B5EF4-FFF2-40B4-BE49-F238E27FC236}">
                <a16:creationId xmlns:a16="http://schemas.microsoft.com/office/drawing/2014/main" id="{6E7FB73A-D325-4D30-B25A-C6EA54DAD26D}"/>
              </a:ext>
            </a:extLst>
          </p:cNvPr>
          <p:cNvSpPr>
            <a:spLocks noGrp="1"/>
          </p:cNvSpPr>
          <p:nvPr/>
        </p:nvSpPr>
        <p:spPr>
          <a:xfrm>
            <a:off x="3803090" y="3436635"/>
            <a:ext cx="956359" cy="299421"/>
          </a:xfrm>
          <a:custGeom>
            <a:avLst/>
            <a:gdLst/>
            <a:ahLst/>
            <a:cxnLst/>
            <a:rect l="0" t="0" r="0" b="0"/>
            <a:pathLst>
              <a:path w="2038350" h="638175">
                <a:moveTo>
                  <a:pt x="2038350" y="0"/>
                </a:moveTo>
                <a:lnTo>
                  <a:pt x="2038350" y="390525"/>
                </a:lnTo>
                <a:lnTo>
                  <a:pt x="0" y="390525"/>
                </a:lnTo>
                <a:lnTo>
                  <a:pt x="0" y="638175"/>
                </a:lnTo>
              </a:path>
            </a:pathLst>
          </a:custGeom>
          <a:noFill/>
          <a:ln w="7597">
            <a:solidFill>
              <a:srgbClr val="2B887C"/>
            </a:solidFill>
            <a:prstDash val="solid"/>
            <a:tailEnd type="triangle" w="sm" len="sm"/>
          </a:ln>
        </p:spPr>
      </p:sp>
      <p:sp>
        <p:nvSpPr>
          <p:cNvPr id="91" name="Operator Cosine score">
            <a:extLst>
              <a:ext uri="{FF2B5EF4-FFF2-40B4-BE49-F238E27FC236}">
                <a16:creationId xmlns:a16="http://schemas.microsoft.com/office/drawing/2014/main" id="{9CE7DBCA-FFAD-4DB6-9273-5440D9A9E4B3}"/>
              </a:ext>
            </a:extLst>
          </p:cNvPr>
          <p:cNvSpPr>
            <a:spLocks noGrp="1"/>
          </p:cNvSpPr>
          <p:nvPr/>
        </p:nvSpPr>
        <p:spPr>
          <a:xfrm>
            <a:off x="3356194" y="3785215"/>
            <a:ext cx="893793" cy="218979"/>
          </a:xfrm>
          <a:prstGeom prst="roundRect">
            <a:avLst>
              <a:gd name="adj" fmla="val 14286"/>
            </a:avLst>
          </a:prstGeom>
          <a:solidFill>
            <a:srgbClr val="FFFFFF"/>
          </a:solidFill>
          <a:ln w="7150">
            <a:solidFill>
              <a:srgbClr val="2B887C"/>
            </a:solidFill>
          </a:ln>
        </p:spPr>
        <p:txBody>
          <a:bodyPr wrap="none" lIns="28575" tIns="9525" rIns="28575" bIns="9525" anchor="ctr">
            <a:noAutofit/>
          </a:bodyPr>
          <a:lstStyle/>
          <a:p>
            <a:pPr algn="ctr">
              <a:defRPr sz="845" b="1">
                <a:solidFill>
                  <a:srgbClr val="2B887C"/>
                </a:solidFill>
                <a:latin typeface="Arial"/>
                <a:ea typeface="Arial"/>
                <a:cs typeface="Arial"/>
              </a:defRPr>
            </a:pPr>
            <a:r>
              <a:rPr sz="845" b="1">
                <a:solidFill>
                  <a:srgbClr val="2B887C"/>
                </a:solidFill>
                <a:latin typeface="Arial"/>
                <a:ea typeface="Arial"/>
                <a:cs typeface="Arial"/>
              </a:rPr>
              <a:t>Cosine score</a:t>
            </a:r>
          </a:p>
        </p:txBody>
      </p:sp>
      <p:sp>
        <p:nvSpPr>
          <p:cNvPr id="92" name="Label 75 Learned projections">
            <a:extLst>
              <a:ext uri="{FF2B5EF4-FFF2-40B4-BE49-F238E27FC236}">
                <a16:creationId xmlns:a16="http://schemas.microsoft.com/office/drawing/2014/main" id="{F74662B0-63FE-48B4-B2BD-49E24C76058A}"/>
              </a:ext>
            </a:extLst>
          </p:cNvPr>
          <p:cNvSpPr>
            <a:spLocks noGrp="1"/>
          </p:cNvSpPr>
          <p:nvPr/>
        </p:nvSpPr>
        <p:spPr>
          <a:xfrm>
            <a:off x="3289600" y="4064494"/>
            <a:ext cx="1018924" cy="129600"/>
          </a:xfrm>
          <a:prstGeom prst="rect">
            <a:avLst/>
          </a:prstGeom>
          <a:noFill/>
          <a:ln w="0">
            <a:noFill/>
          </a:ln>
        </p:spPr>
        <p:txBody>
          <a:bodyPr wrap="none" lIns="0" tIns="0" rIns="0" bIns="0" anchor="ctr">
            <a:noAutofit/>
          </a:bodyPr>
          <a:lstStyle/>
          <a:p>
            <a:pPr algn="ctr">
              <a:defRPr sz="739" b="0">
                <a:solidFill>
                  <a:srgbClr val="6F8290"/>
                </a:solidFill>
                <a:latin typeface="Arial"/>
                <a:ea typeface="Arial"/>
                <a:cs typeface="Arial"/>
              </a:defRPr>
            </a:pPr>
            <a:r>
              <a:rPr sz="739" b="0" dirty="0">
                <a:solidFill>
                  <a:srgbClr val="6F8290"/>
                </a:solidFill>
                <a:latin typeface="Arial"/>
                <a:ea typeface="Arial"/>
                <a:cs typeface="Arial"/>
              </a:rPr>
              <a:t>Learned projections</a:t>
            </a:r>
          </a:p>
        </p:txBody>
      </p:sp>
      <p:sp>
        <p:nvSpPr>
          <p:cNvPr id="93" name="Arrow 76">
            <a:extLst>
              <a:ext uri="{FF2B5EF4-FFF2-40B4-BE49-F238E27FC236}">
                <a16:creationId xmlns:a16="http://schemas.microsoft.com/office/drawing/2014/main" id="{9C6343C3-12B9-4D38-B9A1-68F26B9163FC}"/>
              </a:ext>
            </a:extLst>
          </p:cNvPr>
          <p:cNvSpPr>
            <a:spLocks noGrp="1"/>
          </p:cNvSpPr>
          <p:nvPr/>
        </p:nvSpPr>
        <p:spPr>
          <a:xfrm>
            <a:off x="4249987" y="3892470"/>
            <a:ext cx="759724" cy="45"/>
          </a:xfrm>
          <a:custGeom>
            <a:avLst/>
            <a:gdLst/>
            <a:ahLst/>
            <a:cxnLst/>
            <a:rect l="0" t="0" r="0" b="0"/>
            <a:pathLst>
              <a:path w="1619250" h="95">
                <a:moveTo>
                  <a:pt x="0" y="0"/>
                </a:moveTo>
                <a:lnTo>
                  <a:pt x="1619250" y="0"/>
                </a:lnTo>
              </a:path>
            </a:pathLst>
          </a:custGeom>
          <a:noFill/>
          <a:ln w="7597">
            <a:solidFill>
              <a:srgbClr val="2B887C"/>
            </a:solidFill>
            <a:prstDash val="solid"/>
            <a:tailEnd type="triangle" w="sm" len="sm"/>
          </a:ln>
        </p:spPr>
      </p:sp>
      <p:sp>
        <p:nvSpPr>
          <p:cNvPr id="94" name="Label 77 s">
            <a:extLst>
              <a:ext uri="{FF2B5EF4-FFF2-40B4-BE49-F238E27FC236}">
                <a16:creationId xmlns:a16="http://schemas.microsoft.com/office/drawing/2014/main" id="{2A7ABC28-F7B4-40A3-80F6-254444AAE952}"/>
              </a:ext>
            </a:extLst>
          </p:cNvPr>
          <p:cNvSpPr>
            <a:spLocks noGrp="1"/>
          </p:cNvSpPr>
          <p:nvPr/>
        </p:nvSpPr>
        <p:spPr>
          <a:xfrm>
            <a:off x="4460028" y="3704773"/>
            <a:ext cx="98317" cy="129600"/>
          </a:xfrm>
          <a:prstGeom prst="rect">
            <a:avLst/>
          </a:prstGeom>
          <a:noFill/>
          <a:ln w="0">
            <a:noFill/>
          </a:ln>
        </p:spPr>
        <p:txBody>
          <a:bodyPr wrap="none" lIns="0" tIns="0" rIns="0" bIns="0" anchor="ctr">
            <a:noAutofit/>
          </a:bodyPr>
          <a:lstStyle/>
          <a:p>
            <a:pPr algn="ctr">
              <a:defRPr sz="915" b="0">
                <a:solidFill>
                  <a:srgbClr val="203646"/>
                </a:solidFill>
                <a:latin typeface="Arial"/>
                <a:ea typeface="Arial"/>
                <a:cs typeface="Arial"/>
              </a:defRPr>
            </a:pPr>
            <a:r>
              <a:rPr sz="915" b="0">
                <a:solidFill>
                  <a:srgbClr val="203646"/>
                </a:solidFill>
                <a:latin typeface="Arial"/>
                <a:ea typeface="Arial"/>
                <a:cs typeface="Arial"/>
              </a:rPr>
              <a:t>s</a:t>
            </a:r>
          </a:p>
        </p:txBody>
      </p:sp>
      <p:sp>
        <p:nvSpPr>
          <p:cNvPr id="95" name="Label 78 j,k">
            <a:extLst>
              <a:ext uri="{FF2B5EF4-FFF2-40B4-BE49-F238E27FC236}">
                <a16:creationId xmlns:a16="http://schemas.microsoft.com/office/drawing/2014/main" id="{4E0B0EF7-7B0F-4203-B697-117C28115A0B}"/>
              </a:ext>
            </a:extLst>
          </p:cNvPr>
          <p:cNvSpPr>
            <a:spLocks noGrp="1"/>
          </p:cNvSpPr>
          <p:nvPr/>
        </p:nvSpPr>
        <p:spPr>
          <a:xfrm>
            <a:off x="4549408" y="3758401"/>
            <a:ext cx="147476" cy="98317"/>
          </a:xfrm>
          <a:prstGeom prst="rect">
            <a:avLst/>
          </a:prstGeom>
          <a:noFill/>
          <a:ln w="0">
            <a:noFill/>
          </a:ln>
        </p:spPr>
        <p:txBody>
          <a:bodyPr wrap="none" lIns="0" tIns="0" rIns="0" bIns="0" anchor="ctr">
            <a:noAutofit/>
          </a:bodyPr>
          <a:lstStyle/>
          <a:p>
            <a:pPr algn="ctr">
              <a:defRPr sz="598" b="0">
                <a:solidFill>
                  <a:srgbClr val="203646"/>
                </a:solidFill>
                <a:latin typeface="Arial"/>
                <a:ea typeface="Arial"/>
                <a:cs typeface="Arial"/>
              </a:defRPr>
            </a:pPr>
            <a:r>
              <a:rPr sz="598" b="0">
                <a:solidFill>
                  <a:srgbClr val="203646"/>
                </a:solidFill>
                <a:latin typeface="Arial"/>
                <a:ea typeface="Arial"/>
                <a:cs typeface="Arial"/>
              </a:rPr>
              <a:t>j,k</a:t>
            </a:r>
          </a:p>
        </p:txBody>
      </p:sp>
      <p:sp>
        <p:nvSpPr>
          <p:cNvPr id="96" name="Label 79 Identity scores">
            <a:extLst>
              <a:ext uri="{FF2B5EF4-FFF2-40B4-BE49-F238E27FC236}">
                <a16:creationId xmlns:a16="http://schemas.microsoft.com/office/drawing/2014/main" id="{9722748C-264C-4C10-B4E2-9B325E6CDBCF}"/>
              </a:ext>
            </a:extLst>
          </p:cNvPr>
          <p:cNvSpPr>
            <a:spLocks noGrp="1"/>
          </p:cNvSpPr>
          <p:nvPr/>
        </p:nvSpPr>
        <p:spPr>
          <a:xfrm>
            <a:off x="4973959" y="3490263"/>
            <a:ext cx="1108303" cy="129600"/>
          </a:xfrm>
          <a:prstGeom prst="rect">
            <a:avLst/>
          </a:prstGeom>
          <a:noFill/>
          <a:ln w="0">
            <a:noFill/>
          </a:ln>
        </p:spPr>
        <p:txBody>
          <a:bodyPr wrap="none" lIns="0" tIns="0" rIns="0" bIns="0" anchor="ctr">
            <a:noAutofit/>
          </a:bodyPr>
          <a:lstStyle/>
          <a:p>
            <a:pPr algn="ctr">
              <a:defRPr sz="774" b="1">
                <a:solidFill>
                  <a:srgbClr val="203646"/>
                </a:solidFill>
                <a:latin typeface="Arial"/>
                <a:ea typeface="Arial"/>
                <a:cs typeface="Arial"/>
              </a:defRPr>
            </a:pPr>
            <a:r>
              <a:rPr sz="774" b="1">
                <a:solidFill>
                  <a:srgbClr val="203646"/>
                </a:solidFill>
                <a:latin typeface="Arial"/>
                <a:ea typeface="Arial"/>
                <a:cs typeface="Arial"/>
              </a:rPr>
              <a:t>Identity scores</a:t>
            </a:r>
          </a:p>
        </p:txBody>
      </p:sp>
      <p:sp>
        <p:nvSpPr>
          <p:cNvPr id="97" name="Highlighted identity column k">
            <a:extLst>
              <a:ext uri="{FF2B5EF4-FFF2-40B4-BE49-F238E27FC236}">
                <a16:creationId xmlns:a16="http://schemas.microsoft.com/office/drawing/2014/main" id="{0ADE1C40-BF8E-43BC-98E3-995052390F16}"/>
              </a:ext>
            </a:extLst>
          </p:cNvPr>
          <p:cNvSpPr>
            <a:spLocks noGrp="1"/>
          </p:cNvSpPr>
          <p:nvPr/>
        </p:nvSpPr>
        <p:spPr>
          <a:xfrm>
            <a:off x="5340414" y="3709242"/>
            <a:ext cx="201103" cy="482648"/>
          </a:xfrm>
          <a:prstGeom prst="rect">
            <a:avLst/>
          </a:prstGeom>
          <a:solidFill>
            <a:srgbClr val="EDF6F1"/>
          </a:solidFill>
          <a:ln w="0">
            <a:noFill/>
          </a:ln>
        </p:spPr>
      </p:sp>
      <p:sp>
        <p:nvSpPr>
          <p:cNvPr id="98" name="Current pair score j,k">
            <a:extLst>
              <a:ext uri="{FF2B5EF4-FFF2-40B4-BE49-F238E27FC236}">
                <a16:creationId xmlns:a16="http://schemas.microsoft.com/office/drawing/2014/main" id="{D184DDBC-3E7B-465B-B26A-F6C157DCB24D}"/>
              </a:ext>
            </a:extLst>
          </p:cNvPr>
          <p:cNvSpPr>
            <a:spLocks noGrp="1"/>
          </p:cNvSpPr>
          <p:nvPr/>
        </p:nvSpPr>
        <p:spPr>
          <a:xfrm>
            <a:off x="5340414" y="3829904"/>
            <a:ext cx="201103" cy="120662"/>
          </a:xfrm>
          <a:prstGeom prst="rect">
            <a:avLst/>
          </a:prstGeom>
          <a:solidFill>
            <a:srgbClr val="4C9D8F"/>
          </a:solidFill>
          <a:ln w="0">
            <a:noFill/>
          </a:ln>
        </p:spPr>
      </p:sp>
      <p:sp>
        <p:nvSpPr>
          <p:cNvPr id="99" name="Line 80">
            <a:extLst>
              <a:ext uri="{FF2B5EF4-FFF2-40B4-BE49-F238E27FC236}">
                <a16:creationId xmlns:a16="http://schemas.microsoft.com/office/drawing/2014/main" id="{F8D50D11-1E8F-4E62-9EF7-353F751D2217}"/>
              </a:ext>
            </a:extLst>
          </p:cNvPr>
          <p:cNvSpPr>
            <a:spLocks noGrp="1"/>
          </p:cNvSpPr>
          <p:nvPr/>
        </p:nvSpPr>
        <p:spPr>
          <a:xfrm>
            <a:off x="5139311" y="3709242"/>
            <a:ext cx="45" cy="482648"/>
          </a:xfrm>
          <a:custGeom>
            <a:avLst/>
            <a:gdLst/>
            <a:ahLst/>
            <a:cxnLst/>
            <a:rect l="0" t="0" r="0" b="0"/>
            <a:pathLst>
              <a:path w="95" h="1028700">
                <a:moveTo>
                  <a:pt x="0" y="0"/>
                </a:moveTo>
                <a:lnTo>
                  <a:pt x="0" y="1028700"/>
                </a:lnTo>
              </a:path>
            </a:pathLst>
          </a:custGeom>
          <a:noFill/>
          <a:ln w="5363">
            <a:solidFill>
              <a:srgbClr val="A7C4BD"/>
            </a:solidFill>
            <a:prstDash val="solid"/>
          </a:ln>
        </p:spPr>
      </p:sp>
      <p:sp>
        <p:nvSpPr>
          <p:cNvPr id="100" name="Line 81">
            <a:extLst>
              <a:ext uri="{FF2B5EF4-FFF2-40B4-BE49-F238E27FC236}">
                <a16:creationId xmlns:a16="http://schemas.microsoft.com/office/drawing/2014/main" id="{49CE2E98-135D-456C-8528-5C11FD53BC4C}"/>
              </a:ext>
            </a:extLst>
          </p:cNvPr>
          <p:cNvSpPr>
            <a:spLocks noGrp="1"/>
          </p:cNvSpPr>
          <p:nvPr/>
        </p:nvSpPr>
        <p:spPr>
          <a:xfrm>
            <a:off x="5340414" y="3709242"/>
            <a:ext cx="45" cy="482648"/>
          </a:xfrm>
          <a:custGeom>
            <a:avLst/>
            <a:gdLst/>
            <a:ahLst/>
            <a:cxnLst/>
            <a:rect l="0" t="0" r="0" b="0"/>
            <a:pathLst>
              <a:path w="95" h="1028700">
                <a:moveTo>
                  <a:pt x="0" y="0"/>
                </a:moveTo>
                <a:lnTo>
                  <a:pt x="0" y="1028700"/>
                </a:lnTo>
              </a:path>
            </a:pathLst>
          </a:custGeom>
          <a:noFill/>
          <a:ln w="5363">
            <a:solidFill>
              <a:srgbClr val="A7C4BD"/>
            </a:solidFill>
            <a:prstDash val="solid"/>
          </a:ln>
        </p:spPr>
      </p:sp>
      <p:sp>
        <p:nvSpPr>
          <p:cNvPr id="101" name="Line 82">
            <a:extLst>
              <a:ext uri="{FF2B5EF4-FFF2-40B4-BE49-F238E27FC236}">
                <a16:creationId xmlns:a16="http://schemas.microsoft.com/office/drawing/2014/main" id="{6B3B9177-6662-45DD-AF45-69AE2827DD79}"/>
              </a:ext>
            </a:extLst>
          </p:cNvPr>
          <p:cNvSpPr>
            <a:spLocks noGrp="1"/>
          </p:cNvSpPr>
          <p:nvPr/>
        </p:nvSpPr>
        <p:spPr>
          <a:xfrm>
            <a:off x="5541518" y="3709242"/>
            <a:ext cx="45" cy="482648"/>
          </a:xfrm>
          <a:custGeom>
            <a:avLst/>
            <a:gdLst/>
            <a:ahLst/>
            <a:cxnLst/>
            <a:rect l="0" t="0" r="0" b="0"/>
            <a:pathLst>
              <a:path w="95" h="1028700">
                <a:moveTo>
                  <a:pt x="0" y="0"/>
                </a:moveTo>
                <a:lnTo>
                  <a:pt x="0" y="1028700"/>
                </a:lnTo>
              </a:path>
            </a:pathLst>
          </a:custGeom>
          <a:noFill/>
          <a:ln w="5363">
            <a:solidFill>
              <a:srgbClr val="A7C4BD"/>
            </a:solidFill>
            <a:prstDash val="solid"/>
          </a:ln>
        </p:spPr>
      </p:sp>
      <p:sp>
        <p:nvSpPr>
          <p:cNvPr id="102" name="Line 83">
            <a:extLst>
              <a:ext uri="{FF2B5EF4-FFF2-40B4-BE49-F238E27FC236}">
                <a16:creationId xmlns:a16="http://schemas.microsoft.com/office/drawing/2014/main" id="{597B506D-9AB8-4921-80FE-EEA681F10EFE}"/>
              </a:ext>
            </a:extLst>
          </p:cNvPr>
          <p:cNvSpPr>
            <a:spLocks noGrp="1"/>
          </p:cNvSpPr>
          <p:nvPr/>
        </p:nvSpPr>
        <p:spPr>
          <a:xfrm>
            <a:off x="5742621" y="3709242"/>
            <a:ext cx="45" cy="482648"/>
          </a:xfrm>
          <a:custGeom>
            <a:avLst/>
            <a:gdLst/>
            <a:ahLst/>
            <a:cxnLst/>
            <a:rect l="0" t="0" r="0" b="0"/>
            <a:pathLst>
              <a:path w="95" h="1028700">
                <a:moveTo>
                  <a:pt x="0" y="0"/>
                </a:moveTo>
                <a:lnTo>
                  <a:pt x="0" y="1028700"/>
                </a:lnTo>
              </a:path>
            </a:pathLst>
          </a:custGeom>
          <a:noFill/>
          <a:ln w="5363">
            <a:solidFill>
              <a:srgbClr val="A7C4BD"/>
            </a:solidFill>
            <a:prstDash val="solid"/>
          </a:ln>
        </p:spPr>
      </p:sp>
      <p:sp>
        <p:nvSpPr>
          <p:cNvPr id="103" name="Line 84">
            <a:extLst>
              <a:ext uri="{FF2B5EF4-FFF2-40B4-BE49-F238E27FC236}">
                <a16:creationId xmlns:a16="http://schemas.microsoft.com/office/drawing/2014/main" id="{2EA132F9-5ABF-4540-922C-26DCF6221D1B}"/>
              </a:ext>
            </a:extLst>
          </p:cNvPr>
          <p:cNvSpPr>
            <a:spLocks noGrp="1"/>
          </p:cNvSpPr>
          <p:nvPr/>
        </p:nvSpPr>
        <p:spPr>
          <a:xfrm>
            <a:off x="5943725" y="3709242"/>
            <a:ext cx="45" cy="482648"/>
          </a:xfrm>
          <a:custGeom>
            <a:avLst/>
            <a:gdLst/>
            <a:ahLst/>
            <a:cxnLst/>
            <a:rect l="0" t="0" r="0" b="0"/>
            <a:pathLst>
              <a:path w="95" h="1028700">
                <a:moveTo>
                  <a:pt x="0" y="0"/>
                </a:moveTo>
                <a:lnTo>
                  <a:pt x="0" y="1028700"/>
                </a:lnTo>
              </a:path>
            </a:pathLst>
          </a:custGeom>
          <a:noFill/>
          <a:ln w="5363">
            <a:solidFill>
              <a:srgbClr val="A7C4BD"/>
            </a:solidFill>
            <a:prstDash val="solid"/>
          </a:ln>
        </p:spPr>
      </p:sp>
      <p:sp>
        <p:nvSpPr>
          <p:cNvPr id="104" name="Line 85">
            <a:extLst>
              <a:ext uri="{FF2B5EF4-FFF2-40B4-BE49-F238E27FC236}">
                <a16:creationId xmlns:a16="http://schemas.microsoft.com/office/drawing/2014/main" id="{7B1934FB-314F-47E8-98D9-004BC4678070}"/>
              </a:ext>
            </a:extLst>
          </p:cNvPr>
          <p:cNvSpPr>
            <a:spLocks noGrp="1"/>
          </p:cNvSpPr>
          <p:nvPr/>
        </p:nvSpPr>
        <p:spPr>
          <a:xfrm>
            <a:off x="5139311" y="3709242"/>
            <a:ext cx="804414" cy="45"/>
          </a:xfrm>
          <a:custGeom>
            <a:avLst/>
            <a:gdLst/>
            <a:ahLst/>
            <a:cxnLst/>
            <a:rect l="0" t="0" r="0" b="0"/>
            <a:pathLst>
              <a:path w="1714500" h="95">
                <a:moveTo>
                  <a:pt x="0" y="0"/>
                </a:moveTo>
                <a:lnTo>
                  <a:pt x="1714500" y="0"/>
                </a:lnTo>
              </a:path>
            </a:pathLst>
          </a:custGeom>
          <a:noFill/>
          <a:ln w="5363">
            <a:solidFill>
              <a:srgbClr val="A7C4BD"/>
            </a:solidFill>
            <a:prstDash val="solid"/>
          </a:ln>
        </p:spPr>
      </p:sp>
      <p:sp>
        <p:nvSpPr>
          <p:cNvPr id="105" name="Line 86">
            <a:extLst>
              <a:ext uri="{FF2B5EF4-FFF2-40B4-BE49-F238E27FC236}">
                <a16:creationId xmlns:a16="http://schemas.microsoft.com/office/drawing/2014/main" id="{74A5E639-E63C-4000-A937-F3FD4658F8F0}"/>
              </a:ext>
            </a:extLst>
          </p:cNvPr>
          <p:cNvSpPr>
            <a:spLocks noGrp="1"/>
          </p:cNvSpPr>
          <p:nvPr/>
        </p:nvSpPr>
        <p:spPr>
          <a:xfrm>
            <a:off x="5139311" y="3829904"/>
            <a:ext cx="804414" cy="45"/>
          </a:xfrm>
          <a:custGeom>
            <a:avLst/>
            <a:gdLst/>
            <a:ahLst/>
            <a:cxnLst/>
            <a:rect l="0" t="0" r="0" b="0"/>
            <a:pathLst>
              <a:path w="1714500" h="95">
                <a:moveTo>
                  <a:pt x="0" y="0"/>
                </a:moveTo>
                <a:lnTo>
                  <a:pt x="1714500" y="0"/>
                </a:lnTo>
              </a:path>
            </a:pathLst>
          </a:custGeom>
          <a:noFill/>
          <a:ln w="5363">
            <a:solidFill>
              <a:srgbClr val="A7C4BD"/>
            </a:solidFill>
            <a:prstDash val="solid"/>
          </a:ln>
        </p:spPr>
      </p:sp>
      <p:sp>
        <p:nvSpPr>
          <p:cNvPr id="106" name="Line 87">
            <a:extLst>
              <a:ext uri="{FF2B5EF4-FFF2-40B4-BE49-F238E27FC236}">
                <a16:creationId xmlns:a16="http://schemas.microsoft.com/office/drawing/2014/main" id="{A64190D6-9055-49F3-9B1E-023A600768B8}"/>
              </a:ext>
            </a:extLst>
          </p:cNvPr>
          <p:cNvSpPr>
            <a:spLocks noGrp="1"/>
          </p:cNvSpPr>
          <p:nvPr/>
        </p:nvSpPr>
        <p:spPr>
          <a:xfrm>
            <a:off x="5139311" y="3950566"/>
            <a:ext cx="804414" cy="45"/>
          </a:xfrm>
          <a:custGeom>
            <a:avLst/>
            <a:gdLst/>
            <a:ahLst/>
            <a:cxnLst/>
            <a:rect l="0" t="0" r="0" b="0"/>
            <a:pathLst>
              <a:path w="1714500" h="95">
                <a:moveTo>
                  <a:pt x="0" y="0"/>
                </a:moveTo>
                <a:lnTo>
                  <a:pt x="1714500" y="0"/>
                </a:lnTo>
              </a:path>
            </a:pathLst>
          </a:custGeom>
          <a:noFill/>
          <a:ln w="5363">
            <a:solidFill>
              <a:srgbClr val="A7C4BD"/>
            </a:solidFill>
            <a:prstDash val="solid"/>
          </a:ln>
        </p:spPr>
      </p:sp>
      <p:sp>
        <p:nvSpPr>
          <p:cNvPr id="107" name="Line 88">
            <a:extLst>
              <a:ext uri="{FF2B5EF4-FFF2-40B4-BE49-F238E27FC236}">
                <a16:creationId xmlns:a16="http://schemas.microsoft.com/office/drawing/2014/main" id="{73FD2170-B21D-4163-B5CE-F243BD8D9D65}"/>
              </a:ext>
            </a:extLst>
          </p:cNvPr>
          <p:cNvSpPr>
            <a:spLocks noGrp="1"/>
          </p:cNvSpPr>
          <p:nvPr/>
        </p:nvSpPr>
        <p:spPr>
          <a:xfrm>
            <a:off x="5139311" y="4071228"/>
            <a:ext cx="804414" cy="45"/>
          </a:xfrm>
          <a:custGeom>
            <a:avLst/>
            <a:gdLst/>
            <a:ahLst/>
            <a:cxnLst/>
            <a:rect l="0" t="0" r="0" b="0"/>
            <a:pathLst>
              <a:path w="1714500" h="95">
                <a:moveTo>
                  <a:pt x="0" y="0"/>
                </a:moveTo>
                <a:lnTo>
                  <a:pt x="1714500" y="0"/>
                </a:lnTo>
              </a:path>
            </a:pathLst>
          </a:custGeom>
          <a:noFill/>
          <a:ln w="5363">
            <a:solidFill>
              <a:srgbClr val="A7C4BD"/>
            </a:solidFill>
            <a:prstDash val="solid"/>
          </a:ln>
        </p:spPr>
      </p:sp>
      <p:sp>
        <p:nvSpPr>
          <p:cNvPr id="108" name="Line 89">
            <a:extLst>
              <a:ext uri="{FF2B5EF4-FFF2-40B4-BE49-F238E27FC236}">
                <a16:creationId xmlns:a16="http://schemas.microsoft.com/office/drawing/2014/main" id="{04152308-5CDB-4AC7-9DF1-4B7CA1515142}"/>
              </a:ext>
            </a:extLst>
          </p:cNvPr>
          <p:cNvSpPr>
            <a:spLocks noGrp="1"/>
          </p:cNvSpPr>
          <p:nvPr/>
        </p:nvSpPr>
        <p:spPr>
          <a:xfrm>
            <a:off x="5139311" y="4191891"/>
            <a:ext cx="804414" cy="45"/>
          </a:xfrm>
          <a:custGeom>
            <a:avLst/>
            <a:gdLst/>
            <a:ahLst/>
            <a:cxnLst/>
            <a:rect l="0" t="0" r="0" b="0"/>
            <a:pathLst>
              <a:path w="1714500" h="95">
                <a:moveTo>
                  <a:pt x="0" y="0"/>
                </a:moveTo>
                <a:lnTo>
                  <a:pt x="1714500" y="0"/>
                </a:lnTo>
              </a:path>
            </a:pathLst>
          </a:custGeom>
          <a:noFill/>
          <a:ln w="5363">
            <a:solidFill>
              <a:srgbClr val="A7C4BD"/>
            </a:solidFill>
            <a:prstDash val="solid"/>
          </a:ln>
        </p:spPr>
      </p:sp>
      <p:sp>
        <p:nvSpPr>
          <p:cNvPr id="109" name="Label 90 k">
            <a:extLst>
              <a:ext uri="{FF2B5EF4-FFF2-40B4-BE49-F238E27FC236}">
                <a16:creationId xmlns:a16="http://schemas.microsoft.com/office/drawing/2014/main" id="{6554FBBC-DF1B-486C-A070-4435EACB01E9}"/>
              </a:ext>
            </a:extLst>
          </p:cNvPr>
          <p:cNvSpPr>
            <a:spLocks noGrp="1"/>
          </p:cNvSpPr>
          <p:nvPr/>
        </p:nvSpPr>
        <p:spPr>
          <a:xfrm>
            <a:off x="5385104" y="3597518"/>
            <a:ext cx="111724" cy="107255"/>
          </a:xfrm>
          <a:prstGeom prst="rect">
            <a:avLst/>
          </a:prstGeom>
          <a:noFill/>
          <a:ln w="0">
            <a:noFill/>
          </a:ln>
        </p:spPr>
        <p:txBody>
          <a:bodyPr wrap="none" lIns="0" tIns="0" rIns="0" bIns="0" anchor="ctr">
            <a:noAutofit/>
          </a:bodyPr>
          <a:lstStyle/>
          <a:p>
            <a:pPr algn="ctr">
              <a:defRPr sz="704" b="1">
                <a:solidFill>
                  <a:srgbClr val="2B887C"/>
                </a:solidFill>
                <a:latin typeface="Arial"/>
                <a:ea typeface="Arial"/>
                <a:cs typeface="Arial"/>
              </a:defRPr>
            </a:pPr>
            <a:r>
              <a:rPr sz="704" b="1">
                <a:solidFill>
                  <a:srgbClr val="2B887C"/>
                </a:solidFill>
                <a:latin typeface="Arial"/>
                <a:ea typeface="Arial"/>
                <a:cs typeface="Arial"/>
              </a:rPr>
              <a:t>k</a:t>
            </a:r>
          </a:p>
        </p:txBody>
      </p:sp>
      <p:sp>
        <p:nvSpPr>
          <p:cNvPr id="110" name="Label 91 j">
            <a:extLst>
              <a:ext uri="{FF2B5EF4-FFF2-40B4-BE49-F238E27FC236}">
                <a16:creationId xmlns:a16="http://schemas.microsoft.com/office/drawing/2014/main" id="{F1AF19A9-2CB2-46F7-B3FC-FD1E2EDF0013}"/>
              </a:ext>
            </a:extLst>
          </p:cNvPr>
          <p:cNvSpPr>
            <a:spLocks noGrp="1"/>
          </p:cNvSpPr>
          <p:nvPr/>
        </p:nvSpPr>
        <p:spPr>
          <a:xfrm>
            <a:off x="5014180" y="3829904"/>
            <a:ext cx="93848" cy="120662"/>
          </a:xfrm>
          <a:prstGeom prst="rect">
            <a:avLst/>
          </a:prstGeom>
          <a:noFill/>
          <a:ln w="0">
            <a:noFill/>
          </a:ln>
        </p:spPr>
        <p:txBody>
          <a:bodyPr wrap="none" lIns="0" tIns="0" rIns="0" bIns="0" anchor="ctr">
            <a:noAutofit/>
          </a:bodyPr>
          <a:lstStyle/>
          <a:p>
            <a:pPr algn="ctr">
              <a:defRPr sz="704" b="1">
                <a:solidFill>
                  <a:srgbClr val="397FA6"/>
                </a:solidFill>
                <a:latin typeface="Arial"/>
                <a:ea typeface="Arial"/>
                <a:cs typeface="Arial"/>
              </a:defRPr>
            </a:pPr>
            <a:r>
              <a:rPr sz="704" b="1">
                <a:solidFill>
                  <a:srgbClr val="397FA6"/>
                </a:solidFill>
                <a:latin typeface="Arial"/>
                <a:ea typeface="Arial"/>
                <a:cs typeface="Arial"/>
              </a:rPr>
              <a:t>j</a:t>
            </a:r>
          </a:p>
        </p:txBody>
      </p:sp>
      <p:sp>
        <p:nvSpPr>
          <p:cNvPr id="111" name="Label 92 J × K">
            <a:extLst>
              <a:ext uri="{FF2B5EF4-FFF2-40B4-BE49-F238E27FC236}">
                <a16:creationId xmlns:a16="http://schemas.microsoft.com/office/drawing/2014/main" id="{570A1617-597E-4B0F-AE69-C49A44C3F831}"/>
              </a:ext>
            </a:extLst>
          </p:cNvPr>
          <p:cNvSpPr>
            <a:spLocks noGrp="1"/>
          </p:cNvSpPr>
          <p:nvPr/>
        </p:nvSpPr>
        <p:spPr>
          <a:xfrm>
            <a:off x="5237628" y="4249987"/>
            <a:ext cx="612248" cy="129600"/>
          </a:xfrm>
          <a:prstGeom prst="rect">
            <a:avLst/>
          </a:prstGeom>
          <a:noFill/>
          <a:ln w="0">
            <a:noFill/>
          </a:ln>
        </p:spPr>
        <p:txBody>
          <a:bodyPr wrap="none" lIns="0" tIns="0" rIns="0" bIns="0" anchor="ctr">
            <a:noAutofit/>
          </a:bodyPr>
          <a:lstStyle/>
          <a:p>
            <a:pPr algn="ctr">
              <a:defRPr sz="774" b="0">
                <a:solidFill>
                  <a:srgbClr val="6F8290"/>
                </a:solidFill>
                <a:latin typeface="Arial"/>
                <a:ea typeface="Arial"/>
                <a:cs typeface="Arial"/>
              </a:defRPr>
            </a:pPr>
            <a:r>
              <a:rPr sz="774" b="0">
                <a:solidFill>
                  <a:srgbClr val="6F8290"/>
                </a:solidFill>
                <a:latin typeface="Arial"/>
                <a:ea typeface="Arial"/>
                <a:cs typeface="Arial"/>
              </a:rPr>
              <a:t>J × K</a:t>
            </a:r>
          </a:p>
        </p:txBody>
      </p:sp>
      <p:grpSp>
        <p:nvGrpSpPr>
          <p:cNvPr id="112" name="Density voxel illustration | exp">
            <a:extLst>
              <a:ext uri="{FF2B5EF4-FFF2-40B4-BE49-F238E27FC236}">
                <a16:creationId xmlns:a16="http://schemas.microsoft.com/office/drawing/2014/main" id="{F17BDBC2-33AE-C128-EAA3-5581B99C76F7}"/>
              </a:ext>
            </a:extLst>
          </p:cNvPr>
          <p:cNvGrpSpPr/>
          <p:nvPr/>
        </p:nvGrpSpPr>
        <p:grpSpPr>
          <a:xfrm>
            <a:off x="302114" y="899142"/>
            <a:ext cx="424552" cy="375393"/>
            <a:chOff x="1179315" y="2886201"/>
            <a:chExt cx="295650" cy="262800"/>
          </a:xfrm>
        </p:grpSpPr>
        <p:sp>
          <p:nvSpPr>
            <p:cNvPr id="113"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628" cap="rnd" cmpd="sng" algn="ctr">
              <a:solidFill>
                <a:srgbClr val="367FB7">
                  <a:alpha val="70000"/>
                </a:srgbClr>
              </a:solidFill>
              <a:prstDash val="solid"/>
              <a:round/>
              <a:headEnd type="none" w="med" len="med"/>
              <a:tailEnd type="none" w="med" len="med"/>
            </a:ln>
            <a:effectLst/>
          </p:spPr>
        </p:sp>
        <p:sp>
          <p:nvSpPr>
            <p:cNvPr id="114"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628" cap="rnd" cmpd="sng" algn="ctr">
              <a:solidFill>
                <a:srgbClr val="367FB7">
                  <a:alpha val="60000"/>
                </a:srgbClr>
              </a:solidFill>
              <a:prstDash val="solid"/>
              <a:round/>
              <a:headEnd type="none" w="med" len="med"/>
              <a:tailEnd type="none" w="med" len="med"/>
            </a:ln>
            <a:effectLst/>
          </p:spPr>
        </p:sp>
        <p:sp>
          <p:nvSpPr>
            <p:cNvPr id="115"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628" cap="rnd" cmpd="sng" algn="ctr">
              <a:solidFill>
                <a:srgbClr val="367FB7"/>
              </a:solidFill>
              <a:prstDash val="solid"/>
              <a:round/>
              <a:headEnd type="none" w="med" len="med"/>
              <a:tailEnd type="none" w="med" len="med"/>
            </a:ln>
            <a:effectLst/>
          </p:spPr>
        </p:sp>
        <p:sp>
          <p:nvSpPr>
            <p:cNvPr id="116"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599" cap="rnd" cmpd="sng" algn="ctr">
              <a:noFill/>
              <a:prstDash val="solid"/>
              <a:round/>
              <a:headEnd type="none" w="med" len="med"/>
              <a:tailEnd type="none" w="med" len="med"/>
            </a:ln>
            <a:effectLst/>
          </p:spPr>
        </p:sp>
        <p:sp>
          <p:nvSpPr>
            <p:cNvPr id="117"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599" cap="rnd" cmpd="sng" algn="ctr">
              <a:no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599"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599"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599"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599"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599"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599"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599"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599"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599"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599"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599"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599"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599"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599"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599"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599"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599"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599"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599"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599"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599"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599"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599"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599"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599"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599"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599"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599"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599"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599"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599"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599"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599"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599"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599"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599"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599"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599"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599"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599"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599"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599"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599"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599"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599"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599"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599"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599"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599"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599"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599"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599"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599"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599"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599"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599"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599"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599"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599"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599"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599"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599"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599"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599"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599"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599"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599"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599"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599"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599"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599"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599"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599"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599"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599"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599"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599"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599"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599"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599"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599"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599"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599"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599"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599"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599"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599"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599"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599"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599"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599"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599"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599"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599"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599"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599"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599"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599"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599"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599"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599"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599"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599"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599"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599"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599"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599"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599"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599"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599"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599"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599"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599"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599"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599"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599"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599"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599"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599" cap="rnd" cmpd="sng" algn="ctr">
              <a:noFill/>
              <a:prstDash val="solid"/>
              <a:round/>
              <a:headEnd type="none" w="med" len="med"/>
              <a:tailEnd type="none" w="med" len="med"/>
            </a:ln>
            <a:effectLst/>
          </p:spPr>
        </p:sp>
        <p:cxnSp>
          <p:nvCxnSpPr>
            <p:cNvPr id="237"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628" cap="rnd" cmpd="sng" algn="ctr">
              <a:solidFill>
                <a:srgbClr val="367FB7"/>
              </a:solidFill>
              <a:prstDash val="solid"/>
              <a:round/>
              <a:headEnd type="none" w="med" len="med"/>
              <a:tailEnd type="none" w="med" len="med"/>
            </a:ln>
            <a:effectLst/>
          </p:spPr>
        </p:cxnSp>
        <p:cxnSp>
          <p:nvCxnSpPr>
            <p:cNvPr id="238"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628" cap="rnd" cmpd="sng" algn="ctr">
              <a:solidFill>
                <a:srgbClr val="367FB7"/>
              </a:solidFill>
              <a:prstDash val="solid"/>
              <a:round/>
              <a:headEnd type="none" w="med" len="med"/>
              <a:tailEnd type="none" w="med" len="med"/>
            </a:ln>
            <a:effectLst/>
          </p:spPr>
        </p:cxnSp>
      </p:grpSp>
      <p:grpSp>
        <p:nvGrpSpPr>
          <p:cNvPr id="239" name="Match | compact U-Net operator">
            <a:extLst>
              <a:ext uri="{FF2B5EF4-FFF2-40B4-BE49-F238E27FC236}">
                <a16:creationId xmlns:a16="http://schemas.microsoft.com/office/drawing/2014/main" id="{6128B88F-43E7-0942-7C4A-9552DEAED3C7}"/>
              </a:ext>
            </a:extLst>
          </p:cNvPr>
          <p:cNvGrpSpPr/>
          <p:nvPr/>
        </p:nvGrpSpPr>
        <p:grpSpPr>
          <a:xfrm>
            <a:off x="1313876" y="965297"/>
            <a:ext cx="464772" cy="312828"/>
            <a:chOff x="1680559" y="2920365"/>
            <a:chExt cx="333146" cy="216810"/>
          </a:xfrm>
        </p:grpSpPr>
        <p:sp>
          <p:nvSpPr>
            <p:cNvPr id="240"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270" cap="rnd" cmpd="sng" algn="ctr">
              <a:solidFill>
                <a:srgbClr val="367FB7"/>
              </a:solidFill>
              <a:prstDash val="solid"/>
              <a:round/>
              <a:headEnd type="none" w="med" len="med"/>
              <a:tailEnd type="none" w="med" len="med"/>
            </a:ln>
            <a:effectLst/>
          </p:spPr>
        </p:sp>
        <p:sp>
          <p:nvSpPr>
            <p:cNvPr id="241"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270" cap="rnd" cmpd="sng" algn="ctr">
              <a:solidFill>
                <a:srgbClr val="367FB7"/>
              </a:solidFill>
              <a:prstDash val="solid"/>
              <a:round/>
              <a:headEnd type="none" w="med" len="med"/>
              <a:tailEnd type="none" w="med" len="med"/>
            </a:ln>
            <a:effectLst/>
          </p:spPr>
        </p:sp>
        <p:sp>
          <p:nvSpPr>
            <p:cNvPr id="242"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270" cap="rnd" cmpd="sng" algn="ctr">
              <a:solidFill>
                <a:srgbClr val="367FB7"/>
              </a:solidFill>
              <a:prstDash val="solid"/>
              <a:round/>
              <a:headEnd type="none" w="med" len="med"/>
              <a:tailEnd type="none" w="med" len="med"/>
            </a:ln>
            <a:effectLst/>
          </p:spPr>
        </p:sp>
        <p:sp>
          <p:nvSpPr>
            <p:cNvPr id="243"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73" b="1" i="0" baseline="0" dirty="0">
                  <a:solidFill>
                    <a:srgbClr val="367FB7"/>
                  </a:solidFill>
                  <a:latin typeface="Arial"/>
                  <a:ea typeface="Arial"/>
                  <a:cs typeface="Arial"/>
                </a:rPr>
                <a:t>U-Net</a:t>
              </a:r>
              <a:endParaRPr lang="en-US" sz="673"/>
            </a:p>
          </p:txBody>
        </p:sp>
      </p:grpSp>
      <p:grpSp>
        <p:nvGrpSpPr>
          <p:cNvPr id="244" name="Base voxel summary h_j^vox">
            <a:extLst>
              <a:ext uri="{FF2B5EF4-FFF2-40B4-BE49-F238E27FC236}">
                <a16:creationId xmlns:a16="http://schemas.microsoft.com/office/drawing/2014/main" id="{79AC2BE8-FFB5-CB34-4DD1-EB168FB65885}"/>
              </a:ext>
            </a:extLst>
          </p:cNvPr>
          <p:cNvGrpSpPr/>
          <p:nvPr/>
        </p:nvGrpSpPr>
        <p:grpSpPr>
          <a:xfrm>
            <a:off x="2408773" y="1068083"/>
            <a:ext cx="589903" cy="111724"/>
            <a:chOff x="2375055" y="3012345"/>
            <a:chExt cx="400770" cy="78840"/>
          </a:xfrm>
        </p:grpSpPr>
        <p:sp>
          <p:nvSpPr>
            <p:cNvPr id="245"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599" cap="rnd" cmpd="sng" algn="ctr">
              <a:noFill/>
              <a:prstDash val="solid"/>
              <a:round/>
              <a:headEnd type="none" w="med" len="med"/>
              <a:tailEnd type="none" w="med" len="med"/>
            </a:ln>
            <a:effectLst/>
          </p:spPr>
        </p:sp>
        <p:sp>
          <p:nvSpPr>
            <p:cNvPr id="246"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599" cap="rnd" cmpd="sng" algn="ctr">
              <a:noFill/>
              <a:prstDash val="solid"/>
              <a:round/>
              <a:headEnd type="none" w="med" len="med"/>
              <a:tailEnd type="none" w="med" len="med"/>
            </a:ln>
            <a:effectLst/>
          </p:spPr>
        </p:sp>
        <p:sp>
          <p:nvSpPr>
            <p:cNvPr id="247"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599" cap="rnd" cmpd="sng" algn="ctr">
              <a:noFill/>
              <a:prstDash val="solid"/>
              <a:round/>
              <a:headEnd type="none" w="med" len="med"/>
              <a:tailEnd type="none" w="med" len="med"/>
            </a:ln>
            <a:effectLst/>
          </p:spPr>
        </p:sp>
        <p:sp>
          <p:nvSpPr>
            <p:cNvPr id="248"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599" cap="rnd" cmpd="sng" algn="ctr">
              <a:noFill/>
              <a:prstDash val="solid"/>
              <a:round/>
              <a:headEnd type="none" w="med" len="med"/>
              <a:tailEnd type="none" w="med" len="med"/>
            </a:ln>
            <a:effectLst/>
          </p:spPr>
        </p:sp>
        <p:sp>
          <p:nvSpPr>
            <p:cNvPr id="249"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599" cap="rnd" cmpd="sng" algn="ctr">
              <a:noFill/>
              <a:prstDash val="solid"/>
              <a:round/>
              <a:headEnd type="none" w="med" len="med"/>
              <a:tailEnd type="none" w="med" len="med"/>
            </a:ln>
            <a:effectLst/>
          </p:spPr>
        </p:sp>
        <p:sp>
          <p:nvSpPr>
            <p:cNvPr id="250"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599" cap="rnd" cmpd="sng" algn="ctr">
              <a:noFill/>
              <a:prstDash val="solid"/>
              <a:round/>
              <a:headEnd type="none" w="med" len="med"/>
              <a:tailEnd type="none" w="med" len="med"/>
            </a:ln>
            <a:effectLst/>
          </p:spPr>
        </p:sp>
        <p:sp>
          <p:nvSpPr>
            <p:cNvPr id="251"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599" cap="rnd" cmpd="sng" algn="ctr">
              <a:noFill/>
              <a:prstDash val="solid"/>
              <a:round/>
              <a:headEnd type="none" w="med" len="med"/>
              <a:tailEnd type="none" w="med" len="med"/>
            </a:ln>
            <a:effectLst/>
          </p:spPr>
        </p:sp>
      </p:grpSp>
      <p:grpSp>
        <p:nvGrpSpPr>
          <p:cNvPr id="252" name="Local receptor pocket | atom environment">
            <a:extLst>
              <a:ext uri="{FF2B5EF4-FFF2-40B4-BE49-F238E27FC236}">
                <a16:creationId xmlns:a16="http://schemas.microsoft.com/office/drawing/2014/main" id="{8A546335-9C89-DCEA-5E5B-E281D0EDC93A}"/>
              </a:ext>
            </a:extLst>
          </p:cNvPr>
          <p:cNvGrpSpPr/>
          <p:nvPr/>
        </p:nvGrpSpPr>
        <p:grpSpPr>
          <a:xfrm>
            <a:off x="500525" y="1823338"/>
            <a:ext cx="393269" cy="299421"/>
            <a:chOff x="1295748" y="3525328"/>
            <a:chExt cx="304113" cy="219890"/>
          </a:xfrm>
        </p:grpSpPr>
        <p:sp>
          <p:nvSpPr>
            <p:cNvPr id="253"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254"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255"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256"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57"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58"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259"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260"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261"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262"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263"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264"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265"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66"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67"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268"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269"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270"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271"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272"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73"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274"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275"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76"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277"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78"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279"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280"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281"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82"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283"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284"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285"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286"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287"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288"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289"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290"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291"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292"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293"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294"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95"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96"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297"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298"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299"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300"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01"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302"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03"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304"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305"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06"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07"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308"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309"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10"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11"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12"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13"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314"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15"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16"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17"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18"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319"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20"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21"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22"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323"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24"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325"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326"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327"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28"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329"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30"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31"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32"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333"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334"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335"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36"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337"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grpSp>
        <p:nvGrpSpPr>
          <p:cNvPr id="338" name="Feature vector">
            <a:extLst>
              <a:ext uri="{FF2B5EF4-FFF2-40B4-BE49-F238E27FC236}">
                <a16:creationId xmlns:a16="http://schemas.microsoft.com/office/drawing/2014/main" id="{A560D1CF-DAE6-BC3C-8BCA-8EBDA8CCF180}"/>
              </a:ext>
            </a:extLst>
          </p:cNvPr>
          <p:cNvGrpSpPr/>
          <p:nvPr/>
        </p:nvGrpSpPr>
        <p:grpSpPr>
          <a:xfrm>
            <a:off x="491587" y="2154042"/>
            <a:ext cx="415614" cy="58097"/>
            <a:chOff x="1274580" y="3787605"/>
            <a:chExt cx="338355" cy="49275"/>
          </a:xfrm>
        </p:grpSpPr>
        <p:sp>
          <p:nvSpPr>
            <p:cNvPr id="339"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599" cap="rnd" cmpd="sng" algn="ctr">
              <a:noFill/>
              <a:prstDash val="solid"/>
              <a:round/>
              <a:headEnd type="none" w="med" len="med"/>
              <a:tailEnd type="none" w="med" len="med"/>
            </a:ln>
            <a:effectLst/>
          </p:spPr>
        </p:sp>
        <p:sp>
          <p:nvSpPr>
            <p:cNvPr id="340"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599" cap="rnd" cmpd="sng" algn="ctr">
              <a:noFill/>
              <a:prstDash val="solid"/>
              <a:round/>
              <a:headEnd type="none" w="med" len="med"/>
              <a:tailEnd type="none" w="med" len="med"/>
            </a:ln>
            <a:effectLst/>
          </p:spPr>
        </p:sp>
        <p:sp>
          <p:nvSpPr>
            <p:cNvPr id="341"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599" cap="rnd" cmpd="sng" algn="ctr">
              <a:noFill/>
              <a:prstDash val="solid"/>
              <a:round/>
              <a:headEnd type="none" w="med" len="med"/>
              <a:tailEnd type="none" w="med" len="med"/>
            </a:ln>
            <a:effectLst/>
          </p:spPr>
        </p:sp>
        <p:sp>
          <p:nvSpPr>
            <p:cNvPr id="342"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599" cap="rnd" cmpd="sng" algn="ctr">
              <a:noFill/>
              <a:prstDash val="solid"/>
              <a:round/>
              <a:headEnd type="none" w="med" len="med"/>
              <a:tailEnd type="none" w="med" len="med"/>
            </a:ln>
            <a:effectLst/>
          </p:spPr>
        </p:sp>
        <p:sp>
          <p:nvSpPr>
            <p:cNvPr id="343"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599" cap="rnd" cmpd="sng" algn="ctr">
              <a:noFill/>
              <a:prstDash val="solid"/>
              <a:round/>
              <a:headEnd type="none" w="med" len="med"/>
              <a:tailEnd type="none" w="med" len="med"/>
            </a:ln>
            <a:effectLst/>
          </p:spPr>
        </p:sp>
        <p:sp>
          <p:nvSpPr>
            <p:cNvPr id="344"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599" cap="rnd" cmpd="sng" algn="ctr">
              <a:noFill/>
              <a:prstDash val="solid"/>
              <a:round/>
              <a:headEnd type="none" w="med" len="med"/>
              <a:tailEnd type="none" w="med" len="med"/>
            </a:ln>
            <a:effectLst/>
          </p:spPr>
        </p:sp>
        <p:sp>
          <p:nvSpPr>
            <p:cNvPr id="345"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599" cap="rnd" cmpd="sng" algn="ctr">
              <a:noFill/>
              <a:prstDash val="solid"/>
              <a:round/>
              <a:headEnd type="none" w="med" len="med"/>
              <a:tailEnd type="none" w="med" len="med"/>
            </a:ln>
            <a:effectLst/>
          </p:spPr>
        </p:sp>
      </p:grpSp>
      <p:sp>
        <p:nvSpPr>
          <p:cNvPr id="346" name="Candidate blob | editable contour">
            <a:extLst>
              <a:ext uri="{FF2B5EF4-FFF2-40B4-BE49-F238E27FC236}">
                <a16:creationId xmlns:a16="http://schemas.microsoft.com/office/drawing/2014/main" id="{DD152797-C49A-6F84-763F-2B8A80C79150}"/>
              </a:ext>
            </a:extLst>
          </p:cNvPr>
          <p:cNvSpPr/>
          <p:nvPr/>
        </p:nvSpPr>
        <p:spPr>
          <a:xfrm>
            <a:off x="1318345" y="1863559"/>
            <a:ext cx="339641" cy="218979"/>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47" name="ellipse_2612">
            <a:extLst>
              <a:ext uri="{FF2B5EF4-FFF2-40B4-BE49-F238E27FC236}">
                <a16:creationId xmlns:a16="http://schemas.microsoft.com/office/drawing/2014/main" id="{054E2078-AECF-BEDC-52E3-044625A8D5D7}"/>
              </a:ext>
            </a:extLst>
          </p:cNvPr>
          <p:cNvSpPr/>
          <p:nvPr/>
        </p:nvSpPr>
        <p:spPr>
          <a:xfrm>
            <a:off x="1345159" y="1881435"/>
            <a:ext cx="178759" cy="75972"/>
          </a:xfrm>
          <a:prstGeom prst="ellipse">
            <a:avLst/>
          </a:prstGeom>
          <a:solidFill>
            <a:srgbClr val="FFFFFF">
              <a:alpha val="35000"/>
            </a:srgbClr>
          </a:solidFill>
          <a:ln w="3285" cap="rnd" cmpd="sng" algn="ctr">
            <a:noFill/>
            <a:prstDash val="solid"/>
            <a:round/>
            <a:headEnd type="none" w="med" len="med"/>
            <a:tailEnd type="none" w="med" len="med"/>
          </a:ln>
          <a:effectLst/>
        </p:spPr>
      </p:sp>
      <p:grpSp>
        <p:nvGrpSpPr>
          <p:cNvPr id="348" name="Pseudo-atom sampling points; no chemical bonds">
            <a:extLst>
              <a:ext uri="{FF2B5EF4-FFF2-40B4-BE49-F238E27FC236}">
                <a16:creationId xmlns:a16="http://schemas.microsoft.com/office/drawing/2014/main" id="{EA6D3834-51AA-0EDB-5019-9107894EC30B}"/>
              </a:ext>
            </a:extLst>
          </p:cNvPr>
          <p:cNvGrpSpPr/>
          <p:nvPr/>
        </p:nvGrpSpPr>
        <p:grpSpPr>
          <a:xfrm>
            <a:off x="2051196" y="1859090"/>
            <a:ext cx="290483" cy="218979"/>
            <a:chOff x="2356083" y="3581646"/>
            <a:chExt cx="132815" cy="121377"/>
          </a:xfrm>
        </p:grpSpPr>
        <p:sp>
          <p:nvSpPr>
            <p:cNvPr id="349"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0"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1"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grpSp>
      <p:grpSp>
        <p:nvGrpSpPr>
          <p:cNvPr id="359" name="Candidate representation h_j">
            <a:extLst>
              <a:ext uri="{FF2B5EF4-FFF2-40B4-BE49-F238E27FC236}">
                <a16:creationId xmlns:a16="http://schemas.microsoft.com/office/drawing/2014/main" id="{E808B083-4417-1771-308C-398A37FB7F8E}"/>
              </a:ext>
            </a:extLst>
          </p:cNvPr>
          <p:cNvGrpSpPr/>
          <p:nvPr/>
        </p:nvGrpSpPr>
        <p:grpSpPr>
          <a:xfrm>
            <a:off x="2408773" y="3324911"/>
            <a:ext cx="589903" cy="111724"/>
            <a:chOff x="2641140" y="4746825"/>
            <a:chExt cx="397485" cy="72270"/>
          </a:xfrm>
        </p:grpSpPr>
        <p:sp>
          <p:nvSpPr>
            <p:cNvPr id="360"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599" cap="rnd" cmpd="sng" algn="ctr">
              <a:noFill/>
              <a:prstDash val="solid"/>
              <a:round/>
              <a:headEnd type="none" w="med" len="med"/>
              <a:tailEnd type="none" w="med" len="med"/>
            </a:ln>
            <a:effectLst/>
          </p:spPr>
        </p:sp>
        <p:sp>
          <p:nvSpPr>
            <p:cNvPr id="361"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599" cap="rnd" cmpd="sng" algn="ctr">
              <a:noFill/>
              <a:prstDash val="solid"/>
              <a:round/>
              <a:headEnd type="none" w="med" len="med"/>
              <a:tailEnd type="none" w="med" len="med"/>
            </a:ln>
            <a:effectLst/>
          </p:spPr>
        </p:sp>
        <p:sp>
          <p:nvSpPr>
            <p:cNvPr id="362"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599" cap="rnd" cmpd="sng" algn="ctr">
              <a:noFill/>
              <a:prstDash val="solid"/>
              <a:round/>
              <a:headEnd type="none" w="med" len="med"/>
              <a:tailEnd type="none" w="med" len="med"/>
            </a:ln>
            <a:effectLst/>
          </p:spPr>
        </p:sp>
        <p:sp>
          <p:nvSpPr>
            <p:cNvPr id="363"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599" cap="rnd" cmpd="sng" algn="ctr">
              <a:noFill/>
              <a:prstDash val="solid"/>
              <a:round/>
              <a:headEnd type="none" w="med" len="med"/>
              <a:tailEnd type="none" w="med" len="med"/>
            </a:ln>
            <a:effectLst/>
          </p:spPr>
        </p:sp>
        <p:sp>
          <p:nvSpPr>
            <p:cNvPr id="364"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599" cap="rnd" cmpd="sng" algn="ctr">
              <a:noFill/>
              <a:prstDash val="solid"/>
              <a:round/>
              <a:headEnd type="none" w="med" len="med"/>
              <a:tailEnd type="none" w="med" len="med"/>
            </a:ln>
            <a:effectLst/>
          </p:spPr>
        </p:sp>
        <p:sp>
          <p:nvSpPr>
            <p:cNvPr id="365"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599" cap="rnd" cmpd="sng" algn="ctr">
              <a:noFill/>
              <a:prstDash val="solid"/>
              <a:round/>
              <a:headEnd type="none" w="med" len="med"/>
              <a:tailEnd type="none" w="med" len="med"/>
            </a:ln>
            <a:effectLst/>
          </p:spPr>
        </p:sp>
        <p:sp>
          <p:nvSpPr>
            <p:cNvPr id="366"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599" cap="rnd" cmpd="sng" algn="ctr">
              <a:noFill/>
              <a:prstDash val="solid"/>
              <a:round/>
              <a:headEnd type="none" w="med" len="med"/>
              <a:tailEnd type="none" w="med" len="med"/>
            </a:ln>
            <a:effectLst/>
          </p:spPr>
        </p:sp>
      </p:grpSp>
      <p:grpSp>
        <p:nvGrpSpPr>
          <p:cNvPr id="367" name="Own molecular graph | preserved original"/>
          <p:cNvGrpSpPr/>
          <p:nvPr/>
        </p:nvGrpSpPr>
        <p:grpSpPr>
          <a:xfrm>
            <a:off x="3494732" y="1537324"/>
            <a:ext cx="397738" cy="272607"/>
            <a:chOff x="2933657" y="2962431"/>
            <a:chExt cx="311024" cy="187573"/>
          </a:xfrm>
        </p:grpSpPr>
        <p:cxnSp>
          <p:nvCxnSpPr>
            <p:cNvPr id="368"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369"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370"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371"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372"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373"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374"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375"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76"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77"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78"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79"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80"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81"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grpSp>
        <p:nvGrpSpPr>
          <p:cNvPr id="382" name="Language vector v_k">
            <a:extLst>
              <a:ext uri="{FF2B5EF4-FFF2-40B4-BE49-F238E27FC236}">
                <a16:creationId xmlns:a16="http://schemas.microsoft.com/office/drawing/2014/main" id="{581DCD05-3DE1-0842-01CE-4207D1A743B0}"/>
              </a:ext>
            </a:extLst>
          </p:cNvPr>
          <p:cNvGrpSpPr/>
          <p:nvPr/>
        </p:nvGrpSpPr>
        <p:grpSpPr>
          <a:xfrm>
            <a:off x="5465545" y="2100414"/>
            <a:ext cx="554152" cy="53628"/>
            <a:chOff x="3942000" y="3774465"/>
            <a:chExt cx="338355" cy="75555"/>
          </a:xfrm>
        </p:grpSpPr>
        <p:sp>
          <p:nvSpPr>
            <p:cNvPr id="38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38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38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599" cap="rnd" cmpd="sng" algn="ctr">
              <a:noFill/>
              <a:prstDash val="solid"/>
              <a:round/>
              <a:headEnd type="none" w="med" len="med"/>
              <a:tailEnd type="none" w="med" len="med"/>
            </a:ln>
            <a:effectLst/>
          </p:spPr>
        </p:sp>
        <p:sp>
          <p:nvSpPr>
            <p:cNvPr id="38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599" cap="rnd" cmpd="sng" algn="ctr">
              <a:noFill/>
              <a:prstDash val="solid"/>
              <a:round/>
              <a:headEnd type="none" w="med" len="med"/>
              <a:tailEnd type="none" w="med" len="med"/>
            </a:ln>
            <a:effectLst/>
          </p:spPr>
        </p:sp>
        <p:sp>
          <p:nvSpPr>
            <p:cNvPr id="38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38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38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599" cap="rnd" cmpd="sng" algn="ctr">
              <a:noFill/>
              <a:prstDash val="solid"/>
              <a:round/>
              <a:headEnd type="none" w="med" len="med"/>
              <a:tailEnd type="none" w="med" len="med"/>
            </a:ln>
            <a:effectLst/>
          </p:spPr>
        </p:sp>
      </p:grpSp>
      <p:grpSp>
        <p:nvGrpSpPr>
          <p:cNvPr id="390" name="Language vector v_k">
            <a:extLst>
              <a:ext uri="{FF2B5EF4-FFF2-40B4-BE49-F238E27FC236}">
                <a16:creationId xmlns:a16="http://schemas.microsoft.com/office/drawing/2014/main" id="{581DCD05-3DE1-0842-01CE-4207D1A743B0}"/>
              </a:ext>
            </a:extLst>
          </p:cNvPr>
          <p:cNvGrpSpPr/>
          <p:nvPr/>
        </p:nvGrpSpPr>
        <p:grpSpPr>
          <a:xfrm>
            <a:off x="5465545" y="2176387"/>
            <a:ext cx="554152" cy="53628"/>
            <a:chOff x="3942000" y="3774465"/>
            <a:chExt cx="338355" cy="75555"/>
          </a:xfrm>
        </p:grpSpPr>
        <p:sp>
          <p:nvSpPr>
            <p:cNvPr id="39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39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39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599" cap="rnd" cmpd="sng" algn="ctr">
              <a:noFill/>
              <a:prstDash val="solid"/>
              <a:round/>
              <a:headEnd type="none" w="med" len="med"/>
              <a:tailEnd type="none" w="med" len="med"/>
            </a:ln>
            <a:effectLst/>
          </p:spPr>
        </p:sp>
        <p:sp>
          <p:nvSpPr>
            <p:cNvPr id="39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599" cap="rnd" cmpd="sng" algn="ctr">
              <a:noFill/>
              <a:prstDash val="solid"/>
              <a:round/>
              <a:headEnd type="none" w="med" len="med"/>
              <a:tailEnd type="none" w="med" len="med"/>
            </a:ln>
            <a:effectLst/>
          </p:spPr>
        </p:sp>
        <p:sp>
          <p:nvSpPr>
            <p:cNvPr id="39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39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39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599" cap="rnd" cmpd="sng" algn="ctr">
              <a:noFill/>
              <a:prstDash val="solid"/>
              <a:round/>
              <a:headEnd type="none" w="med" len="med"/>
              <a:tailEnd type="none" w="med" len="med"/>
            </a:ln>
            <a:effectLst/>
          </p:spPr>
        </p:sp>
      </p:grpSp>
      <p:grpSp>
        <p:nvGrpSpPr>
          <p:cNvPr id="398" name="Language vector v_k">
            <a:extLst>
              <a:ext uri="{FF2B5EF4-FFF2-40B4-BE49-F238E27FC236}">
                <a16:creationId xmlns:a16="http://schemas.microsoft.com/office/drawing/2014/main" id="{581DCD05-3DE1-0842-01CE-4207D1A743B0}"/>
              </a:ext>
            </a:extLst>
          </p:cNvPr>
          <p:cNvGrpSpPr/>
          <p:nvPr/>
        </p:nvGrpSpPr>
        <p:grpSpPr>
          <a:xfrm>
            <a:off x="5465545" y="2252359"/>
            <a:ext cx="554152" cy="53628"/>
            <a:chOff x="3942000" y="3774465"/>
            <a:chExt cx="338355" cy="75555"/>
          </a:xfrm>
        </p:grpSpPr>
        <p:sp>
          <p:nvSpPr>
            <p:cNvPr id="39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40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40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599" cap="rnd" cmpd="sng" algn="ctr">
              <a:noFill/>
              <a:prstDash val="solid"/>
              <a:round/>
              <a:headEnd type="none" w="med" len="med"/>
              <a:tailEnd type="none" w="med" len="med"/>
            </a:ln>
            <a:effectLst/>
          </p:spPr>
        </p:sp>
        <p:sp>
          <p:nvSpPr>
            <p:cNvPr id="40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599" cap="rnd" cmpd="sng" algn="ctr">
              <a:noFill/>
              <a:prstDash val="solid"/>
              <a:round/>
              <a:headEnd type="none" w="med" len="med"/>
              <a:tailEnd type="none" w="med" len="med"/>
            </a:ln>
            <a:effectLst/>
          </p:spPr>
        </p:sp>
        <p:sp>
          <p:nvSpPr>
            <p:cNvPr id="40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40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40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599" cap="rnd" cmpd="sng" algn="ctr">
              <a:noFill/>
              <a:prstDash val="solid"/>
              <a:round/>
              <a:headEnd type="none" w="med" len="med"/>
              <a:tailEnd type="none" w="med" len="med"/>
            </a:ln>
            <a:effectLst/>
          </p:spPr>
        </p:sp>
      </p:grpSp>
      <p:grpSp>
        <p:nvGrpSpPr>
          <p:cNvPr id="406" name="Language vector v_k">
            <a:extLst>
              <a:ext uri="{FF2B5EF4-FFF2-40B4-BE49-F238E27FC236}">
                <a16:creationId xmlns:a16="http://schemas.microsoft.com/office/drawing/2014/main" id="{581DCD05-3DE1-0842-01CE-4207D1A743B0}"/>
              </a:ext>
            </a:extLst>
          </p:cNvPr>
          <p:cNvGrpSpPr/>
          <p:nvPr/>
        </p:nvGrpSpPr>
        <p:grpSpPr>
          <a:xfrm>
            <a:off x="4491311" y="2565187"/>
            <a:ext cx="536276" cy="89379"/>
            <a:chOff x="3942000" y="3774465"/>
            <a:chExt cx="338355" cy="75555"/>
          </a:xfrm>
        </p:grpSpPr>
        <p:sp>
          <p:nvSpPr>
            <p:cNvPr id="407"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408"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409"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599" cap="rnd" cmpd="sng" algn="ctr">
              <a:noFill/>
              <a:prstDash val="solid"/>
              <a:round/>
              <a:headEnd type="none" w="med" len="med"/>
              <a:tailEnd type="none" w="med" len="med"/>
            </a:ln>
            <a:effectLst/>
          </p:spPr>
        </p:sp>
        <p:sp>
          <p:nvSpPr>
            <p:cNvPr id="410"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599" cap="rnd" cmpd="sng" algn="ctr">
              <a:noFill/>
              <a:prstDash val="solid"/>
              <a:round/>
              <a:headEnd type="none" w="med" len="med"/>
              <a:tailEnd type="none" w="med" len="med"/>
            </a:ln>
            <a:effectLst/>
          </p:spPr>
        </p:sp>
        <p:sp>
          <p:nvSpPr>
            <p:cNvPr id="411"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412"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413"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599" cap="rnd" cmpd="sng" algn="ctr">
              <a:noFill/>
              <a:prstDash val="solid"/>
              <a:round/>
              <a:headEnd type="none" w="med" len="med"/>
              <a:tailEnd type="none" w="med" len="med"/>
            </a:ln>
            <a:effectLst/>
          </p:spPr>
        </p:sp>
      </p:grpSp>
      <p:sp>
        <p:nvSpPr>
          <p:cNvPr id="426" name="feature_1">
            <a:extLst>
              <a:ext uri="{FF2B5EF4-FFF2-40B4-BE49-F238E27FC236}">
                <a16:creationId xmlns:a16="http://schemas.microsoft.com/office/drawing/2014/main" id="{D0C87E3F-4462-5E8C-A497-5B4484F686FB}"/>
              </a:ext>
            </a:extLst>
          </p:cNvPr>
          <p:cNvSpPr/>
          <p:nvPr/>
        </p:nvSpPr>
        <p:spPr>
          <a:xfrm>
            <a:off x="4476376" y="3316183"/>
            <a:ext cx="80093" cy="111724"/>
          </a:xfrm>
          <a:prstGeom prst="rect">
            <a:avLst/>
          </a:prstGeom>
          <a:solidFill>
            <a:srgbClr val="367FB7"/>
          </a:solidFill>
          <a:ln w="4599" cap="rnd" cmpd="sng" algn="ctr">
            <a:noFill/>
            <a:prstDash val="solid"/>
            <a:round/>
            <a:headEnd type="none" w="med" len="med"/>
            <a:tailEnd type="none" w="med" len="med"/>
          </a:ln>
          <a:effectLst/>
        </p:spPr>
      </p:sp>
      <p:sp>
        <p:nvSpPr>
          <p:cNvPr id="428" name="feature_2">
            <a:extLst>
              <a:ext uri="{FF2B5EF4-FFF2-40B4-BE49-F238E27FC236}">
                <a16:creationId xmlns:a16="http://schemas.microsoft.com/office/drawing/2014/main" id="{DF7C1CA3-BAA3-DA61-B0F0-ECE1129373A5}"/>
              </a:ext>
            </a:extLst>
          </p:cNvPr>
          <p:cNvSpPr/>
          <p:nvPr/>
        </p:nvSpPr>
        <p:spPr>
          <a:xfrm>
            <a:off x="4561345" y="3316183"/>
            <a:ext cx="80093" cy="111724"/>
          </a:xfrm>
          <a:prstGeom prst="rect">
            <a:avLst/>
          </a:prstGeom>
          <a:solidFill>
            <a:srgbClr val="7EAED0"/>
          </a:solidFill>
          <a:ln w="4599" cap="rnd" cmpd="sng" algn="ctr">
            <a:noFill/>
            <a:prstDash val="solid"/>
            <a:round/>
            <a:headEnd type="none" w="med" len="med"/>
            <a:tailEnd type="none" w="med" len="med"/>
          </a:ln>
          <a:effectLst/>
        </p:spPr>
      </p:sp>
      <p:sp>
        <p:nvSpPr>
          <p:cNvPr id="430" name="feature_3">
            <a:extLst>
              <a:ext uri="{FF2B5EF4-FFF2-40B4-BE49-F238E27FC236}">
                <a16:creationId xmlns:a16="http://schemas.microsoft.com/office/drawing/2014/main" id="{EBDB3635-BD91-4373-04E9-68E711987167}"/>
              </a:ext>
            </a:extLst>
          </p:cNvPr>
          <p:cNvSpPr/>
          <p:nvPr/>
        </p:nvSpPr>
        <p:spPr>
          <a:xfrm>
            <a:off x="4646313" y="3316183"/>
            <a:ext cx="80093" cy="111724"/>
          </a:xfrm>
          <a:prstGeom prst="rect">
            <a:avLst/>
          </a:prstGeom>
          <a:solidFill>
            <a:srgbClr val="BCD8E7"/>
          </a:solidFill>
          <a:ln w="4599" cap="rnd" cmpd="sng" algn="ctr">
            <a:noFill/>
            <a:prstDash val="solid"/>
            <a:round/>
            <a:headEnd type="none" w="med" len="med"/>
            <a:tailEnd type="none" w="med" len="med"/>
          </a:ln>
          <a:effectLst/>
        </p:spPr>
      </p:sp>
      <p:sp>
        <p:nvSpPr>
          <p:cNvPr id="432" name="feature_4">
            <a:extLst>
              <a:ext uri="{FF2B5EF4-FFF2-40B4-BE49-F238E27FC236}">
                <a16:creationId xmlns:a16="http://schemas.microsoft.com/office/drawing/2014/main" id="{79504D30-D894-43E6-5908-D56FF9953CE4}"/>
              </a:ext>
            </a:extLst>
          </p:cNvPr>
          <p:cNvSpPr/>
          <p:nvPr/>
        </p:nvSpPr>
        <p:spPr>
          <a:xfrm>
            <a:off x="4731282" y="3316183"/>
            <a:ext cx="80093" cy="111724"/>
          </a:xfrm>
          <a:prstGeom prst="rect">
            <a:avLst/>
          </a:prstGeom>
          <a:solidFill>
            <a:srgbClr val="88C3B4"/>
          </a:solidFill>
          <a:ln w="4599" cap="rnd" cmpd="sng" algn="ctr">
            <a:noFill/>
            <a:prstDash val="solid"/>
            <a:round/>
            <a:headEnd type="none" w="med" len="med"/>
            <a:tailEnd type="none" w="med" len="med"/>
          </a:ln>
          <a:effectLst/>
        </p:spPr>
      </p:sp>
      <p:sp>
        <p:nvSpPr>
          <p:cNvPr id="434" name="feature_5">
            <a:extLst>
              <a:ext uri="{FF2B5EF4-FFF2-40B4-BE49-F238E27FC236}">
                <a16:creationId xmlns:a16="http://schemas.microsoft.com/office/drawing/2014/main" id="{76F42016-9496-AFBD-5B7C-4998A4695A12}"/>
              </a:ext>
            </a:extLst>
          </p:cNvPr>
          <p:cNvSpPr/>
          <p:nvPr/>
        </p:nvSpPr>
        <p:spPr>
          <a:xfrm>
            <a:off x="4816249" y="3316183"/>
            <a:ext cx="80093" cy="111724"/>
          </a:xfrm>
          <a:prstGeom prst="rect">
            <a:avLst/>
          </a:prstGeom>
          <a:solidFill>
            <a:srgbClr val="238777"/>
          </a:solidFill>
          <a:ln w="4599"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C4052491-7677-D867-C875-20C946C836BE}"/>
              </a:ext>
            </a:extLst>
          </p:cNvPr>
          <p:cNvSpPr/>
          <p:nvPr/>
        </p:nvSpPr>
        <p:spPr>
          <a:xfrm>
            <a:off x="4901217" y="3316183"/>
            <a:ext cx="80093" cy="111724"/>
          </a:xfrm>
          <a:prstGeom prst="rect">
            <a:avLst/>
          </a:prstGeom>
          <a:solidFill>
            <a:srgbClr val="B1A4CC"/>
          </a:solidFill>
          <a:ln w="4599" cap="rnd" cmpd="sng" algn="ctr">
            <a:noFill/>
            <a:prstDash val="solid"/>
            <a:round/>
            <a:headEnd type="none" w="med" len="med"/>
            <a:tailEnd type="none" w="med" len="med"/>
          </a:ln>
          <a:effectLst/>
        </p:spPr>
      </p:sp>
      <p:sp>
        <p:nvSpPr>
          <p:cNvPr id="438" name="feature_7">
            <a:extLst>
              <a:ext uri="{FF2B5EF4-FFF2-40B4-BE49-F238E27FC236}">
                <a16:creationId xmlns:a16="http://schemas.microsoft.com/office/drawing/2014/main" id="{AA37B73A-423C-C8F5-D044-47BE29C59CBC}"/>
              </a:ext>
            </a:extLst>
          </p:cNvPr>
          <p:cNvSpPr/>
          <p:nvPr/>
        </p:nvSpPr>
        <p:spPr>
          <a:xfrm>
            <a:off x="4986186" y="3316183"/>
            <a:ext cx="80093" cy="111724"/>
          </a:xfrm>
          <a:prstGeom prst="rect">
            <a:avLst/>
          </a:prstGeom>
          <a:solidFill>
            <a:srgbClr val="D4CBE6"/>
          </a:solidFill>
          <a:ln w="4599" cap="rnd" cmpd="sng" algn="ctr">
            <a:noFill/>
            <a:prstDash val="solid"/>
            <a:round/>
            <a:headEnd type="none" w="med" len="med"/>
            <a:tailEnd type="none" w="med" len="med"/>
          </a:ln>
          <a:effectLst/>
        </p:spPr>
      </p:sp>
      <p:sp>
        <p:nvSpPr>
          <p:cNvPr id="440" name="Operator Mean/max pool">
            <a:extLst>
              <a:ext uri="{FF2B5EF4-FFF2-40B4-BE49-F238E27FC236}">
                <a16:creationId xmlns:a16="http://schemas.microsoft.com/office/drawing/2014/main" id="{6ADE3D10-57EC-981C-25D7-A953CB187C22}"/>
              </a:ext>
            </a:extLst>
          </p:cNvPr>
          <p:cNvSpPr>
            <a:spLocks noGrp="1"/>
          </p:cNvSpPr>
          <p:nvPr/>
        </p:nvSpPr>
        <p:spPr>
          <a:xfrm>
            <a:off x="1503807" y="2500741"/>
            <a:ext cx="938483" cy="218979"/>
          </a:xfrm>
          <a:prstGeom prst="roundRect">
            <a:avLst>
              <a:gd name="adj" fmla="val 14286"/>
            </a:avLst>
          </a:prstGeom>
          <a:solidFill>
            <a:srgbClr val="FFFFFF"/>
          </a:solidFill>
          <a:ln w="7150">
            <a:solidFill>
              <a:srgbClr val="2B887C"/>
            </a:solidFill>
          </a:ln>
        </p:spPr>
        <p:txBody>
          <a:bodyPr wrap="none" lIns="28575" tIns="9525" rIns="28575" bIns="9525" anchor="ctr">
            <a:noAutofit/>
          </a:bodyPr>
          <a:lstStyle/>
          <a:p>
            <a:pPr algn="ctr">
              <a:defRPr sz="809" b="1">
                <a:solidFill>
                  <a:srgbClr val="2B887C"/>
                </a:solidFill>
                <a:latin typeface="Arial"/>
                <a:ea typeface="Arial"/>
                <a:cs typeface="Arial"/>
              </a:defRPr>
            </a:pPr>
            <a:r>
              <a:rPr lang="en-US" altLang="zh-CN" sz="809" b="1" dirty="0">
                <a:solidFill>
                  <a:srgbClr val="2B887C"/>
                </a:solidFill>
                <a:latin typeface="Arial"/>
                <a:ea typeface="Arial"/>
                <a:cs typeface="Arial"/>
              </a:rPr>
              <a:t>Attention</a:t>
            </a:r>
          </a:p>
        </p:txBody>
      </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8A634-17D2-E5C2-07D5-813E9CC5C28C}"/>
            </a:ext>
          </a:extLst>
        </p:cNvPr>
        <p:cNvGrpSpPr/>
        <p:nvPr/>
      </p:nvGrpSpPr>
      <p:grpSpPr>
        <a:xfrm>
          <a:off x="0" y="0"/>
          <a:ext cx="0" cy="0"/>
          <a:chOff x="0" y="0"/>
          <a:chExt cx="0" cy="0"/>
        </a:xfrm>
      </p:grpSpPr>
      <p:sp>
        <p:nvSpPr>
          <p:cNvPr id="3" name="rect_0001">
            <a:extLst>
              <a:ext uri="{FF2B5EF4-FFF2-40B4-BE49-F238E27FC236}">
                <a16:creationId xmlns:a16="http://schemas.microsoft.com/office/drawing/2014/main" id="{82A03487-70EB-10FC-AD5A-18A7ED85AEBA}"/>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4" name="a | panel label">
            <a:extLst>
              <a:ext uri="{FF2B5EF4-FFF2-40B4-BE49-F238E27FC236}">
                <a16:creationId xmlns:a16="http://schemas.microsoft.com/office/drawing/2014/main" id="{0F62AC49-4564-AD9D-9837-2DA4C118AFF1}"/>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5" name="Text | Shared input / representation">
            <a:extLst>
              <a:ext uri="{FF2B5EF4-FFF2-40B4-BE49-F238E27FC236}">
                <a16:creationId xmlns:a16="http://schemas.microsoft.com/office/drawing/2014/main" id="{366DCC57-BF4B-B23A-039B-8D1FBAC90BC7}"/>
              </a:ext>
            </a:extLst>
          </p:cNvPr>
          <p:cNvGrpSpPr/>
          <p:nvPr/>
        </p:nvGrpSpPr>
        <p:grpSpPr>
          <a:xfrm>
            <a:off x="1549068" y="77610"/>
            <a:ext cx="597912" cy="183863"/>
            <a:chOff x="266085" y="108405"/>
            <a:chExt cx="835165" cy="256821"/>
          </a:xfrm>
        </p:grpSpPr>
        <p:sp>
          <p:nvSpPr>
            <p:cNvPr id="6" name="Text | Shared input">
              <a:extLst>
                <a:ext uri="{FF2B5EF4-FFF2-40B4-BE49-F238E27FC236}">
                  <a16:creationId xmlns:a16="http://schemas.microsoft.com/office/drawing/2014/main" id="{0A13B433-CC77-2304-8D6E-39B4B1FFCF4B}"/>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537" b="1" dirty="0">
                  <a:solidFill>
                    <a:srgbClr val="1D3043"/>
                  </a:solidFill>
                  <a:latin typeface="Arial"/>
                  <a:ea typeface="Arial"/>
                  <a:cs typeface="Arial"/>
                </a:rPr>
                <a:t>Shared input</a:t>
              </a:r>
              <a:endParaRPr lang="en-US" sz="537"/>
            </a:p>
          </p:txBody>
        </p:sp>
        <p:sp>
          <p:nvSpPr>
            <p:cNvPr id="7" name="Text | representation">
              <a:extLst>
                <a:ext uri="{FF2B5EF4-FFF2-40B4-BE49-F238E27FC236}">
                  <a16:creationId xmlns:a16="http://schemas.microsoft.com/office/drawing/2014/main" id="{832C5C25-71FD-8660-22E3-DA1BEC5E6BB1}"/>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537" b="1" dirty="0">
                  <a:solidFill>
                    <a:srgbClr val="1D3043"/>
                  </a:solidFill>
                  <a:latin typeface="Arial"/>
                  <a:ea typeface="Arial"/>
                  <a:cs typeface="Arial"/>
                </a:rPr>
                <a:t>representation</a:t>
              </a:r>
              <a:endParaRPr lang="en-US" sz="537" dirty="0"/>
            </a:p>
          </p:txBody>
        </p:sp>
      </p:grpSp>
      <p:sp>
        <p:nvSpPr>
          <p:cNvPr id="9" name="Text | Density bank">
            <a:extLst>
              <a:ext uri="{FF2B5EF4-FFF2-40B4-BE49-F238E27FC236}">
                <a16:creationId xmlns:a16="http://schemas.microsoft.com/office/drawing/2014/main" id="{D6257B7C-FD10-DA3A-C0B8-3130A289548E}"/>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138" name="Text | M">
            <a:extLst>
              <a:ext uri="{FF2B5EF4-FFF2-40B4-BE49-F238E27FC236}">
                <a16:creationId xmlns:a16="http://schemas.microsoft.com/office/drawing/2014/main" id="{7DC65024-E052-23C0-3A9B-A312DC1D41D8}"/>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266" name="Text | M">
            <a:extLst>
              <a:ext uri="{FF2B5EF4-FFF2-40B4-BE49-F238E27FC236}">
                <a16:creationId xmlns:a16="http://schemas.microsoft.com/office/drawing/2014/main" id="{706074D0-49E2-E767-27E6-8A72BF64AB41}"/>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394" name="Text | M">
            <a:extLst>
              <a:ext uri="{FF2B5EF4-FFF2-40B4-BE49-F238E27FC236}">
                <a16:creationId xmlns:a16="http://schemas.microsoft.com/office/drawing/2014/main" id="{C2AA1C66-67C9-2E45-C175-E978C726A145}"/>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522" name="Text | M">
            <a:extLst>
              <a:ext uri="{FF2B5EF4-FFF2-40B4-BE49-F238E27FC236}">
                <a16:creationId xmlns:a16="http://schemas.microsoft.com/office/drawing/2014/main" id="{88482BFA-BC08-1798-AF22-3A90B41265E1}"/>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523" name="path_0515">
            <a:extLst>
              <a:ext uri="{FF2B5EF4-FFF2-40B4-BE49-F238E27FC236}">
                <a16:creationId xmlns:a16="http://schemas.microsoft.com/office/drawing/2014/main" id="{6AA163D0-7A53-71B7-FBA7-521CEF44D305}"/>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524" name="path_0516">
            <a:extLst>
              <a:ext uri="{FF2B5EF4-FFF2-40B4-BE49-F238E27FC236}">
                <a16:creationId xmlns:a16="http://schemas.microsoft.com/office/drawing/2014/main" id="{9DCFC18D-6480-78BB-FEDF-77E2B5FF5C25}"/>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525" name="path_0517">
            <a:extLst>
              <a:ext uri="{FF2B5EF4-FFF2-40B4-BE49-F238E27FC236}">
                <a16:creationId xmlns:a16="http://schemas.microsoft.com/office/drawing/2014/main" id="{097630F5-B61A-9B16-3D7D-995DC15581C5}"/>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526" name="Text | 4 base fields">
            <a:extLst>
              <a:ext uri="{FF2B5EF4-FFF2-40B4-BE49-F238E27FC236}">
                <a16:creationId xmlns:a16="http://schemas.microsoft.com/office/drawing/2014/main" id="{6E1DD808-BAA5-FCC5-390C-3F5C96BBEFFF}"/>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527" name="a | arrow base fields to normalizations">
            <a:extLst>
              <a:ext uri="{FF2B5EF4-FFF2-40B4-BE49-F238E27FC236}">
                <a16:creationId xmlns:a16="http://schemas.microsoft.com/office/drawing/2014/main" id="{61AE9E96-2403-F446-B94A-84A0ED768170}"/>
              </a:ext>
            </a:extLst>
          </p:cNvPr>
          <p:cNvGrpSpPr/>
          <p:nvPr/>
        </p:nvGrpSpPr>
        <p:grpSpPr>
          <a:xfrm>
            <a:off x="1715492" y="1265268"/>
            <a:ext cx="19920" cy="68202"/>
            <a:chOff x="498548" y="1767330"/>
            <a:chExt cx="27824" cy="95265"/>
          </a:xfrm>
        </p:grpSpPr>
        <p:cxnSp>
          <p:nvCxnSpPr>
            <p:cNvPr id="528" name="Arrow |  →  | path">
              <a:extLst>
                <a:ext uri="{FF2B5EF4-FFF2-40B4-BE49-F238E27FC236}">
                  <a16:creationId xmlns:a16="http://schemas.microsoft.com/office/drawing/2014/main" id="{188A11D9-D9D2-36B6-610D-F88FCD32A986}"/>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529" name="Arrow |  →  | editable arrowhead">
              <a:extLst>
                <a:ext uri="{FF2B5EF4-FFF2-40B4-BE49-F238E27FC236}">
                  <a16:creationId xmlns:a16="http://schemas.microsoft.com/office/drawing/2014/main" id="{FF66609B-F392-6CC3-B418-CD50C6934532}"/>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530" name="Text | 2 normalizations">
            <a:extLst>
              <a:ext uri="{FF2B5EF4-FFF2-40B4-BE49-F238E27FC236}">
                <a16:creationId xmlns:a16="http://schemas.microsoft.com/office/drawing/2014/main" id="{F45002D7-CA99-717E-7D8F-8ABDF182EEF4}"/>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531" name="Text | Raw">
            <a:extLst>
              <a:ext uri="{FF2B5EF4-FFF2-40B4-BE49-F238E27FC236}">
                <a16:creationId xmlns:a16="http://schemas.microsoft.com/office/drawing/2014/main" id="{35F81D42-1174-5B39-3D4D-71BAD4715825}"/>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532" name="Text | Z-score">
            <a:extLst>
              <a:ext uri="{FF2B5EF4-FFF2-40B4-BE49-F238E27FC236}">
                <a16:creationId xmlns:a16="http://schemas.microsoft.com/office/drawing/2014/main" id="{060D6EFC-0BA5-F2FA-E56D-94C0FD781536}"/>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789" name="a | arrow normalizations to views">
            <a:extLst>
              <a:ext uri="{FF2B5EF4-FFF2-40B4-BE49-F238E27FC236}">
                <a16:creationId xmlns:a16="http://schemas.microsoft.com/office/drawing/2014/main" id="{0E876B68-7B35-C413-15D2-550D640792EE}"/>
              </a:ext>
            </a:extLst>
          </p:cNvPr>
          <p:cNvGrpSpPr/>
          <p:nvPr/>
        </p:nvGrpSpPr>
        <p:grpSpPr>
          <a:xfrm>
            <a:off x="1715492" y="1768553"/>
            <a:ext cx="19920" cy="79961"/>
            <a:chOff x="498548" y="2470320"/>
            <a:chExt cx="27824" cy="111690"/>
          </a:xfrm>
        </p:grpSpPr>
        <p:cxnSp>
          <p:nvCxnSpPr>
            <p:cNvPr id="790" name="Arrow |  →  | path">
              <a:extLst>
                <a:ext uri="{FF2B5EF4-FFF2-40B4-BE49-F238E27FC236}">
                  <a16:creationId xmlns:a16="http://schemas.microsoft.com/office/drawing/2014/main" id="{9E4AEDA3-7DFA-97E9-20C7-432FCC25A49A}"/>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791" name="Arrow |  →  | editable arrowhead">
              <a:extLst>
                <a:ext uri="{FF2B5EF4-FFF2-40B4-BE49-F238E27FC236}">
                  <a16:creationId xmlns:a16="http://schemas.microsoft.com/office/drawing/2014/main" id="{FBFFAD76-77BC-96E9-BBC2-166B54B4DAF1}"/>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792" name="Text | 7 spatial views">
            <a:extLst>
              <a:ext uri="{FF2B5EF4-FFF2-40B4-BE49-F238E27FC236}">
                <a16:creationId xmlns:a16="http://schemas.microsoft.com/office/drawing/2014/main" id="{9CACC4C8-CEDA-FA41-A42E-E7B176184B28}"/>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920" name="Text | Identity">
            <a:extLst>
              <a:ext uri="{FF2B5EF4-FFF2-40B4-BE49-F238E27FC236}">
                <a16:creationId xmlns:a16="http://schemas.microsoft.com/office/drawing/2014/main" id="{4CF90C3D-408D-FA7A-FF42-52E8BB2F8D09}"/>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1049" name="Text | Gaussian ×2">
            <a:extLst>
              <a:ext uri="{FF2B5EF4-FFF2-40B4-BE49-F238E27FC236}">
                <a16:creationId xmlns:a16="http://schemas.microsoft.com/office/drawing/2014/main" id="{CBA9376D-9AC3-A6DB-B668-01C5F03A4DA6}"/>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1178" name="Text | DoG ×2">
            <a:extLst>
              <a:ext uri="{FF2B5EF4-FFF2-40B4-BE49-F238E27FC236}">
                <a16:creationId xmlns:a16="http://schemas.microsoft.com/office/drawing/2014/main" id="{E041E63F-2E60-D963-D747-A63D5183AB56}"/>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1307" name="Text | Receptor / suppression / ×2">
            <a:extLst>
              <a:ext uri="{FF2B5EF4-FFF2-40B4-BE49-F238E27FC236}">
                <a16:creationId xmlns:a16="http://schemas.microsoft.com/office/drawing/2014/main" id="{B3D6339D-238B-536A-9B9D-9A4C6F579B66}"/>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1311" name="a | arrow views to 56 channels">
            <a:extLst>
              <a:ext uri="{FF2B5EF4-FFF2-40B4-BE49-F238E27FC236}">
                <a16:creationId xmlns:a16="http://schemas.microsoft.com/office/drawing/2014/main" id="{C5705F5C-F4DC-8A76-5B12-D2B4D760009F}"/>
              </a:ext>
            </a:extLst>
          </p:cNvPr>
          <p:cNvGrpSpPr/>
          <p:nvPr/>
        </p:nvGrpSpPr>
        <p:grpSpPr>
          <a:xfrm>
            <a:off x="1715530" y="2680407"/>
            <a:ext cx="19845" cy="69587"/>
            <a:chOff x="498548" y="3682485"/>
            <a:chExt cx="27824" cy="101835"/>
          </a:xfrm>
        </p:grpSpPr>
        <p:cxnSp>
          <p:nvCxnSpPr>
            <p:cNvPr id="1312" name="Arrow |  →  | path">
              <a:extLst>
                <a:ext uri="{FF2B5EF4-FFF2-40B4-BE49-F238E27FC236}">
                  <a16:creationId xmlns:a16="http://schemas.microsoft.com/office/drawing/2014/main" id="{ADDDDEAB-73DA-6868-EEC6-9B0586A114A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1313" name="Arrow |  →  | editable arrowhead">
              <a:extLst>
                <a:ext uri="{FF2B5EF4-FFF2-40B4-BE49-F238E27FC236}">
                  <a16:creationId xmlns:a16="http://schemas.microsoft.com/office/drawing/2014/main" id="{23595742-7C99-0ED3-1853-7B7756CB35D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447" name="Text | 56 channels">
            <a:extLst>
              <a:ext uri="{FF2B5EF4-FFF2-40B4-BE49-F238E27FC236}">
                <a16:creationId xmlns:a16="http://schemas.microsoft.com/office/drawing/2014/main" id="{CF02798D-6728-6449-C2E4-27C9D89864D2}"/>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1448" name="Text | 4 × 2 × 7">
            <a:extLst>
              <a:ext uri="{FF2B5EF4-FFF2-40B4-BE49-F238E27FC236}">
                <a16:creationId xmlns:a16="http://schemas.microsoft.com/office/drawing/2014/main" id="{156B1D4A-8DB0-20F7-EDCD-8890324F3DE6}"/>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1449" name="path_1422">
            <a:extLst>
              <a:ext uri="{FF2B5EF4-FFF2-40B4-BE49-F238E27FC236}">
                <a16:creationId xmlns:a16="http://schemas.microsoft.com/office/drawing/2014/main" id="{DF35BDDB-DB2C-A3BC-D1B5-695D2D22D57B}"/>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1450" name="Text | Receptor atoms">
            <a:extLst>
              <a:ext uri="{FF2B5EF4-FFF2-40B4-BE49-F238E27FC236}">
                <a16:creationId xmlns:a16="http://schemas.microsoft.com/office/drawing/2014/main" id="{3012C806-F969-DD69-0AA9-CFC8FCBAA08B}"/>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1563" name="Arrow |  → ">
            <a:extLst>
              <a:ext uri="{FF2B5EF4-FFF2-40B4-BE49-F238E27FC236}">
                <a16:creationId xmlns:a16="http://schemas.microsoft.com/office/drawing/2014/main" id="{9D32BCF9-CDAD-4F14-E805-5BF05C87B75E}"/>
              </a:ext>
            </a:extLst>
          </p:cNvPr>
          <p:cNvGrpSpPr/>
          <p:nvPr/>
        </p:nvGrpSpPr>
        <p:grpSpPr>
          <a:xfrm>
            <a:off x="1701935" y="3517892"/>
            <a:ext cx="54091" cy="19614"/>
            <a:chOff x="479610" y="4913802"/>
            <a:chExt cx="75555" cy="27397"/>
          </a:xfrm>
        </p:grpSpPr>
        <p:cxnSp>
          <p:nvCxnSpPr>
            <p:cNvPr id="1564" name="Arrow |  →  | path">
              <a:extLst>
                <a:ext uri="{FF2B5EF4-FFF2-40B4-BE49-F238E27FC236}">
                  <a16:creationId xmlns:a16="http://schemas.microsoft.com/office/drawing/2014/main" id="{27CD0504-04EF-454E-031B-ABA5839835A1}"/>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1565" name="Arrow |  →  | editable arrowhead">
              <a:extLst>
                <a:ext uri="{FF2B5EF4-FFF2-40B4-BE49-F238E27FC236}">
                  <a16:creationId xmlns:a16="http://schemas.microsoft.com/office/drawing/2014/main" id="{56799B41-3C01-B562-7A87-7CB673F9B335}"/>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1573" name="Text | 50 features / atom">
            <a:extLst>
              <a:ext uri="{FF2B5EF4-FFF2-40B4-BE49-F238E27FC236}">
                <a16:creationId xmlns:a16="http://schemas.microsoft.com/office/drawing/2014/main" id="{491D36E3-62AA-D084-D092-6749288688EC}"/>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2467" name="c | V2 paired encoders with scoring at the foot">
            <a:extLst>
              <a:ext uri="{FF2B5EF4-FFF2-40B4-BE49-F238E27FC236}">
                <a16:creationId xmlns:a16="http://schemas.microsoft.com/office/drawing/2014/main" id="{63234CE7-2E6D-963B-BC3A-B1F387A3C5C9}"/>
              </a:ext>
            </a:extLst>
          </p:cNvPr>
          <p:cNvGrpSpPr/>
          <p:nvPr/>
        </p:nvGrpSpPr>
        <p:grpSpPr>
          <a:xfrm>
            <a:off x="2045297" y="1702703"/>
            <a:ext cx="3029118" cy="2118971"/>
            <a:chOff x="959220" y="2378340"/>
            <a:chExt cx="4231080" cy="2959785"/>
          </a:xfrm>
        </p:grpSpPr>
        <p:sp>
          <p:nvSpPr>
            <p:cNvPr id="2468" name="c | panel background">
              <a:extLst>
                <a:ext uri="{FF2B5EF4-FFF2-40B4-BE49-F238E27FC236}">
                  <a16:creationId xmlns:a16="http://schemas.microsoft.com/office/drawing/2014/main" id="{C1DEE7AE-CC1B-02C6-4B90-8401ABFF22BF}"/>
                </a:ext>
              </a:extLst>
            </p:cNvPr>
            <p:cNvSpPr/>
            <p:nvPr/>
          </p:nvSpPr>
          <p:spPr>
            <a:xfrm>
              <a:off x="1051200" y="2378340"/>
              <a:ext cx="4139100" cy="2959785"/>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2469" name="Text | c">
              <a:extLst>
                <a:ext uri="{FF2B5EF4-FFF2-40B4-BE49-F238E27FC236}">
                  <a16:creationId xmlns:a16="http://schemas.microsoft.com/office/drawing/2014/main" id="{33BBB33C-9B35-8349-A821-7EF01D1D2317}"/>
                </a:ext>
              </a:extLst>
            </p:cNvPr>
            <p:cNvSpPr txBox="1"/>
            <p:nvPr/>
          </p:nvSpPr>
          <p:spPr>
            <a:xfrm>
              <a:off x="1123470" y="2384910"/>
              <a:ext cx="126981"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2470" name="Text | Match: candidate-to-identity assignment">
              <a:extLst>
                <a:ext uri="{FF2B5EF4-FFF2-40B4-BE49-F238E27FC236}">
                  <a16:creationId xmlns:a16="http://schemas.microsoft.com/office/drawing/2014/main" id="{44F8B958-72C4-1867-F76D-2174F5428E02}"/>
                </a:ext>
              </a:extLst>
            </p:cNvPr>
            <p:cNvSpPr txBox="1"/>
            <p:nvPr/>
          </p:nvSpPr>
          <p:spPr>
            <a:xfrm>
              <a:off x="1264725" y="2404620"/>
              <a:ext cx="261630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sp>
          <p:nvSpPr>
            <p:cNvPr id="2471" name="Text | Candidate encoder">
              <a:extLst>
                <a:ext uri="{FF2B5EF4-FFF2-40B4-BE49-F238E27FC236}">
                  <a16:creationId xmlns:a16="http://schemas.microsoft.com/office/drawing/2014/main" id="{CCFD9267-7EA9-79B2-0FED-4FD7D2EB738D}"/>
                </a:ext>
              </a:extLst>
            </p:cNvPr>
            <p:cNvSpPr txBox="1"/>
            <p:nvPr/>
          </p:nvSpPr>
          <p:spPr>
            <a:xfrm>
              <a:off x="1143180" y="2595150"/>
              <a:ext cx="1046169" cy="135276"/>
            </a:xfrm>
            <a:prstGeom prst="rect">
              <a:avLst/>
            </a:prstGeom>
            <a:noFill/>
            <a:ln>
              <a:noFill/>
            </a:ln>
            <a:effectLst/>
          </p:spPr>
          <p:txBody>
            <a:bodyPr vertOverflow="overflow" horzOverflow="overflow" wrap="none" lIns="0" tIns="0" rIns="0" bIns="0" anchor="t" anchorCtr="0">
              <a:noAutofit/>
            </a:bodyPr>
            <a:lstStyle/>
            <a:p>
              <a:r>
                <a:rPr lang="en-US" sz="537" b="1" dirty="0">
                  <a:solidFill>
                    <a:srgbClr val="1D3043"/>
                  </a:solidFill>
                  <a:latin typeface="Arial"/>
                  <a:ea typeface="Arial"/>
                  <a:cs typeface="Arial"/>
                </a:rPr>
                <a:t>Candidate encoder</a:t>
              </a:r>
              <a:endParaRPr lang="en-US" sz="537"/>
            </a:p>
          </p:txBody>
        </p:sp>
        <p:sp>
          <p:nvSpPr>
            <p:cNvPr id="2472" name="Text | Identity encoder">
              <a:extLst>
                <a:ext uri="{FF2B5EF4-FFF2-40B4-BE49-F238E27FC236}">
                  <a16:creationId xmlns:a16="http://schemas.microsoft.com/office/drawing/2014/main" id="{30193BE5-B1DF-F614-A199-489A701B5309}"/>
                </a:ext>
              </a:extLst>
            </p:cNvPr>
            <p:cNvSpPr txBox="1"/>
            <p:nvPr/>
          </p:nvSpPr>
          <p:spPr>
            <a:xfrm>
              <a:off x="3350700" y="2595150"/>
              <a:ext cx="922570" cy="135276"/>
            </a:xfrm>
            <a:prstGeom prst="rect">
              <a:avLst/>
            </a:prstGeom>
            <a:noFill/>
            <a:ln>
              <a:noFill/>
            </a:ln>
            <a:effectLst/>
          </p:spPr>
          <p:txBody>
            <a:bodyPr vertOverflow="overflow" horzOverflow="overflow" wrap="none" lIns="0" tIns="0" rIns="0" bIns="0" anchor="t" anchorCtr="0">
              <a:noAutofit/>
            </a:bodyPr>
            <a:lstStyle/>
            <a:p>
              <a:r>
                <a:rPr lang="en-US" sz="537" b="1" dirty="0">
                  <a:solidFill>
                    <a:srgbClr val="1D3043"/>
                  </a:solidFill>
                  <a:latin typeface="Arial"/>
                  <a:ea typeface="Arial"/>
                  <a:cs typeface="Arial"/>
                </a:rPr>
                <a:t>Identity encoder</a:t>
              </a:r>
              <a:endParaRPr lang="en-US" sz="537"/>
            </a:p>
          </p:txBody>
        </p:sp>
        <p:cxnSp>
          <p:nvCxnSpPr>
            <p:cNvPr id="2473" name="path_2368">
              <a:extLst>
                <a:ext uri="{FF2B5EF4-FFF2-40B4-BE49-F238E27FC236}">
                  <a16:creationId xmlns:a16="http://schemas.microsoft.com/office/drawing/2014/main" id="{47C3B9E2-67C4-D6E5-39F2-C1967A09F4EE}"/>
                </a:ext>
              </a:extLst>
            </p:cNvPr>
            <p:cNvCxnSpPr/>
            <p:nvPr/>
          </p:nvCxnSpPr>
          <p:spPr>
            <a:xfrm>
              <a:off x="3229155" y="2628000"/>
              <a:ext cx="0" cy="2191095"/>
            </a:xfrm>
            <a:prstGeom prst="line">
              <a:avLst/>
            </a:prstGeom>
            <a:noFill/>
            <a:ln w="4928" cap="rnd" cmpd="sng" algn="ctr">
              <a:solidFill>
                <a:srgbClr val="D1E3D9"/>
              </a:solidFill>
              <a:prstDash val="solid"/>
              <a:round/>
              <a:headEnd type="none" w="med" len="med"/>
              <a:tailEnd type="none" w="med" len="med"/>
            </a:ln>
            <a:effectLst/>
          </p:spPr>
        </p:cxnSp>
        <p:sp>
          <p:nvSpPr>
            <p:cNvPr id="2474" name="Text | Density + atoms">
              <a:extLst>
                <a:ext uri="{FF2B5EF4-FFF2-40B4-BE49-F238E27FC236}">
                  <a16:creationId xmlns:a16="http://schemas.microsoft.com/office/drawing/2014/main" id="{C8266DE7-11B2-A5B6-8F09-80566A8AA07B}"/>
                </a:ext>
              </a:extLst>
            </p:cNvPr>
            <p:cNvSpPr txBox="1"/>
            <p:nvPr/>
          </p:nvSpPr>
          <p:spPr>
            <a:xfrm>
              <a:off x="1322300" y="2790270"/>
              <a:ext cx="688841"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 + atoms</a:t>
              </a:r>
              <a:endParaRPr lang="en-US" sz="445" dirty="0"/>
            </a:p>
          </p:txBody>
        </p:sp>
        <p:pic>
          <p:nvPicPr>
            <p:cNvPr id="16000" name="Density voxel illustration | exp" descr="Synthetic voxel-grid density schematic">
              <a:extLst>
                <a:ext uri="{FF2B5EF4-FFF2-40B4-BE49-F238E27FC236}">
                  <a16:creationId xmlns:a16="http://schemas.microsoft.com/office/drawing/2014/main" id="{61D1672D-10E6-172E-62CD-E1E4C0643BE3}"/>
                </a:ext>
              </a:extLst>
            </p:cNvPr>
            <p:cNvPicPr>
              <a:picLocks noChangeAspect="1"/>
            </p:cNvPicPr>
            <p:nvPr/>
          </p:nvPicPr>
          <p:blipFill>
            <a:blip r:embed="rId3"/>
            <a:stretch/>
          </p:blipFill>
          <p:spPr>
            <a:xfrm>
              <a:off x="1191457" y="2886201"/>
              <a:ext cx="271365" cy="262800"/>
            </a:xfrm>
            <a:prstGeom prst="rect">
              <a:avLst/>
            </a:prstGeom>
          </p:spPr>
        </p:pic>
        <p:sp>
          <p:nvSpPr>
            <p:cNvPr id="2602" name="Text | 48³ crop">
              <a:extLst>
                <a:ext uri="{FF2B5EF4-FFF2-40B4-BE49-F238E27FC236}">
                  <a16:creationId xmlns:a16="http://schemas.microsoft.com/office/drawing/2014/main" id="{B4E30AC4-D04B-27D1-4B6B-82088F4F8369}"/>
                </a:ext>
              </a:extLst>
            </p:cNvPr>
            <p:cNvSpPr txBox="1"/>
            <p:nvPr/>
          </p:nvSpPr>
          <p:spPr>
            <a:xfrm>
              <a:off x="1132270" y="3206160"/>
              <a:ext cx="356890" cy="111953"/>
            </a:xfrm>
            <a:prstGeom prst="rect">
              <a:avLst/>
            </a:prstGeom>
            <a:noFill/>
            <a:ln>
              <a:noFill/>
            </a:ln>
            <a:effectLst/>
          </p:spPr>
          <p:txBody>
            <a:bodyPr vertOverflow="overflow" horzOverflow="overflow" wrap="none" lIns="0" tIns="0" rIns="0" bIns="0" anchor="t" anchorCtr="0">
              <a:noAutofit/>
            </a:bodyPr>
            <a:lstStyle/>
            <a:p>
              <a:pPr algn="ctr"/>
              <a:r>
                <a:rPr lang="en-US" sz="445" dirty="0">
                  <a:solidFill>
                    <a:srgbClr val="5E7180"/>
                  </a:solidFill>
                  <a:latin typeface="Arial"/>
                  <a:ea typeface="Arial"/>
                  <a:cs typeface="Arial"/>
                </a:rPr>
                <a:t>48³ crop</a:t>
              </a:r>
              <a:endParaRPr lang="en-US" sz="445"/>
            </a:p>
          </p:txBody>
        </p:sp>
        <p:grpSp>
          <p:nvGrpSpPr>
            <p:cNvPr id="2603" name="Arrow | shared_input → match_crop">
              <a:extLst>
                <a:ext uri="{FF2B5EF4-FFF2-40B4-BE49-F238E27FC236}">
                  <a16:creationId xmlns:a16="http://schemas.microsoft.com/office/drawing/2014/main" id="{249E9FE6-84EC-4A4A-C87A-A04237972342}"/>
                </a:ext>
              </a:extLst>
            </p:cNvPr>
            <p:cNvGrpSpPr/>
            <p:nvPr/>
          </p:nvGrpSpPr>
          <p:grpSpPr>
            <a:xfrm>
              <a:off x="959220" y="3037426"/>
              <a:ext cx="180675" cy="28678"/>
              <a:chOff x="959220" y="3037426"/>
              <a:chExt cx="180675" cy="28678"/>
            </a:xfrm>
          </p:grpSpPr>
          <p:cxnSp>
            <p:nvCxnSpPr>
              <p:cNvPr id="2604" name="Arrow | shared_input → match_crop | path">
                <a:extLst>
                  <a:ext uri="{FF2B5EF4-FFF2-40B4-BE49-F238E27FC236}">
                    <a16:creationId xmlns:a16="http://schemas.microsoft.com/office/drawing/2014/main" id="{8B6ECD49-16D0-D832-1418-59EABB9B90E2}"/>
                  </a:ext>
                </a:extLst>
              </p:cNvPr>
              <p:cNvCxnSpPr/>
              <p:nvPr/>
            </p:nvCxnSpPr>
            <p:spPr>
              <a:xfrm>
                <a:off x="959220" y="3051765"/>
                <a:ext cx="180675" cy="0"/>
              </a:xfrm>
              <a:prstGeom prst="line">
                <a:avLst/>
              </a:prstGeom>
              <a:noFill/>
              <a:ln w="6898" cap="rnd" cmpd="sng" algn="ctr">
                <a:solidFill>
                  <a:srgbClr val="367FB7"/>
                </a:solidFill>
                <a:prstDash val="solid"/>
                <a:round/>
                <a:headEnd type="none" w="med" len="med"/>
                <a:tailEnd type="none" w="med" len="med"/>
              </a:ln>
              <a:effectLst/>
            </p:spPr>
          </p:cxnSp>
          <p:sp>
            <p:nvSpPr>
              <p:cNvPr id="2605" name="Arrow | shared_input → match_crop | editable arrowhead">
                <a:extLst>
                  <a:ext uri="{FF2B5EF4-FFF2-40B4-BE49-F238E27FC236}">
                    <a16:creationId xmlns:a16="http://schemas.microsoft.com/office/drawing/2014/main" id="{3BDFA5D3-F40B-A7B9-FA93-006D5A6049AE}"/>
                  </a:ext>
                </a:extLst>
              </p:cNvPr>
              <p:cNvSpPr/>
              <p:nvPr/>
            </p:nvSpPr>
            <p:spPr>
              <a:xfrm>
                <a:off x="1106552" y="3037426"/>
                <a:ext cx="33343" cy="28678"/>
              </a:xfrm>
              <a:custGeom>
                <a:avLst/>
                <a:gdLst/>
                <a:ahLst/>
                <a:cxnLst/>
                <a:rect l="0" t="0" r="w" b="h"/>
                <a:pathLst>
                  <a:path w="33343" h="28678" stroke="0" extrusionOk="0">
                    <a:moveTo>
                      <a:pt x="33343" y="14339"/>
                    </a:moveTo>
                    <a:lnTo>
                      <a:pt x="0" y="28678"/>
                    </a:lnTo>
                    <a:lnTo>
                      <a:pt x="0" y="0"/>
                    </a:lnTo>
                    <a:close/>
                  </a:path>
                </a:pathLst>
              </a:custGeom>
              <a:solidFill>
                <a:srgbClr val="367FB7"/>
              </a:solidFill>
              <a:ln w="1" cap="rnd" cmpd="sng" algn="ctr">
                <a:noFill/>
                <a:prstDash val="solid"/>
                <a:round/>
                <a:headEnd type="none" w="med" len="med"/>
                <a:tailEnd type="none" w="med" len="med"/>
              </a:ln>
              <a:effectLst/>
            </p:spPr>
          </p:sp>
        </p:grpSp>
        <p:grpSp>
          <p:nvGrpSpPr>
            <p:cNvPr id="2606" name="Arrow | match_crop → match_unet">
              <a:extLst>
                <a:ext uri="{FF2B5EF4-FFF2-40B4-BE49-F238E27FC236}">
                  <a16:creationId xmlns:a16="http://schemas.microsoft.com/office/drawing/2014/main" id="{694AFBDA-7EC8-9B9A-E544-9D4C54E56285}"/>
                </a:ext>
              </a:extLst>
            </p:cNvPr>
            <p:cNvGrpSpPr/>
            <p:nvPr/>
          </p:nvGrpSpPr>
          <p:grpSpPr>
            <a:xfrm>
              <a:off x="1504530" y="3037640"/>
              <a:ext cx="154395" cy="28251"/>
              <a:chOff x="1504530" y="3037640"/>
              <a:chExt cx="154395" cy="28251"/>
            </a:xfrm>
          </p:grpSpPr>
          <p:cxnSp>
            <p:nvCxnSpPr>
              <p:cNvPr id="2607" name="Arrow | match_crop → match_unet | path">
                <a:extLst>
                  <a:ext uri="{FF2B5EF4-FFF2-40B4-BE49-F238E27FC236}">
                    <a16:creationId xmlns:a16="http://schemas.microsoft.com/office/drawing/2014/main" id="{60774FEF-0FC2-BAC1-21E2-B9CA2E238054}"/>
                  </a:ext>
                </a:extLst>
              </p:cNvPr>
              <p:cNvCxnSpPr/>
              <p:nvPr/>
            </p:nvCxnSpPr>
            <p:spPr>
              <a:xfrm>
                <a:off x="1504530" y="3051765"/>
                <a:ext cx="154395" cy="0"/>
              </a:xfrm>
              <a:prstGeom prst="line">
                <a:avLst/>
              </a:prstGeom>
              <a:noFill/>
              <a:ln w="6570" cap="rnd" cmpd="sng" algn="ctr">
                <a:solidFill>
                  <a:srgbClr val="367FB7"/>
                </a:solidFill>
                <a:prstDash val="solid"/>
                <a:round/>
                <a:headEnd type="none" w="med" len="med"/>
                <a:tailEnd type="none" w="med" len="med"/>
              </a:ln>
              <a:effectLst/>
            </p:spPr>
          </p:cxnSp>
          <p:sp>
            <p:nvSpPr>
              <p:cNvPr id="2608" name="Arrow | match_crop → match_unet | editable arrowhead">
                <a:extLst>
                  <a:ext uri="{FF2B5EF4-FFF2-40B4-BE49-F238E27FC236}">
                    <a16:creationId xmlns:a16="http://schemas.microsoft.com/office/drawing/2014/main" id="{75AFB169-0977-FF1D-E395-337481920D79}"/>
                  </a:ext>
                </a:extLst>
              </p:cNvPr>
              <p:cNvSpPr/>
              <p:nvPr/>
            </p:nvSpPr>
            <p:spPr>
              <a:xfrm>
                <a:off x="1626075" y="3037640"/>
                <a:ext cx="32850" cy="28251"/>
              </a:xfrm>
              <a:custGeom>
                <a:avLst/>
                <a:gdLst/>
                <a:ahLst/>
                <a:cxnLst/>
                <a:rect l="0" t="0" r="w" b="h"/>
                <a:pathLst>
                  <a:path w="32850" h="28251" stroke="0" extrusionOk="0">
                    <a:moveTo>
                      <a:pt x="32850" y="14125"/>
                    </a:moveTo>
                    <a:lnTo>
                      <a:pt x="0" y="28251"/>
                    </a:lnTo>
                    <a:lnTo>
                      <a:pt x="0" y="0"/>
                    </a:lnTo>
                    <a:close/>
                  </a:path>
                </a:pathLst>
              </a:custGeom>
              <a:solidFill>
                <a:srgbClr val="367FB7"/>
              </a:solidFill>
              <a:ln w="1" cap="rnd" cmpd="sng" algn="ctr">
                <a:noFill/>
                <a:prstDash val="solid"/>
                <a:round/>
                <a:headEnd type="none" w="med" len="med"/>
                <a:tailEnd type="none" w="med" len="med"/>
              </a:ln>
              <a:effectLst/>
            </p:spPr>
          </p:sp>
        </p:grpSp>
        <p:grpSp>
          <p:nvGrpSpPr>
            <p:cNvPr id="2609" name="Match | compact U-Net operator">
              <a:extLst>
                <a:ext uri="{FF2B5EF4-FFF2-40B4-BE49-F238E27FC236}">
                  <a16:creationId xmlns:a16="http://schemas.microsoft.com/office/drawing/2014/main" id="{67EFED6D-C6C9-8B26-E191-235CD9665137}"/>
                </a:ext>
              </a:extLst>
            </p:cNvPr>
            <p:cNvGrpSpPr/>
            <p:nvPr/>
          </p:nvGrpSpPr>
          <p:grpSpPr>
            <a:xfrm>
              <a:off x="1680559" y="2920365"/>
              <a:ext cx="333146" cy="216810"/>
              <a:chOff x="1680559" y="2920365"/>
              <a:chExt cx="333146" cy="216810"/>
            </a:xfrm>
          </p:grpSpPr>
          <p:sp>
            <p:nvSpPr>
              <p:cNvPr id="2610" name="rect_2499">
                <a:extLst>
                  <a:ext uri="{FF2B5EF4-FFF2-40B4-BE49-F238E27FC236}">
                    <a16:creationId xmlns:a16="http://schemas.microsoft.com/office/drawing/2014/main" id="{610713A6-8662-F651-AB8F-583003703365}"/>
                  </a:ext>
                </a:extLst>
              </p:cNvPr>
              <p:cNvSpPr/>
              <p:nvPr/>
            </p:nvSpPr>
            <p:spPr>
              <a:xfrm>
                <a:off x="1757475" y="2920365"/>
                <a:ext cx="256230" cy="183960"/>
              </a:xfrm>
              <a:prstGeom prst="roundRect">
                <a:avLst>
                  <a:gd name="adj" fmla="val 5357"/>
                </a:avLst>
              </a:prstGeom>
              <a:solidFill>
                <a:srgbClr val="E3EFF7"/>
              </a:solidFill>
              <a:ln w="4270" cap="rnd" cmpd="sng" algn="ctr">
                <a:solidFill>
                  <a:srgbClr val="367FB7"/>
                </a:solidFill>
                <a:prstDash val="solid"/>
                <a:round/>
                <a:headEnd type="none" w="med" len="med"/>
                <a:tailEnd type="none" w="med" len="med"/>
              </a:ln>
              <a:effectLst/>
            </p:spPr>
          </p:sp>
          <p:sp>
            <p:nvSpPr>
              <p:cNvPr id="2611" name="rect_2500">
                <a:extLst>
                  <a:ext uri="{FF2B5EF4-FFF2-40B4-BE49-F238E27FC236}">
                    <a16:creationId xmlns:a16="http://schemas.microsoft.com/office/drawing/2014/main" id="{C4E2959B-2DB6-8A32-ED9D-0A23A546F5EB}"/>
                  </a:ext>
                </a:extLst>
              </p:cNvPr>
              <p:cNvSpPr/>
              <p:nvPr/>
            </p:nvSpPr>
            <p:spPr>
              <a:xfrm>
                <a:off x="1731195" y="2936790"/>
                <a:ext cx="256230" cy="183960"/>
              </a:xfrm>
              <a:prstGeom prst="roundRect">
                <a:avLst>
                  <a:gd name="adj" fmla="val 5357"/>
                </a:avLst>
              </a:prstGeom>
              <a:solidFill>
                <a:srgbClr val="E3EFF7"/>
              </a:solidFill>
              <a:ln w="4270" cap="rnd" cmpd="sng" algn="ctr">
                <a:solidFill>
                  <a:srgbClr val="367FB7"/>
                </a:solidFill>
                <a:prstDash val="solid"/>
                <a:round/>
                <a:headEnd type="none" w="med" len="med"/>
                <a:tailEnd type="none" w="med" len="med"/>
              </a:ln>
              <a:effectLst/>
            </p:spPr>
          </p:sp>
          <p:sp>
            <p:nvSpPr>
              <p:cNvPr id="2612" name="rect_2501">
                <a:extLst>
                  <a:ext uri="{FF2B5EF4-FFF2-40B4-BE49-F238E27FC236}">
                    <a16:creationId xmlns:a16="http://schemas.microsoft.com/office/drawing/2014/main" id="{371F4B96-AE13-E044-CA42-9615BC8DBBF3}"/>
                  </a:ext>
                </a:extLst>
              </p:cNvPr>
              <p:cNvSpPr/>
              <p:nvPr/>
            </p:nvSpPr>
            <p:spPr>
              <a:xfrm>
                <a:off x="1704915" y="2953215"/>
                <a:ext cx="256230" cy="183960"/>
              </a:xfrm>
              <a:prstGeom prst="roundRect">
                <a:avLst>
                  <a:gd name="adj" fmla="val 5357"/>
                </a:avLst>
              </a:prstGeom>
              <a:solidFill>
                <a:srgbClr val="E3EFF7"/>
              </a:solidFill>
              <a:ln w="4270" cap="rnd" cmpd="sng" algn="ctr">
                <a:solidFill>
                  <a:srgbClr val="367FB7"/>
                </a:solidFill>
                <a:prstDash val="solid"/>
                <a:round/>
                <a:headEnd type="none" w="med" len="med"/>
                <a:tailEnd type="none" w="med" len="med"/>
              </a:ln>
              <a:effectLst/>
            </p:spPr>
          </p:sp>
          <p:sp>
            <p:nvSpPr>
              <p:cNvPr id="2613" name="Text | U-Net">
                <a:extLst>
                  <a:ext uri="{FF2B5EF4-FFF2-40B4-BE49-F238E27FC236}">
                    <a16:creationId xmlns:a16="http://schemas.microsoft.com/office/drawing/2014/main" id="{41145C35-0508-6E7D-068D-5B78D6528FC3}"/>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algn="ctr"/>
                <a:r>
                  <a:rPr lang="en-US" sz="482" b="1" dirty="0">
                    <a:solidFill>
                      <a:srgbClr val="367FB7"/>
                    </a:solidFill>
                    <a:latin typeface="Arial"/>
                    <a:ea typeface="Arial"/>
                    <a:cs typeface="Arial"/>
                  </a:rPr>
                  <a:t>U-Net</a:t>
                </a:r>
                <a:endParaRPr lang="en-US" sz="482"/>
              </a:p>
            </p:txBody>
          </p:sp>
        </p:grpSp>
        <p:grpSp>
          <p:nvGrpSpPr>
            <p:cNvPr id="2614" name="Arrow | match_unet → hvox">
              <a:extLst>
                <a:ext uri="{FF2B5EF4-FFF2-40B4-BE49-F238E27FC236}">
                  <a16:creationId xmlns:a16="http://schemas.microsoft.com/office/drawing/2014/main" id="{B37B5F3C-58FC-80C6-58B7-0D7C4C6DB2D7}"/>
                </a:ext>
              </a:extLst>
            </p:cNvPr>
            <p:cNvGrpSpPr/>
            <p:nvPr/>
          </p:nvGrpSpPr>
          <p:grpSpPr>
            <a:xfrm>
              <a:off x="2023560" y="3037212"/>
              <a:ext cx="328500" cy="29105"/>
              <a:chOff x="2023560" y="3037212"/>
              <a:chExt cx="328500" cy="29105"/>
            </a:xfrm>
          </p:grpSpPr>
          <p:cxnSp>
            <p:nvCxnSpPr>
              <p:cNvPr id="2615" name="Arrow | match_unet → hvox | path">
                <a:extLst>
                  <a:ext uri="{FF2B5EF4-FFF2-40B4-BE49-F238E27FC236}">
                    <a16:creationId xmlns:a16="http://schemas.microsoft.com/office/drawing/2014/main" id="{7A30724A-1654-B37E-DE32-E49BE70F2D91}"/>
                  </a:ext>
                </a:extLst>
              </p:cNvPr>
              <p:cNvCxnSpPr/>
              <p:nvPr/>
            </p:nvCxnSpPr>
            <p:spPr>
              <a:xfrm>
                <a:off x="2023560" y="3051765"/>
                <a:ext cx="328500" cy="0"/>
              </a:xfrm>
              <a:prstGeom prst="line">
                <a:avLst/>
              </a:prstGeom>
              <a:noFill/>
              <a:ln w="7227" cap="rnd" cmpd="sng" algn="ctr">
                <a:solidFill>
                  <a:srgbClr val="367FB7"/>
                </a:solidFill>
                <a:prstDash val="solid"/>
                <a:round/>
                <a:headEnd type="none" w="med" len="med"/>
                <a:tailEnd type="none" w="med" len="med"/>
              </a:ln>
              <a:effectLst/>
            </p:spPr>
          </p:cxnSp>
          <p:sp>
            <p:nvSpPr>
              <p:cNvPr id="2616" name="Arrow | match_unet → hvox | editable arrowhead">
                <a:extLst>
                  <a:ext uri="{FF2B5EF4-FFF2-40B4-BE49-F238E27FC236}">
                    <a16:creationId xmlns:a16="http://schemas.microsoft.com/office/drawing/2014/main" id="{A8C03CD5-D5BE-3C26-DC69-39492D7BB8E9}"/>
                  </a:ext>
                </a:extLst>
              </p:cNvPr>
              <p:cNvSpPr/>
              <p:nvPr/>
            </p:nvSpPr>
            <p:spPr>
              <a:xfrm>
                <a:off x="2318224" y="3037212"/>
                <a:ext cx="33835" cy="29105"/>
              </a:xfrm>
              <a:custGeom>
                <a:avLst/>
                <a:gdLst/>
                <a:ahLst/>
                <a:cxnLst/>
                <a:rect l="0" t="0" r="w" b="h"/>
                <a:pathLst>
                  <a:path w="33835" h="29105" stroke="0" extrusionOk="0">
                    <a:moveTo>
                      <a:pt x="33835" y="14553"/>
                    </a:moveTo>
                    <a:lnTo>
                      <a:pt x="0" y="29105"/>
                    </a:lnTo>
                    <a:lnTo>
                      <a:pt x="0" y="0"/>
                    </a:lnTo>
                    <a:close/>
                  </a:path>
                </a:pathLst>
              </a:custGeom>
              <a:solidFill>
                <a:srgbClr val="367FB7"/>
              </a:solidFill>
              <a:ln w="1" cap="rnd" cmpd="sng" algn="ctr">
                <a:noFill/>
                <a:prstDash val="solid"/>
                <a:round/>
                <a:headEnd type="none" w="med" len="med"/>
                <a:tailEnd type="none" w="med" len="med"/>
              </a:ln>
              <a:effectLst/>
            </p:spPr>
          </p:sp>
        </p:grpSp>
        <p:grpSp>
          <p:nvGrpSpPr>
            <p:cNvPr id="2617" name="Base voxel summary h_j^vox">
              <a:extLst>
                <a:ext uri="{FF2B5EF4-FFF2-40B4-BE49-F238E27FC236}">
                  <a16:creationId xmlns:a16="http://schemas.microsoft.com/office/drawing/2014/main" id="{A0BA58DC-185D-B847-226F-E2CD74EE1E40}"/>
                </a:ext>
              </a:extLst>
            </p:cNvPr>
            <p:cNvGrpSpPr/>
            <p:nvPr/>
          </p:nvGrpSpPr>
          <p:grpSpPr>
            <a:xfrm>
              <a:off x="2375055" y="3012345"/>
              <a:ext cx="400770" cy="78840"/>
              <a:chOff x="2375055" y="3012345"/>
              <a:chExt cx="400770" cy="78840"/>
            </a:xfrm>
          </p:grpSpPr>
          <p:sp>
            <p:nvSpPr>
              <p:cNvPr id="2618" name="feature_1">
                <a:extLst>
                  <a:ext uri="{FF2B5EF4-FFF2-40B4-BE49-F238E27FC236}">
                    <a16:creationId xmlns:a16="http://schemas.microsoft.com/office/drawing/2014/main" id="{FBEE9848-E2D9-BA0B-EB44-5C6436F4C485}"/>
                  </a:ext>
                </a:extLst>
              </p:cNvPr>
              <p:cNvSpPr/>
              <p:nvPr/>
            </p:nvSpPr>
            <p:spPr>
              <a:xfrm>
                <a:off x="2375055" y="3012345"/>
                <a:ext cx="54437" cy="78840"/>
              </a:xfrm>
              <a:prstGeom prst="rect">
                <a:avLst/>
              </a:prstGeom>
              <a:solidFill>
                <a:srgbClr val="367FB7"/>
              </a:solidFill>
              <a:ln w="4599" cap="rnd" cmpd="sng" algn="ctr">
                <a:noFill/>
                <a:prstDash val="solid"/>
                <a:round/>
                <a:headEnd type="none" w="med" len="med"/>
                <a:tailEnd type="none" w="med" len="med"/>
              </a:ln>
              <a:effectLst/>
            </p:spPr>
          </p:sp>
          <p:sp>
            <p:nvSpPr>
              <p:cNvPr id="2619" name="feature_2">
                <a:extLst>
                  <a:ext uri="{FF2B5EF4-FFF2-40B4-BE49-F238E27FC236}">
                    <a16:creationId xmlns:a16="http://schemas.microsoft.com/office/drawing/2014/main" id="{34403206-9F8B-66D0-08DE-C8DEF55DFA8A}"/>
                  </a:ext>
                </a:extLst>
              </p:cNvPr>
              <p:cNvSpPr/>
              <p:nvPr/>
            </p:nvSpPr>
            <p:spPr>
              <a:xfrm>
                <a:off x="2432777" y="3012345"/>
                <a:ext cx="54437" cy="78840"/>
              </a:xfrm>
              <a:prstGeom prst="rect">
                <a:avLst/>
              </a:prstGeom>
              <a:solidFill>
                <a:srgbClr val="7EAED0"/>
              </a:solidFill>
              <a:ln w="4599" cap="rnd" cmpd="sng" algn="ctr">
                <a:noFill/>
                <a:prstDash val="solid"/>
                <a:round/>
                <a:headEnd type="none" w="med" len="med"/>
                <a:tailEnd type="none" w="med" len="med"/>
              </a:ln>
              <a:effectLst/>
            </p:spPr>
          </p:sp>
          <p:sp>
            <p:nvSpPr>
              <p:cNvPr id="2620" name="feature_3">
                <a:extLst>
                  <a:ext uri="{FF2B5EF4-FFF2-40B4-BE49-F238E27FC236}">
                    <a16:creationId xmlns:a16="http://schemas.microsoft.com/office/drawing/2014/main" id="{BD61D6FB-E012-12B7-4FD9-C7B209ECC399}"/>
                  </a:ext>
                </a:extLst>
              </p:cNvPr>
              <p:cNvSpPr/>
              <p:nvPr/>
            </p:nvSpPr>
            <p:spPr>
              <a:xfrm>
                <a:off x="2490499" y="3012345"/>
                <a:ext cx="54437" cy="78840"/>
              </a:xfrm>
              <a:prstGeom prst="rect">
                <a:avLst/>
              </a:prstGeom>
              <a:solidFill>
                <a:srgbClr val="BCD8E7"/>
              </a:solidFill>
              <a:ln w="4599" cap="rnd" cmpd="sng" algn="ctr">
                <a:noFill/>
                <a:prstDash val="solid"/>
                <a:round/>
                <a:headEnd type="none" w="med" len="med"/>
                <a:tailEnd type="none" w="med" len="med"/>
              </a:ln>
              <a:effectLst/>
            </p:spPr>
          </p:sp>
          <p:sp>
            <p:nvSpPr>
              <p:cNvPr id="2621" name="feature_4">
                <a:extLst>
                  <a:ext uri="{FF2B5EF4-FFF2-40B4-BE49-F238E27FC236}">
                    <a16:creationId xmlns:a16="http://schemas.microsoft.com/office/drawing/2014/main" id="{AECDC6DF-4EEF-3F88-853D-C71FA6889763}"/>
                  </a:ext>
                </a:extLst>
              </p:cNvPr>
              <p:cNvSpPr/>
              <p:nvPr/>
            </p:nvSpPr>
            <p:spPr>
              <a:xfrm>
                <a:off x="2548221" y="3012345"/>
                <a:ext cx="54437" cy="78840"/>
              </a:xfrm>
              <a:prstGeom prst="rect">
                <a:avLst/>
              </a:prstGeom>
              <a:solidFill>
                <a:srgbClr val="88C3B4"/>
              </a:solidFill>
              <a:ln w="4599" cap="rnd" cmpd="sng" algn="ctr">
                <a:noFill/>
                <a:prstDash val="solid"/>
                <a:round/>
                <a:headEnd type="none" w="med" len="med"/>
                <a:tailEnd type="none" w="med" len="med"/>
              </a:ln>
              <a:effectLst/>
            </p:spPr>
          </p:sp>
          <p:sp>
            <p:nvSpPr>
              <p:cNvPr id="2622" name="feature_5">
                <a:extLst>
                  <a:ext uri="{FF2B5EF4-FFF2-40B4-BE49-F238E27FC236}">
                    <a16:creationId xmlns:a16="http://schemas.microsoft.com/office/drawing/2014/main" id="{9031E2FC-237B-6FED-D7B4-18897EF161EA}"/>
                  </a:ext>
                </a:extLst>
              </p:cNvPr>
              <p:cNvSpPr/>
              <p:nvPr/>
            </p:nvSpPr>
            <p:spPr>
              <a:xfrm>
                <a:off x="2605944" y="3012345"/>
                <a:ext cx="54437" cy="78840"/>
              </a:xfrm>
              <a:prstGeom prst="rect">
                <a:avLst/>
              </a:prstGeom>
              <a:solidFill>
                <a:srgbClr val="238777"/>
              </a:solidFill>
              <a:ln w="4599" cap="rnd" cmpd="sng" algn="ctr">
                <a:noFill/>
                <a:prstDash val="solid"/>
                <a:round/>
                <a:headEnd type="none" w="med" len="med"/>
                <a:tailEnd type="none" w="med" len="med"/>
              </a:ln>
              <a:effectLst/>
            </p:spPr>
          </p:sp>
          <p:sp>
            <p:nvSpPr>
              <p:cNvPr id="2623" name="feature_6">
                <a:extLst>
                  <a:ext uri="{FF2B5EF4-FFF2-40B4-BE49-F238E27FC236}">
                    <a16:creationId xmlns:a16="http://schemas.microsoft.com/office/drawing/2014/main" id="{DCD3D25C-080D-A84D-80BE-A2155F768D17}"/>
                  </a:ext>
                </a:extLst>
              </p:cNvPr>
              <p:cNvSpPr/>
              <p:nvPr/>
            </p:nvSpPr>
            <p:spPr>
              <a:xfrm>
                <a:off x="2663666" y="3012345"/>
                <a:ext cx="54437" cy="78840"/>
              </a:xfrm>
              <a:prstGeom prst="rect">
                <a:avLst/>
              </a:prstGeom>
              <a:solidFill>
                <a:srgbClr val="B1A4CC"/>
              </a:solidFill>
              <a:ln w="4599" cap="rnd" cmpd="sng" algn="ctr">
                <a:noFill/>
                <a:prstDash val="solid"/>
                <a:round/>
                <a:headEnd type="none" w="med" len="med"/>
                <a:tailEnd type="none" w="med" len="med"/>
              </a:ln>
              <a:effectLst/>
            </p:spPr>
          </p:sp>
          <p:sp>
            <p:nvSpPr>
              <p:cNvPr id="2624" name="feature_7">
                <a:extLst>
                  <a:ext uri="{FF2B5EF4-FFF2-40B4-BE49-F238E27FC236}">
                    <a16:creationId xmlns:a16="http://schemas.microsoft.com/office/drawing/2014/main" id="{F3ED3FCF-174D-7A93-E12B-95EBFEAF851A}"/>
                  </a:ext>
                </a:extLst>
              </p:cNvPr>
              <p:cNvSpPr/>
              <p:nvPr/>
            </p:nvSpPr>
            <p:spPr>
              <a:xfrm>
                <a:off x="2721388" y="3012345"/>
                <a:ext cx="54437" cy="78840"/>
              </a:xfrm>
              <a:prstGeom prst="rect">
                <a:avLst/>
              </a:prstGeom>
              <a:solidFill>
                <a:srgbClr val="D4CBE6"/>
              </a:solidFill>
              <a:ln w="4599" cap="rnd" cmpd="sng" algn="ctr">
                <a:noFill/>
                <a:prstDash val="solid"/>
                <a:round/>
                <a:headEnd type="none" w="med" len="med"/>
                <a:tailEnd type="none" w="med" len="med"/>
              </a:ln>
              <a:effectLst/>
            </p:spPr>
          </p:sp>
        </p:grpSp>
        <p:grpSp>
          <p:nvGrpSpPr>
            <p:cNvPr id="2625" name="Formula | h_j^vox">
              <a:extLst>
                <a:ext uri="{FF2B5EF4-FFF2-40B4-BE49-F238E27FC236}">
                  <a16:creationId xmlns:a16="http://schemas.microsoft.com/office/drawing/2014/main" id="{105EDB83-2B0E-A058-E3A5-30C64BFB3621}"/>
                </a:ext>
              </a:extLst>
            </p:cNvPr>
            <p:cNvGrpSpPr/>
            <p:nvPr/>
          </p:nvGrpSpPr>
          <p:grpSpPr>
            <a:xfrm>
              <a:off x="2471767" y="2824049"/>
              <a:ext cx="201989" cy="155620"/>
              <a:chOff x="2471767" y="2824049"/>
              <a:chExt cx="201989" cy="155620"/>
            </a:xfrm>
          </p:grpSpPr>
          <p:sp>
            <p:nvSpPr>
              <p:cNvPr id="2626" name="Text | h">
                <a:extLst>
                  <a:ext uri="{FF2B5EF4-FFF2-40B4-BE49-F238E27FC236}">
                    <a16:creationId xmlns:a16="http://schemas.microsoft.com/office/drawing/2014/main" id="{3FA89EF8-8638-6220-03D3-2EBB48D80470}"/>
                  </a:ext>
                </a:extLst>
              </p:cNvPr>
              <p:cNvSpPr txBox="1"/>
              <p:nvPr/>
            </p:nvSpPr>
            <p:spPr>
              <a:xfrm>
                <a:off x="2471767" y="2825100"/>
                <a:ext cx="103416" cy="149270"/>
              </a:xfrm>
              <a:prstGeom prst="rect">
                <a:avLst/>
              </a:prstGeom>
              <a:noFill/>
              <a:ln>
                <a:noFill/>
              </a:ln>
              <a:effectLst/>
            </p:spPr>
            <p:txBody>
              <a:bodyPr vertOverflow="overflow" horzOverflow="overflow" wrap="none" lIns="0" tIns="0" rIns="0" bIns="0" anchor="t" anchorCtr="0">
                <a:noAutofit/>
              </a:bodyPr>
              <a:lstStyle/>
              <a:p>
                <a:r>
                  <a:rPr lang="en-US" sz="593" i="1" dirty="0">
                    <a:solidFill>
                      <a:srgbClr val="1D3043"/>
                    </a:solidFill>
                    <a:latin typeface="Arial"/>
                    <a:ea typeface="Arial"/>
                    <a:cs typeface="Arial"/>
                  </a:rPr>
                  <a:t>h</a:t>
                </a:r>
                <a:endParaRPr lang="en-US" sz="593"/>
              </a:p>
            </p:txBody>
          </p:sp>
          <p:sp>
            <p:nvSpPr>
              <p:cNvPr id="2627" name="Text | j">
                <a:extLst>
                  <a:ext uri="{FF2B5EF4-FFF2-40B4-BE49-F238E27FC236}">
                    <a16:creationId xmlns:a16="http://schemas.microsoft.com/office/drawing/2014/main" id="{F488FA8E-1B79-FB1B-8C24-8C5354671907}"/>
                  </a:ext>
                </a:extLst>
              </p:cNvPr>
              <p:cNvSpPr txBox="1"/>
              <p:nvPr/>
            </p:nvSpPr>
            <p:spPr>
              <a:xfrm>
                <a:off x="2538391" y="2887121"/>
                <a:ext cx="44418" cy="92548"/>
              </a:xfrm>
              <a:prstGeom prst="rect">
                <a:avLst/>
              </a:prstGeom>
              <a:noFill/>
              <a:ln>
                <a:noFill/>
              </a:ln>
              <a:effectLst/>
            </p:spPr>
            <p:txBody>
              <a:bodyPr vertOverflow="overflow" horzOverflow="overflow" wrap="none" lIns="0" tIns="0" rIns="0" bIns="0" anchor="t" anchorCtr="0">
                <a:noAutofit/>
              </a:bodyPr>
              <a:lstStyle/>
              <a:p>
                <a:r>
                  <a:rPr lang="en-US" sz="367" i="1" dirty="0">
                    <a:solidFill>
                      <a:srgbClr val="1D3043"/>
                    </a:solidFill>
                    <a:latin typeface="Arial"/>
                    <a:ea typeface="Arial"/>
                    <a:cs typeface="Arial"/>
                  </a:rPr>
                  <a:t>j</a:t>
                </a:r>
                <a:endParaRPr lang="en-US" sz="367"/>
              </a:p>
            </p:txBody>
          </p:sp>
          <p:sp>
            <p:nvSpPr>
              <p:cNvPr id="2628" name="Text | vox">
                <a:extLst>
                  <a:ext uri="{FF2B5EF4-FFF2-40B4-BE49-F238E27FC236}">
                    <a16:creationId xmlns:a16="http://schemas.microsoft.com/office/drawing/2014/main" id="{BAC5835D-8FFD-47FD-E7D7-557F35D4F4AA}"/>
                  </a:ext>
                </a:extLst>
              </p:cNvPr>
              <p:cNvSpPr txBox="1"/>
              <p:nvPr/>
            </p:nvSpPr>
            <p:spPr>
              <a:xfrm>
                <a:off x="2541676" y="2824049"/>
                <a:ext cx="132080" cy="85084"/>
              </a:xfrm>
              <a:prstGeom prst="rect">
                <a:avLst/>
              </a:prstGeom>
              <a:noFill/>
              <a:ln>
                <a:noFill/>
              </a:ln>
              <a:effectLst/>
            </p:spPr>
            <p:txBody>
              <a:bodyPr vertOverflow="overflow" horzOverflow="overflow" wrap="none" lIns="0" tIns="0" rIns="0" bIns="0" anchor="t" anchorCtr="0">
                <a:noAutofit/>
              </a:bodyPr>
              <a:lstStyle/>
              <a:p>
                <a:r>
                  <a:rPr lang="en-US" sz="338" dirty="0">
                    <a:solidFill>
                      <a:srgbClr val="1D3043"/>
                    </a:solidFill>
                    <a:latin typeface="Arial"/>
                    <a:ea typeface="Arial"/>
                    <a:cs typeface="Arial"/>
                  </a:rPr>
                  <a:t>vox</a:t>
                </a:r>
                <a:endParaRPr lang="en-US" sz="338"/>
              </a:p>
            </p:txBody>
          </p:sp>
        </p:grpSp>
        <p:sp>
          <p:nvSpPr>
            <p:cNvPr id="2629" name="Text | Base summary">
              <a:extLst>
                <a:ext uri="{FF2B5EF4-FFF2-40B4-BE49-F238E27FC236}">
                  <a16:creationId xmlns:a16="http://schemas.microsoft.com/office/drawing/2014/main" id="{BFF092FC-D74F-6728-CA1A-536A8D2D1543}"/>
                </a:ext>
              </a:extLst>
            </p:cNvPr>
            <p:cNvSpPr txBox="1"/>
            <p:nvPr/>
          </p:nvSpPr>
          <p:spPr>
            <a:xfrm>
              <a:off x="2218206" y="2733120"/>
              <a:ext cx="707898" cy="116618"/>
            </a:xfrm>
            <a:prstGeom prst="rect">
              <a:avLst/>
            </a:prstGeom>
            <a:noFill/>
            <a:ln>
              <a:noFill/>
            </a:ln>
            <a:effectLst/>
          </p:spPr>
          <p:txBody>
            <a:bodyPr vertOverflow="overflow" horzOverflow="overflow" wrap="none" lIns="0" tIns="0" rIns="0" bIns="0" anchor="t" anchorCtr="0">
              <a:noAutofit/>
            </a:bodyPr>
            <a:lstStyle/>
            <a:p>
              <a:pPr algn="ctr"/>
              <a:r>
                <a:rPr lang="en-US" sz="463" b="1" dirty="0">
                  <a:solidFill>
                    <a:srgbClr val="1D3043"/>
                  </a:solidFill>
                  <a:latin typeface="Arial"/>
                  <a:ea typeface="Arial"/>
                  <a:cs typeface="Arial"/>
                </a:rPr>
                <a:t>Base summary</a:t>
              </a:r>
              <a:endParaRPr lang="en-US" sz="463"/>
            </a:p>
          </p:txBody>
        </p:sp>
        <p:grpSp>
          <p:nvGrpSpPr>
            <p:cNvPr id="2630" name="Match inputs | pocket independent from local cues">
              <a:extLst>
                <a:ext uri="{FF2B5EF4-FFF2-40B4-BE49-F238E27FC236}">
                  <a16:creationId xmlns:a16="http://schemas.microsoft.com/office/drawing/2014/main" id="{0F09C8E2-DB92-BABE-4C23-B1CA858EEC55}"/>
                </a:ext>
              </a:extLst>
            </p:cNvPr>
            <p:cNvGrpSpPr/>
            <p:nvPr/>
          </p:nvGrpSpPr>
          <p:grpSpPr>
            <a:xfrm>
              <a:off x="1143180" y="3367125"/>
              <a:ext cx="1582474" cy="532170"/>
              <a:chOff x="1143180" y="3367125"/>
              <a:chExt cx="1582474" cy="532170"/>
            </a:xfrm>
          </p:grpSpPr>
          <p:sp>
            <p:nvSpPr>
              <p:cNvPr id="2631" name="rect_2515">
                <a:extLst>
                  <a:ext uri="{FF2B5EF4-FFF2-40B4-BE49-F238E27FC236}">
                    <a16:creationId xmlns:a16="http://schemas.microsoft.com/office/drawing/2014/main" id="{F3062233-445C-4382-D47D-F2FE5021899F}"/>
                  </a:ext>
                </a:extLst>
              </p:cNvPr>
              <p:cNvSpPr/>
              <p:nvPr/>
            </p:nvSpPr>
            <p:spPr>
              <a:xfrm>
                <a:off x="1143180" y="3367125"/>
                <a:ext cx="604440" cy="532170"/>
              </a:xfrm>
              <a:prstGeom prst="roundRect">
                <a:avLst>
                  <a:gd name="adj" fmla="val 3704"/>
                </a:avLst>
              </a:prstGeom>
              <a:solidFill>
                <a:srgbClr val="FCFEFD"/>
              </a:solidFill>
              <a:ln w="3942" cap="rnd" cmpd="sng" algn="ctr">
                <a:solidFill>
                  <a:srgbClr val="C5DED4"/>
                </a:solidFill>
                <a:prstDash val="solid"/>
                <a:round/>
                <a:headEnd type="none" w="med" len="med"/>
                <a:tailEnd type="none" w="med" len="med"/>
              </a:ln>
              <a:effectLst/>
            </p:spPr>
          </p:sp>
          <p:sp>
            <p:nvSpPr>
              <p:cNvPr id="2632" name="Text | Pocket">
                <a:extLst>
                  <a:ext uri="{FF2B5EF4-FFF2-40B4-BE49-F238E27FC236}">
                    <a16:creationId xmlns:a16="http://schemas.microsoft.com/office/drawing/2014/main" id="{94C7B9A3-244A-A0EC-5FC0-557A7ACC0DB8}"/>
                  </a:ext>
                </a:extLst>
              </p:cNvPr>
              <p:cNvSpPr txBox="1"/>
              <p:nvPr/>
            </p:nvSpPr>
            <p:spPr>
              <a:xfrm>
                <a:off x="1261038" y="3376980"/>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grpSp>
            <p:nvGrpSpPr>
              <p:cNvPr id="2633" name="Local receptor pocket | atom environment">
                <a:extLst>
                  <a:ext uri="{FF2B5EF4-FFF2-40B4-BE49-F238E27FC236}">
                    <a16:creationId xmlns:a16="http://schemas.microsoft.com/office/drawing/2014/main" id="{5249448A-F06B-D23A-1C79-7280D3AB0096}"/>
                  </a:ext>
                </a:extLst>
              </p:cNvPr>
              <p:cNvGrpSpPr/>
              <p:nvPr/>
            </p:nvGrpSpPr>
            <p:grpSpPr>
              <a:xfrm>
                <a:off x="1295748" y="3525328"/>
                <a:ext cx="304113" cy="219890"/>
                <a:chOff x="1295748" y="3525328"/>
                <a:chExt cx="304113" cy="219890"/>
              </a:xfrm>
            </p:grpSpPr>
            <p:sp>
              <p:nvSpPr>
                <p:cNvPr id="2634" name="ellipse_2517">
                  <a:extLst>
                    <a:ext uri="{FF2B5EF4-FFF2-40B4-BE49-F238E27FC236}">
                      <a16:creationId xmlns:a16="http://schemas.microsoft.com/office/drawing/2014/main" id="{88A1D223-B763-68DA-4BB4-035630A38485}"/>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2635" name="ellipse_2518">
                  <a:extLst>
                    <a:ext uri="{FF2B5EF4-FFF2-40B4-BE49-F238E27FC236}">
                      <a16:creationId xmlns:a16="http://schemas.microsoft.com/office/drawing/2014/main" id="{B68DB992-CAD6-1376-7B3E-F0BA1FB6F402}"/>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2636" name="ellipse_2519">
                  <a:extLst>
                    <a:ext uri="{FF2B5EF4-FFF2-40B4-BE49-F238E27FC236}">
                      <a16:creationId xmlns:a16="http://schemas.microsoft.com/office/drawing/2014/main" id="{E24B592F-BDDE-9BFB-03D9-AFCEABB7B2FE}"/>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2637" name="ellipse_2520">
                  <a:extLst>
                    <a:ext uri="{FF2B5EF4-FFF2-40B4-BE49-F238E27FC236}">
                      <a16:creationId xmlns:a16="http://schemas.microsoft.com/office/drawing/2014/main" id="{BEA2C14F-134C-96A9-7B6B-6D4C939A8A0F}"/>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638" name="ellipse_2521">
                  <a:extLst>
                    <a:ext uri="{FF2B5EF4-FFF2-40B4-BE49-F238E27FC236}">
                      <a16:creationId xmlns:a16="http://schemas.microsoft.com/office/drawing/2014/main" id="{DB0BD2A0-DE51-B339-5693-05DB2690C56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639" name="ellipse_2522">
                  <a:extLst>
                    <a:ext uri="{FF2B5EF4-FFF2-40B4-BE49-F238E27FC236}">
                      <a16:creationId xmlns:a16="http://schemas.microsoft.com/office/drawing/2014/main" id="{22588EB1-8A48-112E-5BB4-D90C11D1E0F7}"/>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2640" name="ellipse_2523">
                  <a:extLst>
                    <a:ext uri="{FF2B5EF4-FFF2-40B4-BE49-F238E27FC236}">
                      <a16:creationId xmlns:a16="http://schemas.microsoft.com/office/drawing/2014/main" id="{599EC452-7C22-BDEA-640B-F8AE3A6044AC}"/>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2641" name="ellipse_2524">
                  <a:extLst>
                    <a:ext uri="{FF2B5EF4-FFF2-40B4-BE49-F238E27FC236}">
                      <a16:creationId xmlns:a16="http://schemas.microsoft.com/office/drawing/2014/main" id="{E142E5DB-CA13-7AC9-52E9-FAD73D82AD41}"/>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2642" name="ellipse_2525">
                  <a:extLst>
                    <a:ext uri="{FF2B5EF4-FFF2-40B4-BE49-F238E27FC236}">
                      <a16:creationId xmlns:a16="http://schemas.microsoft.com/office/drawing/2014/main" id="{12E344A8-B3FC-5D99-FD5B-D1701222BC7A}"/>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2643" name="ellipse_2526">
                  <a:extLst>
                    <a:ext uri="{FF2B5EF4-FFF2-40B4-BE49-F238E27FC236}">
                      <a16:creationId xmlns:a16="http://schemas.microsoft.com/office/drawing/2014/main" id="{EB01FB78-2ABE-4C4A-07A1-828C80AEE1A5}"/>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2644" name="ellipse_2527">
                  <a:extLst>
                    <a:ext uri="{FF2B5EF4-FFF2-40B4-BE49-F238E27FC236}">
                      <a16:creationId xmlns:a16="http://schemas.microsoft.com/office/drawing/2014/main" id="{65F38B43-DDF6-E547-7522-B088084C8EFA}"/>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2645" name="ellipse_2528">
                  <a:extLst>
                    <a:ext uri="{FF2B5EF4-FFF2-40B4-BE49-F238E27FC236}">
                      <a16:creationId xmlns:a16="http://schemas.microsoft.com/office/drawing/2014/main" id="{6B665531-C7CF-F366-BDDF-B176379FCAF8}"/>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2646" name="ellipse_2529">
                  <a:extLst>
                    <a:ext uri="{FF2B5EF4-FFF2-40B4-BE49-F238E27FC236}">
                      <a16:creationId xmlns:a16="http://schemas.microsoft.com/office/drawing/2014/main" id="{E07A0391-006F-1C8D-E557-247FC5264A45}"/>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647" name="ellipse_2530">
                  <a:extLst>
                    <a:ext uri="{FF2B5EF4-FFF2-40B4-BE49-F238E27FC236}">
                      <a16:creationId xmlns:a16="http://schemas.microsoft.com/office/drawing/2014/main" id="{FEBCB910-2248-FAB2-F005-A0C27599572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648" name="ellipse_2531">
                  <a:extLst>
                    <a:ext uri="{FF2B5EF4-FFF2-40B4-BE49-F238E27FC236}">
                      <a16:creationId xmlns:a16="http://schemas.microsoft.com/office/drawing/2014/main" id="{F8C1FCA3-EE20-EF0F-0BC8-EF909BAA1164}"/>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2649" name="ellipse_2532">
                  <a:extLst>
                    <a:ext uri="{FF2B5EF4-FFF2-40B4-BE49-F238E27FC236}">
                      <a16:creationId xmlns:a16="http://schemas.microsoft.com/office/drawing/2014/main" id="{5BD66FEF-CAA2-8251-D317-ADA523435871}"/>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2650" name="ellipse_2533">
                  <a:extLst>
                    <a:ext uri="{FF2B5EF4-FFF2-40B4-BE49-F238E27FC236}">
                      <a16:creationId xmlns:a16="http://schemas.microsoft.com/office/drawing/2014/main" id="{797F269E-A8C5-0DDB-B62A-666E743DF1FA}"/>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2651" name="ellipse_2534">
                  <a:extLst>
                    <a:ext uri="{FF2B5EF4-FFF2-40B4-BE49-F238E27FC236}">
                      <a16:creationId xmlns:a16="http://schemas.microsoft.com/office/drawing/2014/main" id="{49E2F429-34AC-9B41-534F-A4CEB1B132F5}"/>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2652" name="ellipse_2535">
                  <a:extLst>
                    <a:ext uri="{FF2B5EF4-FFF2-40B4-BE49-F238E27FC236}">
                      <a16:creationId xmlns:a16="http://schemas.microsoft.com/office/drawing/2014/main" id="{26D22E16-9079-4F36-D0D5-62496F57A51D}"/>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2653" name="ellipse_2536">
                  <a:extLst>
                    <a:ext uri="{FF2B5EF4-FFF2-40B4-BE49-F238E27FC236}">
                      <a16:creationId xmlns:a16="http://schemas.microsoft.com/office/drawing/2014/main" id="{2EB43F91-0656-8BE4-9186-BF085EB70AD9}"/>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654" name="ellipse_2537">
                  <a:extLst>
                    <a:ext uri="{FF2B5EF4-FFF2-40B4-BE49-F238E27FC236}">
                      <a16:creationId xmlns:a16="http://schemas.microsoft.com/office/drawing/2014/main" id="{E29B7CA2-2777-D3CF-3C0F-87757428C06B}"/>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2655" name="ellipse_2538">
                  <a:extLst>
                    <a:ext uri="{FF2B5EF4-FFF2-40B4-BE49-F238E27FC236}">
                      <a16:creationId xmlns:a16="http://schemas.microsoft.com/office/drawing/2014/main" id="{085F5639-D4A7-FC63-682D-42016B505331}"/>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2656" name="ellipse_2539">
                  <a:extLst>
                    <a:ext uri="{FF2B5EF4-FFF2-40B4-BE49-F238E27FC236}">
                      <a16:creationId xmlns:a16="http://schemas.microsoft.com/office/drawing/2014/main" id="{46BEBD27-6D71-A8E2-BFC5-84FB5AF1768E}"/>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657" name="ellipse_2540">
                  <a:extLst>
                    <a:ext uri="{FF2B5EF4-FFF2-40B4-BE49-F238E27FC236}">
                      <a16:creationId xmlns:a16="http://schemas.microsoft.com/office/drawing/2014/main" id="{C7CC90B4-C719-7A8A-117E-66BAE1AF1AF2}"/>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2658" name="ellipse_2541">
                  <a:extLst>
                    <a:ext uri="{FF2B5EF4-FFF2-40B4-BE49-F238E27FC236}">
                      <a16:creationId xmlns:a16="http://schemas.microsoft.com/office/drawing/2014/main" id="{9630CF59-25CC-5D7B-DC38-4A35AF3A4FF2}"/>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659" name="ellipse_2542">
                  <a:extLst>
                    <a:ext uri="{FF2B5EF4-FFF2-40B4-BE49-F238E27FC236}">
                      <a16:creationId xmlns:a16="http://schemas.microsoft.com/office/drawing/2014/main" id="{A0BD32DC-62BE-4C47-D94C-1C6AA9E3574D}"/>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2660" name="ellipse_2543">
                  <a:extLst>
                    <a:ext uri="{FF2B5EF4-FFF2-40B4-BE49-F238E27FC236}">
                      <a16:creationId xmlns:a16="http://schemas.microsoft.com/office/drawing/2014/main" id="{B06904AA-F6F1-9CD0-C366-E3B966D12946}"/>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2661" name="ellipse_2544">
                  <a:extLst>
                    <a:ext uri="{FF2B5EF4-FFF2-40B4-BE49-F238E27FC236}">
                      <a16:creationId xmlns:a16="http://schemas.microsoft.com/office/drawing/2014/main" id="{1420D745-C594-BCDD-4C14-9710DE9E2B7C}"/>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2662" name="ellipse_2545">
                  <a:extLst>
                    <a:ext uri="{FF2B5EF4-FFF2-40B4-BE49-F238E27FC236}">
                      <a16:creationId xmlns:a16="http://schemas.microsoft.com/office/drawing/2014/main" id="{5516C037-5E67-B9DD-55D5-4B6B6BB35884}"/>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663" name="ellipse_2546">
                  <a:extLst>
                    <a:ext uri="{FF2B5EF4-FFF2-40B4-BE49-F238E27FC236}">
                      <a16:creationId xmlns:a16="http://schemas.microsoft.com/office/drawing/2014/main" id="{331AD744-214C-5600-A61B-0218C40BBA92}"/>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2664" name="ellipse_2547">
                  <a:extLst>
                    <a:ext uri="{FF2B5EF4-FFF2-40B4-BE49-F238E27FC236}">
                      <a16:creationId xmlns:a16="http://schemas.microsoft.com/office/drawing/2014/main" id="{9AADAE9E-E15D-A119-0E07-C6D4B5FA1F16}"/>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2665" name="ellipse_2548">
                  <a:extLst>
                    <a:ext uri="{FF2B5EF4-FFF2-40B4-BE49-F238E27FC236}">
                      <a16:creationId xmlns:a16="http://schemas.microsoft.com/office/drawing/2014/main" id="{E809C9FA-2013-32B3-56AB-E91FA734CF4C}"/>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2666" name="ellipse_2549">
                  <a:extLst>
                    <a:ext uri="{FF2B5EF4-FFF2-40B4-BE49-F238E27FC236}">
                      <a16:creationId xmlns:a16="http://schemas.microsoft.com/office/drawing/2014/main" id="{0A6C4A20-E7AA-437E-D2E1-3B99CB1B7998}"/>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2667" name="ellipse_2550">
                  <a:extLst>
                    <a:ext uri="{FF2B5EF4-FFF2-40B4-BE49-F238E27FC236}">
                      <a16:creationId xmlns:a16="http://schemas.microsoft.com/office/drawing/2014/main" id="{76961951-2126-7C97-C52D-B363FC2B9178}"/>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2668" name="ellipse_2551">
                  <a:extLst>
                    <a:ext uri="{FF2B5EF4-FFF2-40B4-BE49-F238E27FC236}">
                      <a16:creationId xmlns:a16="http://schemas.microsoft.com/office/drawing/2014/main" id="{0FF2227F-3C92-3A58-DF77-AD796CC5C92B}"/>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2669" name="ellipse_2552">
                  <a:extLst>
                    <a:ext uri="{FF2B5EF4-FFF2-40B4-BE49-F238E27FC236}">
                      <a16:creationId xmlns:a16="http://schemas.microsoft.com/office/drawing/2014/main" id="{13E52A0E-F5F3-7C87-EEE7-BC1912B61999}"/>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2670" name="ellipse_2553">
                  <a:extLst>
                    <a:ext uri="{FF2B5EF4-FFF2-40B4-BE49-F238E27FC236}">
                      <a16:creationId xmlns:a16="http://schemas.microsoft.com/office/drawing/2014/main" id="{9E73F127-3D2B-3B66-9A9A-BD0FB497149C}"/>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2671" name="ellipse_2554">
                  <a:extLst>
                    <a:ext uri="{FF2B5EF4-FFF2-40B4-BE49-F238E27FC236}">
                      <a16:creationId xmlns:a16="http://schemas.microsoft.com/office/drawing/2014/main" id="{7C0D9757-ED35-AC1F-E8EE-F63D405CD46B}"/>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2672" name="ellipse_2555">
                  <a:extLst>
                    <a:ext uri="{FF2B5EF4-FFF2-40B4-BE49-F238E27FC236}">
                      <a16:creationId xmlns:a16="http://schemas.microsoft.com/office/drawing/2014/main" id="{2A3CF365-C108-8593-F404-65C898E802C5}"/>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2673" name="ellipse_2556">
                  <a:extLst>
                    <a:ext uri="{FF2B5EF4-FFF2-40B4-BE49-F238E27FC236}">
                      <a16:creationId xmlns:a16="http://schemas.microsoft.com/office/drawing/2014/main" id="{EA71AF09-46AD-6A64-AC87-CAF58FB4C815}"/>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2674" name="ellipse_2557">
                  <a:extLst>
                    <a:ext uri="{FF2B5EF4-FFF2-40B4-BE49-F238E27FC236}">
                      <a16:creationId xmlns:a16="http://schemas.microsoft.com/office/drawing/2014/main" id="{90530280-AD85-F5A6-4F7F-E355CB756223}"/>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2675" name="ellipse_2558">
                  <a:extLst>
                    <a:ext uri="{FF2B5EF4-FFF2-40B4-BE49-F238E27FC236}">
                      <a16:creationId xmlns:a16="http://schemas.microsoft.com/office/drawing/2014/main" id="{83955EDD-E309-BB18-1180-AF61478EABC8}"/>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676" name="ellipse_2559">
                  <a:extLst>
                    <a:ext uri="{FF2B5EF4-FFF2-40B4-BE49-F238E27FC236}">
                      <a16:creationId xmlns:a16="http://schemas.microsoft.com/office/drawing/2014/main" id="{6DCBDEF5-DB8A-FC18-92B6-A47489474647}"/>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677" name="ellipse_2560">
                  <a:extLst>
                    <a:ext uri="{FF2B5EF4-FFF2-40B4-BE49-F238E27FC236}">
                      <a16:creationId xmlns:a16="http://schemas.microsoft.com/office/drawing/2014/main" id="{3CDC3635-A3EB-A045-6BEB-E5C1D4D22A99}"/>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2678" name="ellipse_2561">
                  <a:extLst>
                    <a:ext uri="{FF2B5EF4-FFF2-40B4-BE49-F238E27FC236}">
                      <a16:creationId xmlns:a16="http://schemas.microsoft.com/office/drawing/2014/main" id="{D79C3108-05B0-C1DB-89AF-60083454275F}"/>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2679" name="ellipse_2562">
                  <a:extLst>
                    <a:ext uri="{FF2B5EF4-FFF2-40B4-BE49-F238E27FC236}">
                      <a16:creationId xmlns:a16="http://schemas.microsoft.com/office/drawing/2014/main" id="{967ABA25-5670-BF76-830A-2785DA6FCFD8}"/>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2680" name="ellipse_2563">
                  <a:extLst>
                    <a:ext uri="{FF2B5EF4-FFF2-40B4-BE49-F238E27FC236}">
                      <a16:creationId xmlns:a16="http://schemas.microsoft.com/office/drawing/2014/main" id="{67D3FEE0-6019-732C-AB18-5ACD43A10AC4}"/>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2681" name="ellipse_2564">
                  <a:extLst>
                    <a:ext uri="{FF2B5EF4-FFF2-40B4-BE49-F238E27FC236}">
                      <a16:creationId xmlns:a16="http://schemas.microsoft.com/office/drawing/2014/main" id="{4A4BFB0E-A1EE-2D92-3707-3DC92E3B2DB7}"/>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2682" name="ellipse_2565">
                  <a:extLst>
                    <a:ext uri="{FF2B5EF4-FFF2-40B4-BE49-F238E27FC236}">
                      <a16:creationId xmlns:a16="http://schemas.microsoft.com/office/drawing/2014/main" id="{B4D87A8D-CEC3-E9F5-BE30-A972571F625E}"/>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2683" name="ellipse_2566">
                  <a:extLst>
                    <a:ext uri="{FF2B5EF4-FFF2-40B4-BE49-F238E27FC236}">
                      <a16:creationId xmlns:a16="http://schemas.microsoft.com/office/drawing/2014/main" id="{43868739-368E-1B32-24E7-9BEEE679A0A4}"/>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2684" name="ellipse_2567">
                  <a:extLst>
                    <a:ext uri="{FF2B5EF4-FFF2-40B4-BE49-F238E27FC236}">
                      <a16:creationId xmlns:a16="http://schemas.microsoft.com/office/drawing/2014/main" id="{366FBAC6-D00D-90CD-AB12-56F04542E10D}"/>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2685" name="ellipse_2568">
                  <a:extLst>
                    <a:ext uri="{FF2B5EF4-FFF2-40B4-BE49-F238E27FC236}">
                      <a16:creationId xmlns:a16="http://schemas.microsoft.com/office/drawing/2014/main" id="{ECF0E5B9-D081-FEC4-90DC-9AC0A720B7B1}"/>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2686" name="ellipse_2569">
                  <a:extLst>
                    <a:ext uri="{FF2B5EF4-FFF2-40B4-BE49-F238E27FC236}">
                      <a16:creationId xmlns:a16="http://schemas.microsoft.com/office/drawing/2014/main" id="{41F4DA98-EC82-796F-3508-A40460B24E05}"/>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687" name="ellipse_2570">
                  <a:extLst>
                    <a:ext uri="{FF2B5EF4-FFF2-40B4-BE49-F238E27FC236}">
                      <a16:creationId xmlns:a16="http://schemas.microsoft.com/office/drawing/2014/main" id="{D71DF310-B57A-9EAE-399A-D812656A94A7}"/>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2688" name="ellipse_2571">
                  <a:extLst>
                    <a:ext uri="{FF2B5EF4-FFF2-40B4-BE49-F238E27FC236}">
                      <a16:creationId xmlns:a16="http://schemas.microsoft.com/office/drawing/2014/main" id="{4AEF28C7-2518-D6F6-CAE7-E1ABF2F8D301}"/>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2689" name="ellipse_2572">
                  <a:extLst>
                    <a:ext uri="{FF2B5EF4-FFF2-40B4-BE49-F238E27FC236}">
                      <a16:creationId xmlns:a16="http://schemas.microsoft.com/office/drawing/2014/main" id="{1097D46E-241E-22E8-C75C-D95ECE0C8EBF}"/>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2690" name="ellipse_2573">
                  <a:extLst>
                    <a:ext uri="{FF2B5EF4-FFF2-40B4-BE49-F238E27FC236}">
                      <a16:creationId xmlns:a16="http://schemas.microsoft.com/office/drawing/2014/main" id="{AE12366E-2323-A4B9-F9B4-0A4A991F73BD}"/>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2691" name="ellipse_2574">
                  <a:extLst>
                    <a:ext uri="{FF2B5EF4-FFF2-40B4-BE49-F238E27FC236}">
                      <a16:creationId xmlns:a16="http://schemas.microsoft.com/office/drawing/2014/main" id="{3140D114-2BCC-08B7-CB96-FDB459AC5CFF}"/>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2692" name="ellipse_2575">
                  <a:extLst>
                    <a:ext uri="{FF2B5EF4-FFF2-40B4-BE49-F238E27FC236}">
                      <a16:creationId xmlns:a16="http://schemas.microsoft.com/office/drawing/2014/main" id="{4B2E6500-D4C1-3D8F-BC9F-43585C2D0A61}"/>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693" name="ellipse_2576">
                  <a:extLst>
                    <a:ext uri="{FF2B5EF4-FFF2-40B4-BE49-F238E27FC236}">
                      <a16:creationId xmlns:a16="http://schemas.microsoft.com/office/drawing/2014/main" id="{BBFBAACB-37BE-7190-52E5-0793FB4AF773}"/>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2694" name="ellipse_2577">
                  <a:extLst>
                    <a:ext uri="{FF2B5EF4-FFF2-40B4-BE49-F238E27FC236}">
                      <a16:creationId xmlns:a16="http://schemas.microsoft.com/office/drawing/2014/main" id="{6E536E9E-F88B-4644-69A0-2883A24454CB}"/>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2695" name="ellipse_2578">
                  <a:extLst>
                    <a:ext uri="{FF2B5EF4-FFF2-40B4-BE49-F238E27FC236}">
                      <a16:creationId xmlns:a16="http://schemas.microsoft.com/office/drawing/2014/main" id="{367606D2-45A7-E178-DCB5-476E4BA1B15C}"/>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2696" name="ellipse_2579">
                  <a:extLst>
                    <a:ext uri="{FF2B5EF4-FFF2-40B4-BE49-F238E27FC236}">
                      <a16:creationId xmlns:a16="http://schemas.microsoft.com/office/drawing/2014/main" id="{205CA10E-3FFC-BD06-416A-3E67FF0FAA59}"/>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2697" name="ellipse_2580">
                  <a:extLst>
                    <a:ext uri="{FF2B5EF4-FFF2-40B4-BE49-F238E27FC236}">
                      <a16:creationId xmlns:a16="http://schemas.microsoft.com/office/drawing/2014/main" id="{9D388306-F2E9-48FE-D5EA-EC1A95F06E1B}"/>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2698" name="ellipse_2581">
                  <a:extLst>
                    <a:ext uri="{FF2B5EF4-FFF2-40B4-BE49-F238E27FC236}">
                      <a16:creationId xmlns:a16="http://schemas.microsoft.com/office/drawing/2014/main" id="{7B4C0CAB-0BAA-7E1D-273E-DF06AEF0C090}"/>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2699" name="ellipse_2582">
                  <a:extLst>
                    <a:ext uri="{FF2B5EF4-FFF2-40B4-BE49-F238E27FC236}">
                      <a16:creationId xmlns:a16="http://schemas.microsoft.com/office/drawing/2014/main" id="{1D602437-FC41-1EC8-79C6-4849B8408D1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2700" name="ellipse_2583">
                  <a:extLst>
                    <a:ext uri="{FF2B5EF4-FFF2-40B4-BE49-F238E27FC236}">
                      <a16:creationId xmlns:a16="http://schemas.microsoft.com/office/drawing/2014/main" id="{98BD8A60-1EFA-0270-B35B-5D1B4E894DC3}"/>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2701" name="ellipse_2584">
                  <a:extLst>
                    <a:ext uri="{FF2B5EF4-FFF2-40B4-BE49-F238E27FC236}">
                      <a16:creationId xmlns:a16="http://schemas.microsoft.com/office/drawing/2014/main" id="{230FB555-76EF-E527-7AF6-908B0452A7D4}"/>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2702" name="ellipse_2585">
                  <a:extLst>
                    <a:ext uri="{FF2B5EF4-FFF2-40B4-BE49-F238E27FC236}">
                      <a16:creationId xmlns:a16="http://schemas.microsoft.com/office/drawing/2014/main" id="{65937EF6-8A52-7DF9-9AC9-CF68D429EAA1}"/>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2703" name="ellipse_2586">
                  <a:extLst>
                    <a:ext uri="{FF2B5EF4-FFF2-40B4-BE49-F238E27FC236}">
                      <a16:creationId xmlns:a16="http://schemas.microsoft.com/office/drawing/2014/main" id="{94DD0574-4252-0E11-E6BA-6B5FC6AF5D29}"/>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2704" name="ellipse_2587">
                  <a:extLst>
                    <a:ext uri="{FF2B5EF4-FFF2-40B4-BE49-F238E27FC236}">
                      <a16:creationId xmlns:a16="http://schemas.microsoft.com/office/drawing/2014/main" id="{49D469C9-4C99-F065-78A4-4C9FD4D1AC4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2705" name="ellipse_2588">
                  <a:extLst>
                    <a:ext uri="{FF2B5EF4-FFF2-40B4-BE49-F238E27FC236}">
                      <a16:creationId xmlns:a16="http://schemas.microsoft.com/office/drawing/2014/main" id="{CCB93157-0854-3432-CD71-4EBFE1562127}"/>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2706" name="ellipse_2589">
                  <a:extLst>
                    <a:ext uri="{FF2B5EF4-FFF2-40B4-BE49-F238E27FC236}">
                      <a16:creationId xmlns:a16="http://schemas.microsoft.com/office/drawing/2014/main" id="{6B54CFEA-F65F-E353-A180-32E43D4D55BB}"/>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2707" name="ellipse_2590">
                  <a:extLst>
                    <a:ext uri="{FF2B5EF4-FFF2-40B4-BE49-F238E27FC236}">
                      <a16:creationId xmlns:a16="http://schemas.microsoft.com/office/drawing/2014/main" id="{5A0D089D-6ADC-5FC8-68E4-0B2D911CA12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2708" name="ellipse_2591">
                  <a:extLst>
                    <a:ext uri="{FF2B5EF4-FFF2-40B4-BE49-F238E27FC236}">
                      <a16:creationId xmlns:a16="http://schemas.microsoft.com/office/drawing/2014/main" id="{2BE825D6-9F5D-4F11-8307-8B206133B27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2709" name="ellipse_2592">
                  <a:extLst>
                    <a:ext uri="{FF2B5EF4-FFF2-40B4-BE49-F238E27FC236}">
                      <a16:creationId xmlns:a16="http://schemas.microsoft.com/office/drawing/2014/main" id="{B4A267F1-BEBC-1131-DDE0-FB9C3978FFC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2710" name="ellipse_2593">
                  <a:extLst>
                    <a:ext uri="{FF2B5EF4-FFF2-40B4-BE49-F238E27FC236}">
                      <a16:creationId xmlns:a16="http://schemas.microsoft.com/office/drawing/2014/main" id="{DD9FCD8B-6B2D-30CD-D223-E9EEAD22766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2711" name="ellipse_2594">
                  <a:extLst>
                    <a:ext uri="{FF2B5EF4-FFF2-40B4-BE49-F238E27FC236}">
                      <a16:creationId xmlns:a16="http://schemas.microsoft.com/office/drawing/2014/main" id="{7A927B8F-1BF2-6F54-B955-8505AD9C9F03}"/>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2712" name="ellipse_2595">
                  <a:extLst>
                    <a:ext uri="{FF2B5EF4-FFF2-40B4-BE49-F238E27FC236}">
                      <a16:creationId xmlns:a16="http://schemas.microsoft.com/office/drawing/2014/main" id="{0633F1C3-155B-E751-12EC-99D92F5370AD}"/>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2713" name="ellipse_2596">
                  <a:extLst>
                    <a:ext uri="{FF2B5EF4-FFF2-40B4-BE49-F238E27FC236}">
                      <a16:creationId xmlns:a16="http://schemas.microsoft.com/office/drawing/2014/main" id="{B968D6DF-99FB-E0C6-DDC6-E2CB4B347A03}"/>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2714" name="ellipse_2597">
                  <a:extLst>
                    <a:ext uri="{FF2B5EF4-FFF2-40B4-BE49-F238E27FC236}">
                      <a16:creationId xmlns:a16="http://schemas.microsoft.com/office/drawing/2014/main" id="{38A9D623-978F-A043-6DBF-41AC74439652}"/>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2715" name="ellipse_2598">
                  <a:extLst>
                    <a:ext uri="{FF2B5EF4-FFF2-40B4-BE49-F238E27FC236}">
                      <a16:creationId xmlns:a16="http://schemas.microsoft.com/office/drawing/2014/main" id="{2FFD28DB-E572-DFD0-0F54-7F8EBE606F85}"/>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2716" name="ellipse_2599">
                  <a:extLst>
                    <a:ext uri="{FF2B5EF4-FFF2-40B4-BE49-F238E27FC236}">
                      <a16:creationId xmlns:a16="http://schemas.microsoft.com/office/drawing/2014/main" id="{A108840D-C0E5-012D-7372-F7C3AFDB3C14}"/>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2717" name="ellipse_2600">
                  <a:extLst>
                    <a:ext uri="{FF2B5EF4-FFF2-40B4-BE49-F238E27FC236}">
                      <a16:creationId xmlns:a16="http://schemas.microsoft.com/office/drawing/2014/main" id="{F1DFBE0A-D481-613A-D6DF-1C7902F5B1A4}"/>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2718" name="ellipse_2601">
                  <a:extLst>
                    <a:ext uri="{FF2B5EF4-FFF2-40B4-BE49-F238E27FC236}">
                      <a16:creationId xmlns:a16="http://schemas.microsoft.com/office/drawing/2014/main" id="{A5D0957C-6CF0-1A14-0892-F87E3A2AEAE2}"/>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grpSp>
            <p:nvGrpSpPr>
              <p:cNvPr id="2719" name="Feature vector">
                <a:extLst>
                  <a:ext uri="{FF2B5EF4-FFF2-40B4-BE49-F238E27FC236}">
                    <a16:creationId xmlns:a16="http://schemas.microsoft.com/office/drawing/2014/main" id="{0308F40C-99FA-0861-54C6-C1C06C3A03AD}"/>
                  </a:ext>
                </a:extLst>
              </p:cNvPr>
              <p:cNvGrpSpPr/>
              <p:nvPr/>
            </p:nvGrpSpPr>
            <p:grpSpPr>
              <a:xfrm>
                <a:off x="1274580" y="3787605"/>
                <a:ext cx="338355" cy="49275"/>
                <a:chOff x="1274580" y="3787605"/>
                <a:chExt cx="338355" cy="49275"/>
              </a:xfrm>
            </p:grpSpPr>
            <p:sp>
              <p:nvSpPr>
                <p:cNvPr id="2720" name="feature_1">
                  <a:extLst>
                    <a:ext uri="{FF2B5EF4-FFF2-40B4-BE49-F238E27FC236}">
                      <a16:creationId xmlns:a16="http://schemas.microsoft.com/office/drawing/2014/main" id="{5D723A5C-F589-FC22-F018-48E4762D7BEA}"/>
                    </a:ext>
                  </a:extLst>
                </p:cNvPr>
                <p:cNvSpPr/>
                <p:nvPr/>
              </p:nvSpPr>
              <p:spPr>
                <a:xfrm>
                  <a:off x="1274580" y="3787605"/>
                  <a:ext cx="45521" cy="49275"/>
                </a:xfrm>
                <a:prstGeom prst="rect">
                  <a:avLst/>
                </a:prstGeom>
                <a:solidFill>
                  <a:srgbClr val="90C4B4"/>
                </a:solidFill>
                <a:ln w="4599" cap="rnd" cmpd="sng" algn="ctr">
                  <a:noFill/>
                  <a:prstDash val="solid"/>
                  <a:round/>
                  <a:headEnd type="none" w="med" len="med"/>
                  <a:tailEnd type="none" w="med" len="med"/>
                </a:ln>
                <a:effectLst/>
              </p:spPr>
            </p:sp>
            <p:sp>
              <p:nvSpPr>
                <p:cNvPr id="2721" name="feature_2">
                  <a:extLst>
                    <a:ext uri="{FF2B5EF4-FFF2-40B4-BE49-F238E27FC236}">
                      <a16:creationId xmlns:a16="http://schemas.microsoft.com/office/drawing/2014/main" id="{CA7F9765-512A-D0D1-0A86-1773DD2A17DF}"/>
                    </a:ext>
                  </a:extLst>
                </p:cNvPr>
                <p:cNvSpPr/>
                <p:nvPr/>
              </p:nvSpPr>
              <p:spPr>
                <a:xfrm>
                  <a:off x="1323386" y="3787605"/>
                  <a:ext cx="45521" cy="49275"/>
                </a:xfrm>
                <a:prstGeom prst="rect">
                  <a:avLst/>
                </a:prstGeom>
                <a:solidFill>
                  <a:srgbClr val="B9DBD1"/>
                </a:solidFill>
                <a:ln w="4599" cap="rnd" cmpd="sng" algn="ctr">
                  <a:noFill/>
                  <a:prstDash val="solid"/>
                  <a:round/>
                  <a:headEnd type="none" w="med" len="med"/>
                  <a:tailEnd type="none" w="med" len="med"/>
                </a:ln>
                <a:effectLst/>
              </p:spPr>
            </p:sp>
            <p:sp>
              <p:nvSpPr>
                <p:cNvPr id="2722" name="feature_3">
                  <a:extLst>
                    <a:ext uri="{FF2B5EF4-FFF2-40B4-BE49-F238E27FC236}">
                      <a16:creationId xmlns:a16="http://schemas.microsoft.com/office/drawing/2014/main" id="{4DA8F10C-D9A0-A15F-7568-3ED211627FDB}"/>
                    </a:ext>
                  </a:extLst>
                </p:cNvPr>
                <p:cNvSpPr/>
                <p:nvPr/>
              </p:nvSpPr>
              <p:spPr>
                <a:xfrm>
                  <a:off x="1372191" y="3787605"/>
                  <a:ext cx="45521" cy="49275"/>
                </a:xfrm>
                <a:prstGeom prst="rect">
                  <a:avLst/>
                </a:prstGeom>
                <a:solidFill>
                  <a:srgbClr val="4EAA93"/>
                </a:solidFill>
                <a:ln w="4599" cap="rnd" cmpd="sng" algn="ctr">
                  <a:noFill/>
                  <a:prstDash val="solid"/>
                  <a:round/>
                  <a:headEnd type="none" w="med" len="med"/>
                  <a:tailEnd type="none" w="med" len="med"/>
                </a:ln>
                <a:effectLst/>
              </p:spPr>
            </p:sp>
            <p:sp>
              <p:nvSpPr>
                <p:cNvPr id="2723" name="feature_4">
                  <a:extLst>
                    <a:ext uri="{FF2B5EF4-FFF2-40B4-BE49-F238E27FC236}">
                      <a16:creationId xmlns:a16="http://schemas.microsoft.com/office/drawing/2014/main" id="{156CB5BC-11BE-1C11-4CBA-A792363836B3}"/>
                    </a:ext>
                  </a:extLst>
                </p:cNvPr>
                <p:cNvSpPr/>
                <p:nvPr/>
              </p:nvSpPr>
              <p:spPr>
                <a:xfrm>
                  <a:off x="1420997" y="3787605"/>
                  <a:ext cx="45521" cy="49275"/>
                </a:xfrm>
                <a:prstGeom prst="rect">
                  <a:avLst/>
                </a:prstGeom>
                <a:solidFill>
                  <a:srgbClr val="90C4B4"/>
                </a:solidFill>
                <a:ln w="4599" cap="rnd" cmpd="sng" algn="ctr">
                  <a:noFill/>
                  <a:prstDash val="solid"/>
                  <a:round/>
                  <a:headEnd type="none" w="med" len="med"/>
                  <a:tailEnd type="none" w="med" len="med"/>
                </a:ln>
                <a:effectLst/>
              </p:spPr>
            </p:sp>
            <p:sp>
              <p:nvSpPr>
                <p:cNvPr id="2724" name="feature_5">
                  <a:extLst>
                    <a:ext uri="{FF2B5EF4-FFF2-40B4-BE49-F238E27FC236}">
                      <a16:creationId xmlns:a16="http://schemas.microsoft.com/office/drawing/2014/main" id="{DBA9FFD2-DAC0-2BDB-0392-F13593EF5C2C}"/>
                    </a:ext>
                  </a:extLst>
                </p:cNvPr>
                <p:cNvSpPr/>
                <p:nvPr/>
              </p:nvSpPr>
              <p:spPr>
                <a:xfrm>
                  <a:off x="1469803" y="3787605"/>
                  <a:ext cx="45521" cy="49275"/>
                </a:xfrm>
                <a:prstGeom prst="rect">
                  <a:avLst/>
                </a:prstGeom>
                <a:solidFill>
                  <a:srgbClr val="B9DBD1"/>
                </a:solidFill>
                <a:ln w="4599" cap="rnd" cmpd="sng" algn="ctr">
                  <a:noFill/>
                  <a:prstDash val="solid"/>
                  <a:round/>
                  <a:headEnd type="none" w="med" len="med"/>
                  <a:tailEnd type="none" w="med" len="med"/>
                </a:ln>
                <a:effectLst/>
              </p:spPr>
            </p:sp>
            <p:sp>
              <p:nvSpPr>
                <p:cNvPr id="2725" name="feature_6">
                  <a:extLst>
                    <a:ext uri="{FF2B5EF4-FFF2-40B4-BE49-F238E27FC236}">
                      <a16:creationId xmlns:a16="http://schemas.microsoft.com/office/drawing/2014/main" id="{0F351007-8CE4-9AD0-083A-B9FA6C04C5D7}"/>
                    </a:ext>
                  </a:extLst>
                </p:cNvPr>
                <p:cNvSpPr/>
                <p:nvPr/>
              </p:nvSpPr>
              <p:spPr>
                <a:xfrm>
                  <a:off x="1518609" y="3787605"/>
                  <a:ext cx="45521" cy="49275"/>
                </a:xfrm>
                <a:prstGeom prst="rect">
                  <a:avLst/>
                </a:prstGeom>
                <a:solidFill>
                  <a:srgbClr val="4EAA93"/>
                </a:solidFill>
                <a:ln w="4599" cap="rnd" cmpd="sng" algn="ctr">
                  <a:noFill/>
                  <a:prstDash val="solid"/>
                  <a:round/>
                  <a:headEnd type="none" w="med" len="med"/>
                  <a:tailEnd type="none" w="med" len="med"/>
                </a:ln>
                <a:effectLst/>
              </p:spPr>
            </p:sp>
            <p:sp>
              <p:nvSpPr>
                <p:cNvPr id="2726" name="feature_7">
                  <a:extLst>
                    <a:ext uri="{FF2B5EF4-FFF2-40B4-BE49-F238E27FC236}">
                      <a16:creationId xmlns:a16="http://schemas.microsoft.com/office/drawing/2014/main" id="{781A3305-0B0C-5369-5332-D89C6A7F84AE}"/>
                    </a:ext>
                  </a:extLst>
                </p:cNvPr>
                <p:cNvSpPr/>
                <p:nvPr/>
              </p:nvSpPr>
              <p:spPr>
                <a:xfrm>
                  <a:off x="1567414" y="3787605"/>
                  <a:ext cx="45521" cy="49275"/>
                </a:xfrm>
                <a:prstGeom prst="rect">
                  <a:avLst/>
                </a:prstGeom>
                <a:solidFill>
                  <a:srgbClr val="90C4B4"/>
                </a:solidFill>
                <a:ln w="4599" cap="rnd" cmpd="sng" algn="ctr">
                  <a:noFill/>
                  <a:prstDash val="solid"/>
                  <a:round/>
                  <a:headEnd type="none" w="med" len="med"/>
                  <a:tailEnd type="none" w="med" len="med"/>
                </a:ln>
                <a:effectLst/>
              </p:spPr>
            </p:sp>
          </p:grpSp>
          <p:sp>
            <p:nvSpPr>
              <p:cNvPr id="2727" name="rect_2609">
                <a:extLst>
                  <a:ext uri="{FF2B5EF4-FFF2-40B4-BE49-F238E27FC236}">
                    <a16:creationId xmlns:a16="http://schemas.microsoft.com/office/drawing/2014/main" id="{66A4BADA-1A6C-4887-41BD-FF7F5A4928C7}"/>
                  </a:ext>
                </a:extLst>
              </p:cNvPr>
              <p:cNvSpPr/>
              <p:nvPr/>
            </p:nvSpPr>
            <p:spPr>
              <a:xfrm>
                <a:off x="1826460" y="3367125"/>
                <a:ext cx="844245" cy="532170"/>
              </a:xfrm>
              <a:prstGeom prst="roundRect">
                <a:avLst>
                  <a:gd name="adj" fmla="val 3704"/>
                </a:avLst>
              </a:prstGeom>
              <a:solidFill>
                <a:srgbClr val="FCFEFD"/>
              </a:solidFill>
              <a:ln w="3942" cap="rnd" cmpd="sng" algn="ctr">
                <a:solidFill>
                  <a:srgbClr val="C5DED4"/>
                </a:solidFill>
                <a:prstDash val="solid"/>
                <a:round/>
                <a:headEnd type="none" w="med" len="med"/>
                <a:tailEnd type="none" w="med" len="med"/>
              </a:ln>
              <a:effectLst/>
            </p:spPr>
          </p:sp>
          <p:sp>
            <p:nvSpPr>
              <p:cNvPr id="2728" name="Text | Local candidate cues">
                <a:extLst>
                  <a:ext uri="{FF2B5EF4-FFF2-40B4-BE49-F238E27FC236}">
                    <a16:creationId xmlns:a16="http://schemas.microsoft.com/office/drawing/2014/main" id="{70412AE8-0165-C47F-8AEC-2B99286764F9}"/>
                  </a:ext>
                </a:extLst>
              </p:cNvPr>
              <p:cNvSpPr txBox="1"/>
              <p:nvPr/>
            </p:nvSpPr>
            <p:spPr>
              <a:xfrm>
                <a:off x="1768226" y="3383550"/>
                <a:ext cx="957429" cy="111953"/>
              </a:xfrm>
              <a:prstGeom prst="rect">
                <a:avLst/>
              </a:prstGeom>
              <a:noFill/>
              <a:ln>
                <a:noFill/>
              </a:ln>
              <a:effectLst/>
            </p:spPr>
            <p:txBody>
              <a:bodyPr vertOverflow="overflow" horzOverflow="overflow" wrap="none" lIns="0" tIns="0" rIns="0" bIns="0" anchor="t" anchorCtr="0">
                <a:noAutofit/>
              </a:bodyPr>
              <a:lstStyle/>
              <a:p>
                <a:pPr algn="ctr"/>
                <a:r>
                  <a:rPr lang="en-US" sz="445" b="1" dirty="0">
                    <a:solidFill>
                      <a:srgbClr val="1D3043"/>
                    </a:solidFill>
                    <a:latin typeface="Arial"/>
                    <a:ea typeface="Arial"/>
                    <a:cs typeface="Arial"/>
                  </a:rPr>
                  <a:t>Local candidate cues</a:t>
                </a:r>
                <a:endParaRPr lang="en-US" sz="445"/>
              </a:p>
            </p:txBody>
          </p:sp>
          <p:sp>
            <p:nvSpPr>
              <p:cNvPr id="2729" name="Candidate blob | editable contour">
                <a:extLst>
                  <a:ext uri="{FF2B5EF4-FFF2-40B4-BE49-F238E27FC236}">
                    <a16:creationId xmlns:a16="http://schemas.microsoft.com/office/drawing/2014/main" id="{5128D087-AA05-E723-7471-083C255453AE}"/>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730" name="ellipse_2612">
                <a:extLst>
                  <a:ext uri="{FF2B5EF4-FFF2-40B4-BE49-F238E27FC236}">
                    <a16:creationId xmlns:a16="http://schemas.microsoft.com/office/drawing/2014/main" id="{A0E9574E-088A-6EDC-0705-5E19F7789F90}"/>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nvGrpSpPr>
              <p:cNvPr id="2731" name="Pseudo-atom sampling points; no chemical bonds">
                <a:extLst>
                  <a:ext uri="{FF2B5EF4-FFF2-40B4-BE49-F238E27FC236}">
                    <a16:creationId xmlns:a16="http://schemas.microsoft.com/office/drawing/2014/main" id="{D1CE0AD6-E7D8-7E04-C4A2-D08813D808CF}"/>
                  </a:ext>
                </a:extLst>
              </p:cNvPr>
              <p:cNvGrpSpPr/>
              <p:nvPr/>
            </p:nvGrpSpPr>
            <p:grpSpPr>
              <a:xfrm>
                <a:off x="2356083" y="3581646"/>
                <a:ext cx="132815" cy="121377"/>
                <a:chOff x="2356083" y="3581646"/>
                <a:chExt cx="132815" cy="121377"/>
              </a:xfrm>
            </p:grpSpPr>
            <p:sp>
              <p:nvSpPr>
                <p:cNvPr id="2732" name="Pseudo atom | small solid diamond">
                  <a:extLst>
                    <a:ext uri="{FF2B5EF4-FFF2-40B4-BE49-F238E27FC236}">
                      <a16:creationId xmlns:a16="http://schemas.microsoft.com/office/drawing/2014/main" id="{4D606B9E-E9DF-C736-73D3-F3B4F833B464}"/>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33" name="Pseudo atom | small solid diamond">
                  <a:extLst>
                    <a:ext uri="{FF2B5EF4-FFF2-40B4-BE49-F238E27FC236}">
                      <a16:creationId xmlns:a16="http://schemas.microsoft.com/office/drawing/2014/main" id="{43F310AD-7398-9A68-3428-B163A1F5B2E6}"/>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34" name="Pseudo atom | small solid diamond">
                  <a:extLst>
                    <a:ext uri="{FF2B5EF4-FFF2-40B4-BE49-F238E27FC236}">
                      <a16:creationId xmlns:a16="http://schemas.microsoft.com/office/drawing/2014/main" id="{160E15E0-AC5A-8E9E-286B-4D72E7024FAD}"/>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35" name="Pseudo atom | small solid diamond">
                  <a:extLst>
                    <a:ext uri="{FF2B5EF4-FFF2-40B4-BE49-F238E27FC236}">
                      <a16:creationId xmlns:a16="http://schemas.microsoft.com/office/drawing/2014/main" id="{66732FC3-3AC4-2504-EA46-217950812A55}"/>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36" name="Pseudo atom | small solid diamond">
                  <a:extLst>
                    <a:ext uri="{FF2B5EF4-FFF2-40B4-BE49-F238E27FC236}">
                      <a16:creationId xmlns:a16="http://schemas.microsoft.com/office/drawing/2014/main" id="{4E6DF373-4C67-F276-504B-7E2D33E5CA92}"/>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37" name="Pseudo atom | small solid diamond">
                  <a:extLst>
                    <a:ext uri="{FF2B5EF4-FFF2-40B4-BE49-F238E27FC236}">
                      <a16:creationId xmlns:a16="http://schemas.microsoft.com/office/drawing/2014/main" id="{018A927C-031C-B32D-53D1-286DD2444027}"/>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38" name="Pseudo atom | small solid diamond">
                  <a:extLst>
                    <a:ext uri="{FF2B5EF4-FFF2-40B4-BE49-F238E27FC236}">
                      <a16:creationId xmlns:a16="http://schemas.microsoft.com/office/drawing/2014/main" id="{4A3891DD-1CF8-42A3-C289-2E8F7EC1EDDC}"/>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39" name="Pseudo atom | small solid diamond">
                  <a:extLst>
                    <a:ext uri="{FF2B5EF4-FFF2-40B4-BE49-F238E27FC236}">
                      <a16:creationId xmlns:a16="http://schemas.microsoft.com/office/drawing/2014/main" id="{17FA579E-8578-74D1-41C6-7961B9A4F277}"/>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40" name="Pseudo atom | small solid diamond">
                  <a:extLst>
                    <a:ext uri="{FF2B5EF4-FFF2-40B4-BE49-F238E27FC236}">
                      <a16:creationId xmlns:a16="http://schemas.microsoft.com/office/drawing/2014/main" id="{C8017A08-03B6-1D26-BA9C-80A3AFA5C1C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sp>
              <p:nvSpPr>
                <p:cNvPr id="2741" name="Pseudo atom | small solid diamond">
                  <a:extLst>
                    <a:ext uri="{FF2B5EF4-FFF2-40B4-BE49-F238E27FC236}">
                      <a16:creationId xmlns:a16="http://schemas.microsoft.com/office/drawing/2014/main" id="{69AA3E58-8AEA-3FAE-3E3C-4D2D393DC323}"/>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135" cap="rnd" cmpd="sng" algn="ctr">
                  <a:solidFill>
                    <a:srgbClr val="AE6104"/>
                  </a:solidFill>
                  <a:prstDash val="solid"/>
                  <a:round/>
                  <a:headEnd type="none" w="med" len="med"/>
                  <a:tailEnd type="none" w="med" len="med"/>
                </a:ln>
                <a:effectLst/>
              </p:spPr>
            </p:sp>
          </p:grpSp>
          <p:sp>
            <p:nvSpPr>
              <p:cNvPr id="2742" name="Text | Blob">
                <a:extLst>
                  <a:ext uri="{FF2B5EF4-FFF2-40B4-BE49-F238E27FC236}">
                    <a16:creationId xmlns:a16="http://schemas.microsoft.com/office/drawing/2014/main" id="{FF937CF1-657D-33D2-2F6B-222C482B2013}"/>
                  </a:ext>
                </a:extLst>
              </p:cNvPr>
              <p:cNvSpPr txBox="1"/>
              <p:nvPr/>
            </p:nvSpPr>
            <p:spPr>
              <a:xfrm>
                <a:off x="1946540" y="3764610"/>
                <a:ext cx="193460"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1D3043"/>
                    </a:solidFill>
                    <a:latin typeface="Arial"/>
                    <a:ea typeface="Arial"/>
                    <a:cs typeface="Arial"/>
                  </a:rPr>
                  <a:t>Blob</a:t>
                </a:r>
                <a:endParaRPr lang="en-US" sz="426"/>
              </a:p>
            </p:txBody>
          </p:sp>
          <p:sp>
            <p:nvSpPr>
              <p:cNvPr id="2743" name="Text | Pseudo">
                <a:extLst>
                  <a:ext uri="{FF2B5EF4-FFF2-40B4-BE49-F238E27FC236}">
                    <a16:creationId xmlns:a16="http://schemas.microsoft.com/office/drawing/2014/main" id="{4BD08118-6B8B-0E3C-AEFB-46C5C83F280C}"/>
                  </a:ext>
                </a:extLst>
              </p:cNvPr>
              <p:cNvSpPr txBox="1"/>
              <p:nvPr/>
            </p:nvSpPr>
            <p:spPr>
              <a:xfrm>
                <a:off x="2298026" y="3764610"/>
                <a:ext cx="298599"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1D3043"/>
                    </a:solidFill>
                    <a:latin typeface="Arial"/>
                    <a:ea typeface="Arial"/>
                    <a:cs typeface="Arial"/>
                  </a:rPr>
                  <a:t>Pseudo</a:t>
                </a:r>
                <a:endParaRPr lang="en-US" sz="426"/>
              </a:p>
            </p:txBody>
          </p:sp>
        </p:grpSp>
        <p:sp>
          <p:nvSpPr>
            <p:cNvPr id="2750" name="Text | Q">
              <a:extLst>
                <a:ext uri="{FF2B5EF4-FFF2-40B4-BE49-F238E27FC236}">
                  <a16:creationId xmlns:a16="http://schemas.microsoft.com/office/drawing/2014/main" id="{BE21B81C-18CC-E7E5-FB41-17BD22528C75}"/>
                </a:ext>
              </a:extLst>
            </p:cNvPr>
            <p:cNvSpPr txBox="1"/>
            <p:nvPr/>
          </p:nvSpPr>
          <p:spPr>
            <a:xfrm>
              <a:off x="2772000" y="3963600"/>
              <a:ext cx="94616" cy="111953"/>
            </a:xfrm>
            <a:prstGeom prst="rect">
              <a:avLst/>
            </a:prstGeom>
            <a:noFill/>
            <a:ln>
              <a:noFill/>
            </a:ln>
            <a:effectLst/>
          </p:spPr>
          <p:txBody>
            <a:bodyPr vertOverflow="overflow" horzOverflow="overflow" wrap="none" lIns="0" tIns="0" rIns="0" bIns="0" anchor="t" anchorCtr="0">
              <a:noAutofit/>
            </a:bodyPr>
            <a:lstStyle/>
            <a:p>
              <a:r>
                <a:rPr lang="en-US" sz="445" b="1" dirty="0">
                  <a:solidFill>
                    <a:srgbClr val="367FB7"/>
                  </a:solidFill>
                  <a:latin typeface="Arial"/>
                  <a:ea typeface="Arial"/>
                  <a:cs typeface="Arial"/>
                </a:rPr>
                <a:t>Q</a:t>
              </a:r>
              <a:endParaRPr lang="en-US" sz="445"/>
            </a:p>
          </p:txBody>
        </p:sp>
        <p:sp>
          <p:nvSpPr>
            <p:cNvPr id="2761" name="Operation | Mean/max pool">
              <a:extLst>
                <a:ext uri="{FF2B5EF4-FFF2-40B4-BE49-F238E27FC236}">
                  <a16:creationId xmlns:a16="http://schemas.microsoft.com/office/drawing/2014/main" id="{FF9D0D05-CBCB-25C2-DA48-2024160D4A77}"/>
                </a:ext>
              </a:extLst>
            </p:cNvPr>
            <p:cNvSpPr/>
            <p:nvPr/>
          </p:nvSpPr>
          <p:spPr>
            <a:xfrm>
              <a:off x="1379700" y="4022482"/>
              <a:ext cx="617580" cy="160965"/>
            </a:xfrm>
            <a:prstGeom prst="roundRect">
              <a:avLst>
                <a:gd name="adj" fmla="val 18367"/>
              </a:avLst>
            </a:prstGeom>
            <a:solidFill>
              <a:srgbClr val="FFFFFF"/>
            </a:solidFill>
            <a:ln w="4928" cap="rnd" cmpd="sng" algn="ctr">
              <a:solidFill>
                <a:srgbClr val="238777"/>
              </a:solidFill>
              <a:prstDash val="solid"/>
              <a:round/>
              <a:headEnd type="none" w="med" len="med"/>
              <a:tailEnd type="none" w="med" len="med"/>
            </a:ln>
            <a:effectLst/>
          </p:spPr>
        </p:sp>
        <p:sp>
          <p:nvSpPr>
            <p:cNvPr id="2762" name="Text | Mean/max pool">
              <a:extLst>
                <a:ext uri="{FF2B5EF4-FFF2-40B4-BE49-F238E27FC236}">
                  <a16:creationId xmlns:a16="http://schemas.microsoft.com/office/drawing/2014/main" id="{8F5BA019-E095-BB77-838A-FCDA35583634}"/>
                </a:ext>
              </a:extLst>
            </p:cNvPr>
            <p:cNvSpPr txBox="1"/>
            <p:nvPr/>
          </p:nvSpPr>
          <p:spPr>
            <a:xfrm>
              <a:off x="1336948" y="4050931"/>
              <a:ext cx="703085" cy="111953"/>
            </a:xfrm>
            <a:prstGeom prst="rect">
              <a:avLst/>
            </a:prstGeom>
            <a:noFill/>
            <a:ln>
              <a:noFill/>
            </a:ln>
            <a:effectLst/>
          </p:spPr>
          <p:txBody>
            <a:bodyPr vertOverflow="overflow" horzOverflow="overflow" wrap="none" lIns="0" tIns="0" rIns="0" bIns="0" anchor="t" anchorCtr="0">
              <a:noAutofit/>
            </a:bodyPr>
            <a:lstStyle/>
            <a:p>
              <a:pPr algn="ctr"/>
              <a:r>
                <a:rPr lang="en-US" sz="445" b="1" dirty="0">
                  <a:solidFill>
                    <a:srgbClr val="238777"/>
                  </a:solidFill>
                  <a:latin typeface="Arial"/>
                  <a:ea typeface="Arial"/>
                  <a:cs typeface="Arial"/>
                </a:rPr>
                <a:t>Mean/max pool</a:t>
              </a:r>
              <a:endParaRPr lang="en-US" sz="445"/>
            </a:p>
          </p:txBody>
        </p:sp>
        <p:sp>
          <p:nvSpPr>
            <p:cNvPr id="2763" name="Operation | Attention">
              <a:extLst>
                <a:ext uri="{FF2B5EF4-FFF2-40B4-BE49-F238E27FC236}">
                  <a16:creationId xmlns:a16="http://schemas.microsoft.com/office/drawing/2014/main" id="{5BB99536-217F-540B-7857-F706D22066B7}"/>
                </a:ext>
              </a:extLst>
            </p:cNvPr>
            <p:cNvSpPr/>
            <p:nvPr/>
          </p:nvSpPr>
          <p:spPr>
            <a:xfrm>
              <a:off x="2202592" y="4022482"/>
              <a:ext cx="509175" cy="160965"/>
            </a:xfrm>
            <a:prstGeom prst="roundRect">
              <a:avLst>
                <a:gd name="adj" fmla="val 18367"/>
              </a:avLst>
            </a:prstGeom>
            <a:solidFill>
              <a:srgbClr val="FFFFFF"/>
            </a:solidFill>
            <a:ln w="4928" cap="rnd" cmpd="sng" algn="ctr">
              <a:solidFill>
                <a:srgbClr val="238777"/>
              </a:solidFill>
              <a:prstDash val="solid"/>
              <a:round/>
              <a:headEnd type="none" w="med" len="med"/>
              <a:tailEnd type="none" w="med" len="med"/>
            </a:ln>
            <a:effectLst/>
          </p:spPr>
        </p:sp>
        <p:sp>
          <p:nvSpPr>
            <p:cNvPr id="2764" name="Text | Attention">
              <a:extLst>
                <a:ext uri="{FF2B5EF4-FFF2-40B4-BE49-F238E27FC236}">
                  <a16:creationId xmlns:a16="http://schemas.microsoft.com/office/drawing/2014/main" id="{CC0C2345-1A91-703C-8C71-5F992AB91F42}"/>
                </a:ext>
              </a:extLst>
            </p:cNvPr>
            <p:cNvSpPr txBox="1"/>
            <p:nvPr/>
          </p:nvSpPr>
          <p:spPr>
            <a:xfrm>
              <a:off x="2232886" y="4050931"/>
              <a:ext cx="448587" cy="111953"/>
            </a:xfrm>
            <a:prstGeom prst="rect">
              <a:avLst/>
            </a:prstGeom>
            <a:noFill/>
            <a:ln>
              <a:noFill/>
            </a:ln>
            <a:effectLst/>
          </p:spPr>
          <p:txBody>
            <a:bodyPr vertOverflow="overflow" horzOverflow="overflow" wrap="none" lIns="0" tIns="0" rIns="0" bIns="0" anchor="t" anchorCtr="0">
              <a:noAutofit/>
            </a:bodyPr>
            <a:lstStyle/>
            <a:p>
              <a:pPr algn="ctr"/>
              <a:r>
                <a:rPr lang="en-US" sz="445" b="1" dirty="0">
                  <a:solidFill>
                    <a:srgbClr val="238777"/>
                  </a:solidFill>
                  <a:latin typeface="Arial"/>
                  <a:ea typeface="Arial"/>
                  <a:cs typeface="Arial"/>
                </a:rPr>
                <a:t>Attention</a:t>
              </a:r>
              <a:endParaRPr lang="en-US" sz="445"/>
            </a:p>
          </p:txBody>
        </p:sp>
        <p:sp>
          <p:nvSpPr>
            <p:cNvPr id="2771" name="Concatenation">
              <a:extLst>
                <a:ext uri="{FF2B5EF4-FFF2-40B4-BE49-F238E27FC236}">
                  <a16:creationId xmlns:a16="http://schemas.microsoft.com/office/drawing/2014/main" id="{4F8FBB71-9E3F-1B32-03D5-0948132DEA51}"/>
                </a:ext>
              </a:extLst>
            </p:cNvPr>
            <p:cNvSpPr/>
            <p:nvPr/>
          </p:nvSpPr>
          <p:spPr>
            <a:xfrm>
              <a:off x="1885590" y="4444605"/>
              <a:ext cx="111690" cy="111690"/>
            </a:xfrm>
            <a:prstGeom prst="ellipse">
              <a:avLst/>
            </a:prstGeom>
            <a:solidFill>
              <a:srgbClr val="FFFFFF"/>
            </a:solidFill>
            <a:ln w="5913" cap="rnd" cmpd="sng" algn="ctr">
              <a:solidFill>
                <a:srgbClr val="238777"/>
              </a:solidFill>
              <a:prstDash val="solid"/>
              <a:round/>
              <a:headEnd type="none" w="med" len="med"/>
              <a:tailEnd type="none" w="med" len="med"/>
            </a:ln>
            <a:effectLst/>
          </p:spPr>
        </p:sp>
        <p:cxnSp>
          <p:nvCxnSpPr>
            <p:cNvPr id="2772" name="path_2641">
              <a:extLst>
                <a:ext uri="{FF2B5EF4-FFF2-40B4-BE49-F238E27FC236}">
                  <a16:creationId xmlns:a16="http://schemas.microsoft.com/office/drawing/2014/main" id="{15A72D2C-1CF8-35DA-8AD7-A94A81950111}"/>
                </a:ext>
              </a:extLst>
            </p:cNvPr>
            <p:cNvCxnSpPr/>
            <p:nvPr/>
          </p:nvCxnSpPr>
          <p:spPr>
            <a:xfrm>
              <a:off x="1928295" y="4474170"/>
              <a:ext cx="0" cy="52560"/>
            </a:xfrm>
            <a:prstGeom prst="line">
              <a:avLst/>
            </a:prstGeom>
            <a:noFill/>
            <a:ln w="6570" cap="rnd" cmpd="sng" algn="ctr">
              <a:solidFill>
                <a:srgbClr val="238777"/>
              </a:solidFill>
              <a:prstDash val="solid"/>
              <a:round/>
              <a:headEnd type="none" w="med" len="med"/>
              <a:tailEnd type="none" w="med" len="med"/>
            </a:ln>
            <a:effectLst/>
          </p:spPr>
        </p:cxnSp>
        <p:cxnSp>
          <p:nvCxnSpPr>
            <p:cNvPr id="2773" name="path_2642">
              <a:extLst>
                <a:ext uri="{FF2B5EF4-FFF2-40B4-BE49-F238E27FC236}">
                  <a16:creationId xmlns:a16="http://schemas.microsoft.com/office/drawing/2014/main" id="{51E76298-9D9C-8211-37AB-FC981345A446}"/>
                </a:ext>
              </a:extLst>
            </p:cNvPr>
            <p:cNvCxnSpPr/>
            <p:nvPr/>
          </p:nvCxnSpPr>
          <p:spPr>
            <a:xfrm>
              <a:off x="1954575" y="4474170"/>
              <a:ext cx="0" cy="52560"/>
            </a:xfrm>
            <a:prstGeom prst="line">
              <a:avLst/>
            </a:prstGeom>
            <a:noFill/>
            <a:ln w="6570" cap="rnd" cmpd="sng" algn="ctr">
              <a:solidFill>
                <a:srgbClr val="238777"/>
              </a:solidFill>
              <a:prstDash val="solid"/>
              <a:round/>
              <a:headEnd type="none" w="med" len="med"/>
              <a:tailEnd type="none" w="med" len="med"/>
            </a:ln>
            <a:effectLst/>
          </p:spPr>
        </p:cxnSp>
        <p:sp>
          <p:nvSpPr>
            <p:cNvPr id="2777" name="Operation | MLP">
              <a:extLst>
                <a:ext uri="{FF2B5EF4-FFF2-40B4-BE49-F238E27FC236}">
                  <a16:creationId xmlns:a16="http://schemas.microsoft.com/office/drawing/2014/main" id="{DE3096AD-BC28-A643-F392-771B1665ED68}"/>
                </a:ext>
              </a:extLst>
            </p:cNvPr>
            <p:cNvSpPr/>
            <p:nvPr/>
          </p:nvSpPr>
          <p:spPr>
            <a:xfrm>
              <a:off x="2169742" y="4421610"/>
              <a:ext cx="305505" cy="157680"/>
            </a:xfrm>
            <a:prstGeom prst="roundRect">
              <a:avLst>
                <a:gd name="adj" fmla="val 18750"/>
              </a:avLst>
            </a:prstGeom>
            <a:solidFill>
              <a:srgbClr val="FFFFFF"/>
            </a:solidFill>
            <a:ln w="4928" cap="rnd" cmpd="sng" algn="ctr">
              <a:solidFill>
                <a:srgbClr val="238777"/>
              </a:solidFill>
              <a:prstDash val="solid"/>
              <a:round/>
              <a:headEnd type="none" w="med" len="med"/>
              <a:tailEnd type="none" w="med" len="med"/>
            </a:ln>
            <a:effectLst/>
          </p:spPr>
        </p:sp>
        <p:sp>
          <p:nvSpPr>
            <p:cNvPr id="2778" name="Text | MLP">
              <a:extLst>
                <a:ext uri="{FF2B5EF4-FFF2-40B4-BE49-F238E27FC236}">
                  <a16:creationId xmlns:a16="http://schemas.microsoft.com/office/drawing/2014/main" id="{DF6FAAD3-0596-F489-636F-C2F5B8DB4B07}"/>
                </a:ext>
              </a:extLst>
            </p:cNvPr>
            <p:cNvSpPr txBox="1"/>
            <p:nvPr/>
          </p:nvSpPr>
          <p:spPr>
            <a:xfrm>
              <a:off x="2211001" y="4446248"/>
              <a:ext cx="222989" cy="116618"/>
            </a:xfrm>
            <a:prstGeom prst="rect">
              <a:avLst/>
            </a:prstGeom>
            <a:noFill/>
            <a:ln>
              <a:noFill/>
            </a:ln>
            <a:effectLst/>
          </p:spPr>
          <p:txBody>
            <a:bodyPr vertOverflow="overflow" horzOverflow="overflow" wrap="none" lIns="0" tIns="0" rIns="0" bIns="0" anchor="t" anchorCtr="0">
              <a:noAutofit/>
            </a:bodyPr>
            <a:lstStyle/>
            <a:p>
              <a:pPr algn="ctr"/>
              <a:r>
                <a:rPr lang="en-US" sz="463" b="1" dirty="0">
                  <a:solidFill>
                    <a:srgbClr val="238777"/>
                  </a:solidFill>
                  <a:latin typeface="Arial"/>
                  <a:ea typeface="Arial"/>
                  <a:cs typeface="Arial"/>
                </a:rPr>
                <a:t>MLP</a:t>
              </a:r>
              <a:endParaRPr lang="en-US" sz="463"/>
            </a:p>
          </p:txBody>
        </p:sp>
        <p:sp>
          <p:nvSpPr>
            <p:cNvPr id="2782" name="FiLM | base summary modulated by conditions">
              <a:extLst>
                <a:ext uri="{FF2B5EF4-FFF2-40B4-BE49-F238E27FC236}">
                  <a16:creationId xmlns:a16="http://schemas.microsoft.com/office/drawing/2014/main" id="{47B21FC3-1537-97AD-B648-A24267025A34}"/>
                </a:ext>
              </a:extLst>
            </p:cNvPr>
            <p:cNvSpPr/>
            <p:nvPr/>
          </p:nvSpPr>
          <p:spPr>
            <a:xfrm>
              <a:off x="2729835" y="4392045"/>
              <a:ext cx="216810" cy="216810"/>
            </a:xfrm>
            <a:prstGeom prst="ellipse">
              <a:avLst/>
            </a:prstGeom>
            <a:solidFill>
              <a:srgbClr val="F2EEF9"/>
            </a:solidFill>
            <a:ln w="6570" cap="rnd" cmpd="sng" algn="ctr">
              <a:solidFill>
                <a:srgbClr val="8B7BB1"/>
              </a:solidFill>
              <a:prstDash val="solid"/>
              <a:round/>
              <a:headEnd type="none" w="med" len="med"/>
              <a:tailEnd type="none" w="med" len="med"/>
            </a:ln>
            <a:effectLst/>
          </p:spPr>
        </p:sp>
        <p:sp>
          <p:nvSpPr>
            <p:cNvPr id="2783" name="Text | FiLM">
              <a:extLst>
                <a:ext uri="{FF2B5EF4-FFF2-40B4-BE49-F238E27FC236}">
                  <a16:creationId xmlns:a16="http://schemas.microsoft.com/office/drawing/2014/main" id="{2B150175-E7FA-C594-E005-00C34ECC24E2}"/>
                </a:ext>
              </a:extLst>
            </p:cNvPr>
            <p:cNvSpPr txBox="1"/>
            <p:nvPr/>
          </p:nvSpPr>
          <p:spPr>
            <a:xfrm>
              <a:off x="2704831" y="4438035"/>
              <a:ext cx="266819"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FiLM</a:t>
              </a:r>
              <a:endParaRPr lang="en-US" sz="500"/>
            </a:p>
          </p:txBody>
        </p:sp>
        <p:grpSp>
          <p:nvGrpSpPr>
            <p:cNvPr id="2787" name="Candidate representation h_j">
              <a:extLst>
                <a:ext uri="{FF2B5EF4-FFF2-40B4-BE49-F238E27FC236}">
                  <a16:creationId xmlns:a16="http://schemas.microsoft.com/office/drawing/2014/main" id="{8A463A7E-706A-5998-980C-C8533CDD9686}"/>
                </a:ext>
              </a:extLst>
            </p:cNvPr>
            <p:cNvGrpSpPr/>
            <p:nvPr/>
          </p:nvGrpSpPr>
          <p:grpSpPr>
            <a:xfrm>
              <a:off x="2641140" y="4746825"/>
              <a:ext cx="397485" cy="72270"/>
              <a:chOff x="2641140" y="4746825"/>
              <a:chExt cx="397485" cy="72270"/>
            </a:xfrm>
          </p:grpSpPr>
          <p:sp>
            <p:nvSpPr>
              <p:cNvPr id="2788" name="feature_1">
                <a:extLst>
                  <a:ext uri="{FF2B5EF4-FFF2-40B4-BE49-F238E27FC236}">
                    <a16:creationId xmlns:a16="http://schemas.microsoft.com/office/drawing/2014/main" id="{6706890B-1E43-FBB7-24C4-0CE182ECD3AB}"/>
                  </a:ext>
                </a:extLst>
              </p:cNvPr>
              <p:cNvSpPr/>
              <p:nvPr/>
            </p:nvSpPr>
            <p:spPr>
              <a:xfrm>
                <a:off x="2641140" y="4746825"/>
                <a:ext cx="53968" cy="72270"/>
              </a:xfrm>
              <a:prstGeom prst="rect">
                <a:avLst/>
              </a:prstGeom>
              <a:solidFill>
                <a:srgbClr val="367FB7"/>
              </a:solidFill>
              <a:ln w="4599" cap="rnd" cmpd="sng" algn="ctr">
                <a:noFill/>
                <a:prstDash val="solid"/>
                <a:round/>
                <a:headEnd type="none" w="med" len="med"/>
                <a:tailEnd type="none" w="med" len="med"/>
              </a:ln>
              <a:effectLst/>
            </p:spPr>
          </p:sp>
          <p:sp>
            <p:nvSpPr>
              <p:cNvPr id="2789" name="feature_2">
                <a:extLst>
                  <a:ext uri="{FF2B5EF4-FFF2-40B4-BE49-F238E27FC236}">
                    <a16:creationId xmlns:a16="http://schemas.microsoft.com/office/drawing/2014/main" id="{8B4D9BF3-D844-AB1A-1B36-D8673CC8FAF6}"/>
                  </a:ext>
                </a:extLst>
              </p:cNvPr>
              <p:cNvSpPr/>
              <p:nvPr/>
            </p:nvSpPr>
            <p:spPr>
              <a:xfrm>
                <a:off x="2698393" y="4746825"/>
                <a:ext cx="53968" cy="72270"/>
              </a:xfrm>
              <a:prstGeom prst="rect">
                <a:avLst/>
              </a:prstGeom>
              <a:solidFill>
                <a:srgbClr val="7EAED0"/>
              </a:solidFill>
              <a:ln w="4599" cap="rnd" cmpd="sng" algn="ctr">
                <a:noFill/>
                <a:prstDash val="solid"/>
                <a:round/>
                <a:headEnd type="none" w="med" len="med"/>
                <a:tailEnd type="none" w="med" len="med"/>
              </a:ln>
              <a:effectLst/>
            </p:spPr>
          </p:sp>
          <p:sp>
            <p:nvSpPr>
              <p:cNvPr id="2790" name="feature_3">
                <a:extLst>
                  <a:ext uri="{FF2B5EF4-FFF2-40B4-BE49-F238E27FC236}">
                    <a16:creationId xmlns:a16="http://schemas.microsoft.com/office/drawing/2014/main" id="{5F45CA7F-A397-3269-451D-320120D3E528}"/>
                  </a:ext>
                </a:extLst>
              </p:cNvPr>
              <p:cNvSpPr/>
              <p:nvPr/>
            </p:nvSpPr>
            <p:spPr>
              <a:xfrm>
                <a:off x="2755646" y="4746825"/>
                <a:ext cx="53968" cy="72270"/>
              </a:xfrm>
              <a:prstGeom prst="rect">
                <a:avLst/>
              </a:prstGeom>
              <a:solidFill>
                <a:srgbClr val="BCD8E7"/>
              </a:solidFill>
              <a:ln w="4599" cap="rnd" cmpd="sng" algn="ctr">
                <a:noFill/>
                <a:prstDash val="solid"/>
                <a:round/>
                <a:headEnd type="none" w="med" len="med"/>
                <a:tailEnd type="none" w="med" len="med"/>
              </a:ln>
              <a:effectLst/>
            </p:spPr>
          </p:sp>
          <p:sp>
            <p:nvSpPr>
              <p:cNvPr id="2791" name="feature_4">
                <a:extLst>
                  <a:ext uri="{FF2B5EF4-FFF2-40B4-BE49-F238E27FC236}">
                    <a16:creationId xmlns:a16="http://schemas.microsoft.com/office/drawing/2014/main" id="{2A65EA54-7AA0-C0D6-C761-2D94B16A1421}"/>
                  </a:ext>
                </a:extLst>
              </p:cNvPr>
              <p:cNvSpPr/>
              <p:nvPr/>
            </p:nvSpPr>
            <p:spPr>
              <a:xfrm>
                <a:off x="2812899" y="4746825"/>
                <a:ext cx="53968" cy="72270"/>
              </a:xfrm>
              <a:prstGeom prst="rect">
                <a:avLst/>
              </a:prstGeom>
              <a:solidFill>
                <a:srgbClr val="88C3B4"/>
              </a:solidFill>
              <a:ln w="4599" cap="rnd" cmpd="sng" algn="ctr">
                <a:noFill/>
                <a:prstDash val="solid"/>
                <a:round/>
                <a:headEnd type="none" w="med" len="med"/>
                <a:tailEnd type="none" w="med" len="med"/>
              </a:ln>
              <a:effectLst/>
            </p:spPr>
          </p:sp>
          <p:sp>
            <p:nvSpPr>
              <p:cNvPr id="2792" name="feature_5">
                <a:extLst>
                  <a:ext uri="{FF2B5EF4-FFF2-40B4-BE49-F238E27FC236}">
                    <a16:creationId xmlns:a16="http://schemas.microsoft.com/office/drawing/2014/main" id="{92E0251B-C853-A714-F964-04B20F73BC97}"/>
                  </a:ext>
                </a:extLst>
              </p:cNvPr>
              <p:cNvSpPr/>
              <p:nvPr/>
            </p:nvSpPr>
            <p:spPr>
              <a:xfrm>
                <a:off x="2870151" y="4746825"/>
                <a:ext cx="53968" cy="72270"/>
              </a:xfrm>
              <a:prstGeom prst="rect">
                <a:avLst/>
              </a:prstGeom>
              <a:solidFill>
                <a:srgbClr val="238777"/>
              </a:solidFill>
              <a:ln w="4599" cap="rnd" cmpd="sng" algn="ctr">
                <a:noFill/>
                <a:prstDash val="solid"/>
                <a:round/>
                <a:headEnd type="none" w="med" len="med"/>
                <a:tailEnd type="none" w="med" len="med"/>
              </a:ln>
              <a:effectLst/>
            </p:spPr>
          </p:sp>
          <p:sp>
            <p:nvSpPr>
              <p:cNvPr id="2793" name="feature_6">
                <a:extLst>
                  <a:ext uri="{FF2B5EF4-FFF2-40B4-BE49-F238E27FC236}">
                    <a16:creationId xmlns:a16="http://schemas.microsoft.com/office/drawing/2014/main" id="{05F8676E-4D66-7368-3F72-0EB0C2CA15F8}"/>
                  </a:ext>
                </a:extLst>
              </p:cNvPr>
              <p:cNvSpPr/>
              <p:nvPr/>
            </p:nvSpPr>
            <p:spPr>
              <a:xfrm>
                <a:off x="2927404" y="4746825"/>
                <a:ext cx="53968" cy="72270"/>
              </a:xfrm>
              <a:prstGeom prst="rect">
                <a:avLst/>
              </a:prstGeom>
              <a:solidFill>
                <a:srgbClr val="B1A4CC"/>
              </a:solidFill>
              <a:ln w="4599" cap="rnd" cmpd="sng" algn="ctr">
                <a:noFill/>
                <a:prstDash val="solid"/>
                <a:round/>
                <a:headEnd type="none" w="med" len="med"/>
                <a:tailEnd type="none" w="med" len="med"/>
              </a:ln>
              <a:effectLst/>
            </p:spPr>
          </p:sp>
          <p:sp>
            <p:nvSpPr>
              <p:cNvPr id="2794" name="feature_7">
                <a:extLst>
                  <a:ext uri="{FF2B5EF4-FFF2-40B4-BE49-F238E27FC236}">
                    <a16:creationId xmlns:a16="http://schemas.microsoft.com/office/drawing/2014/main" id="{A0E0A7CA-AA94-6BA6-F6E8-1A37D2A99396}"/>
                  </a:ext>
                </a:extLst>
              </p:cNvPr>
              <p:cNvSpPr/>
              <p:nvPr/>
            </p:nvSpPr>
            <p:spPr>
              <a:xfrm>
                <a:off x="2984657" y="4746825"/>
                <a:ext cx="53968" cy="72270"/>
              </a:xfrm>
              <a:prstGeom prst="rect">
                <a:avLst/>
              </a:prstGeom>
              <a:solidFill>
                <a:srgbClr val="D4CBE6"/>
              </a:solidFill>
              <a:ln w="4599" cap="rnd" cmpd="sng" algn="ctr">
                <a:noFill/>
                <a:prstDash val="solid"/>
                <a:round/>
                <a:headEnd type="none" w="med" len="med"/>
                <a:tailEnd type="none" w="med" len="med"/>
              </a:ln>
              <a:effectLst/>
            </p:spPr>
          </p:sp>
        </p:grpSp>
        <p:grpSp>
          <p:nvGrpSpPr>
            <p:cNvPr id="2795" name="Formula | h_j">
              <a:extLst>
                <a:ext uri="{FF2B5EF4-FFF2-40B4-BE49-F238E27FC236}">
                  <a16:creationId xmlns:a16="http://schemas.microsoft.com/office/drawing/2014/main" id="{4444C453-7A1A-E6E6-D44C-D4617BC1D93F}"/>
                </a:ext>
              </a:extLst>
            </p:cNvPr>
            <p:cNvGrpSpPr/>
            <p:nvPr/>
          </p:nvGrpSpPr>
          <p:grpSpPr>
            <a:xfrm>
              <a:off x="2443251" y="4713975"/>
              <a:ext cx="108392" cy="149738"/>
              <a:chOff x="2443251" y="4713975"/>
              <a:chExt cx="108392" cy="149738"/>
            </a:xfrm>
          </p:grpSpPr>
          <p:sp>
            <p:nvSpPr>
              <p:cNvPr id="2796" name="Text | h">
                <a:extLst>
                  <a:ext uri="{FF2B5EF4-FFF2-40B4-BE49-F238E27FC236}">
                    <a16:creationId xmlns:a16="http://schemas.microsoft.com/office/drawing/2014/main" id="{38DE43C3-3911-6E44-D3B1-63740DBD6320}"/>
                  </a:ext>
                </a:extLst>
              </p:cNvPr>
              <p:cNvSpPr txBox="1"/>
              <p:nvPr/>
            </p:nvSpPr>
            <p:spPr>
              <a:xfrm>
                <a:off x="2443251" y="4713975"/>
                <a:ext cx="100187" cy="144606"/>
              </a:xfrm>
              <a:prstGeom prst="rect">
                <a:avLst/>
              </a:prstGeom>
              <a:noFill/>
              <a:ln>
                <a:noFill/>
              </a:ln>
              <a:effectLst/>
            </p:spPr>
            <p:txBody>
              <a:bodyPr vertOverflow="overflow" horzOverflow="overflow" wrap="none" lIns="0" tIns="0" rIns="0" bIns="0" anchor="t" anchorCtr="0">
                <a:noAutofit/>
              </a:bodyPr>
              <a:lstStyle/>
              <a:p>
                <a:r>
                  <a:rPr lang="en-US" sz="574" i="1" dirty="0">
                    <a:solidFill>
                      <a:srgbClr val="1D3043"/>
                    </a:solidFill>
                    <a:latin typeface="Arial"/>
                    <a:ea typeface="Arial"/>
                    <a:cs typeface="Arial"/>
                  </a:rPr>
                  <a:t>h</a:t>
                </a:r>
                <a:endParaRPr lang="en-US" sz="574"/>
              </a:p>
            </p:txBody>
          </p:sp>
          <p:sp>
            <p:nvSpPr>
              <p:cNvPr id="2797" name="Text | j">
                <a:extLst>
                  <a:ext uri="{FF2B5EF4-FFF2-40B4-BE49-F238E27FC236}">
                    <a16:creationId xmlns:a16="http://schemas.microsoft.com/office/drawing/2014/main" id="{0308639D-AFA2-56BA-5DC3-71E0F12F9513}"/>
                  </a:ext>
                </a:extLst>
              </p:cNvPr>
              <p:cNvSpPr txBox="1"/>
              <p:nvPr/>
            </p:nvSpPr>
            <p:spPr>
              <a:xfrm>
                <a:off x="2507796" y="4774058"/>
                <a:ext cx="43847" cy="89656"/>
              </a:xfrm>
              <a:prstGeom prst="rect">
                <a:avLst/>
              </a:prstGeom>
              <a:noFill/>
              <a:ln>
                <a:noFill/>
              </a:ln>
              <a:effectLst/>
            </p:spPr>
            <p:txBody>
              <a:bodyPr vertOverflow="overflow" horzOverflow="overflow" wrap="none" lIns="0" tIns="0" rIns="0" bIns="0" anchor="t" anchorCtr="0">
                <a:noAutofit/>
              </a:bodyPr>
              <a:lstStyle/>
              <a:p>
                <a:r>
                  <a:rPr lang="en-US" sz="356" i="1" dirty="0">
                    <a:solidFill>
                      <a:srgbClr val="1D3043"/>
                    </a:solidFill>
                    <a:latin typeface="Arial"/>
                    <a:ea typeface="Arial"/>
                    <a:cs typeface="Arial"/>
                  </a:rPr>
                  <a:t>j</a:t>
                </a:r>
                <a:endParaRPr lang="en-US" sz="356"/>
              </a:p>
            </p:txBody>
          </p:sp>
        </p:grpSp>
        <p:sp>
          <p:nvSpPr>
            <p:cNvPr id="2798" name="Text | User-provided SMILES · same PDB">
              <a:extLst>
                <a:ext uri="{FF2B5EF4-FFF2-40B4-BE49-F238E27FC236}">
                  <a16:creationId xmlns:a16="http://schemas.microsoft.com/office/drawing/2014/main" id="{88F823F6-760A-5851-A67A-EC5DCB41A013}"/>
                </a:ext>
              </a:extLst>
            </p:cNvPr>
            <p:cNvSpPr txBox="1"/>
            <p:nvPr/>
          </p:nvSpPr>
          <p:spPr>
            <a:xfrm>
              <a:off x="3447117" y="2736405"/>
              <a:ext cx="1364255" cy="111953"/>
            </a:xfrm>
            <a:prstGeom prst="rect">
              <a:avLst/>
            </a:prstGeom>
            <a:noFill/>
            <a:ln>
              <a:noFill/>
            </a:ln>
            <a:effectLst/>
          </p:spPr>
          <p:txBody>
            <a:bodyPr vertOverflow="overflow" horzOverflow="overflow" wrap="none" lIns="0" tIns="0" rIns="0" bIns="0" anchor="t" anchorCtr="0">
              <a:noAutofit/>
            </a:bodyPr>
            <a:lstStyle/>
            <a:p>
              <a:pPr algn="ctr"/>
              <a:r>
                <a:rPr lang="en-US" sz="445" dirty="0">
                  <a:solidFill>
                    <a:srgbClr val="5E7180"/>
                  </a:solidFill>
                  <a:latin typeface="Arial"/>
                  <a:ea typeface="Arial"/>
                  <a:cs typeface="Arial"/>
                </a:rPr>
                <a:t>User-provided SMILES · same PDB</a:t>
              </a:r>
              <a:endParaRPr lang="en-US" sz="445"/>
            </a:p>
          </p:txBody>
        </p:sp>
        <p:cxnSp>
          <p:nvCxnSpPr>
            <p:cNvPr id="2799" name="path_2660">
              <a:extLst>
                <a:ext uri="{FF2B5EF4-FFF2-40B4-BE49-F238E27FC236}">
                  <a16:creationId xmlns:a16="http://schemas.microsoft.com/office/drawing/2014/main" id="{E7A887E6-1926-AE8D-29D1-4002240C790B}"/>
                </a:ext>
              </a:extLst>
            </p:cNvPr>
            <p:cNvCxnSpPr/>
            <p:nvPr/>
          </p:nvCxnSpPr>
          <p:spPr>
            <a:xfrm flipV="1">
              <a:off x="3370410" y="2994376"/>
              <a:ext cx="83110" cy="58046"/>
            </a:xfrm>
            <a:prstGeom prst="line">
              <a:avLst/>
            </a:prstGeom>
            <a:noFill/>
            <a:ln w="7227" cap="rnd" cmpd="sng" algn="ctr">
              <a:solidFill>
                <a:srgbClr val="90C5B5"/>
              </a:solidFill>
              <a:prstDash val="solid"/>
              <a:round/>
              <a:headEnd type="none" w="med" len="med"/>
              <a:tailEnd type="none" w="med" len="med"/>
            </a:ln>
            <a:effectLst/>
          </p:spPr>
        </p:cxnSp>
        <p:cxnSp>
          <p:nvCxnSpPr>
            <p:cNvPr id="2800" name="path_2661">
              <a:extLst>
                <a:ext uri="{FF2B5EF4-FFF2-40B4-BE49-F238E27FC236}">
                  <a16:creationId xmlns:a16="http://schemas.microsoft.com/office/drawing/2014/main" id="{F997DF44-C5F6-2741-764F-84F5D00079C1}"/>
                </a:ext>
              </a:extLst>
            </p:cNvPr>
            <p:cNvCxnSpPr/>
            <p:nvPr/>
          </p:nvCxnSpPr>
          <p:spPr>
            <a:xfrm>
              <a:off x="3453520" y="2994376"/>
              <a:ext cx="86724" cy="58046"/>
            </a:xfrm>
            <a:prstGeom prst="line">
              <a:avLst/>
            </a:prstGeom>
            <a:noFill/>
            <a:ln w="7227" cap="rnd" cmpd="sng" algn="ctr">
              <a:solidFill>
                <a:srgbClr val="90C5B5"/>
              </a:solidFill>
              <a:prstDash val="solid"/>
              <a:round/>
              <a:headEnd type="none" w="med" len="med"/>
              <a:tailEnd type="none" w="med" len="med"/>
            </a:ln>
            <a:effectLst/>
          </p:spPr>
        </p:cxnSp>
        <p:cxnSp>
          <p:nvCxnSpPr>
            <p:cNvPr id="2801" name="path_2662">
              <a:extLst>
                <a:ext uri="{FF2B5EF4-FFF2-40B4-BE49-F238E27FC236}">
                  <a16:creationId xmlns:a16="http://schemas.microsoft.com/office/drawing/2014/main" id="{E24C8DF2-EAC2-F650-BA28-A7AE247679E3}"/>
                </a:ext>
              </a:extLst>
            </p:cNvPr>
            <p:cNvCxnSpPr/>
            <p:nvPr/>
          </p:nvCxnSpPr>
          <p:spPr>
            <a:xfrm flipV="1">
              <a:off x="3540244" y="2994376"/>
              <a:ext cx="86724" cy="58046"/>
            </a:xfrm>
            <a:prstGeom prst="line">
              <a:avLst/>
            </a:prstGeom>
            <a:noFill/>
            <a:ln w="7227" cap="rnd" cmpd="sng" algn="ctr">
              <a:solidFill>
                <a:srgbClr val="90C5B5"/>
              </a:solidFill>
              <a:prstDash val="solid"/>
              <a:round/>
              <a:headEnd type="none" w="med" len="med"/>
              <a:tailEnd type="none" w="med" len="med"/>
            </a:ln>
            <a:effectLst/>
          </p:spPr>
        </p:cxnSp>
        <p:sp>
          <p:nvSpPr>
            <p:cNvPr id="2802" name="Text | O">
              <a:extLst>
                <a:ext uri="{FF2B5EF4-FFF2-40B4-BE49-F238E27FC236}">
                  <a16:creationId xmlns:a16="http://schemas.microsoft.com/office/drawing/2014/main" id="{839D5E3F-35E9-CD94-77D1-A908D72DB660}"/>
                </a:ext>
              </a:extLst>
            </p:cNvPr>
            <p:cNvSpPr txBox="1"/>
            <p:nvPr/>
          </p:nvSpPr>
          <p:spPr>
            <a:xfrm>
              <a:off x="3637809" y="2942703"/>
              <a:ext cx="83164" cy="102623"/>
            </a:xfrm>
            <a:prstGeom prst="rect">
              <a:avLst/>
            </a:prstGeom>
            <a:noFill/>
            <a:ln>
              <a:noFill/>
            </a:ln>
            <a:effectLst/>
          </p:spPr>
          <p:txBody>
            <a:bodyPr vertOverflow="overflow" horzOverflow="overflow" wrap="none" lIns="0" tIns="0" rIns="0" bIns="0" anchor="t" anchorCtr="0">
              <a:noAutofit/>
            </a:bodyPr>
            <a:lstStyle/>
            <a:p>
              <a:r>
                <a:rPr lang="en-US" sz="407" dirty="0">
                  <a:solidFill>
                    <a:srgbClr val="D79A9D"/>
                  </a:solidFill>
                  <a:latin typeface="Arial"/>
                  <a:ea typeface="Arial"/>
                  <a:cs typeface="Arial"/>
                </a:rPr>
                <a:t>O</a:t>
              </a:r>
              <a:endParaRPr lang="en-US" sz="407"/>
            </a:p>
          </p:txBody>
        </p:sp>
        <p:grpSp>
          <p:nvGrpSpPr>
            <p:cNvPr id="2803" name="Ligand identity | illustrative molecular graph">
              <a:extLst>
                <a:ext uri="{FF2B5EF4-FFF2-40B4-BE49-F238E27FC236}">
                  <a16:creationId xmlns:a16="http://schemas.microsoft.com/office/drawing/2014/main" id="{669E584D-6DB2-82AE-CD74-20189D21BF5D}"/>
                </a:ext>
              </a:extLst>
            </p:cNvPr>
            <p:cNvGrpSpPr/>
            <p:nvPr/>
          </p:nvGrpSpPr>
          <p:grpSpPr>
            <a:xfrm>
              <a:off x="3971842" y="2937250"/>
              <a:ext cx="368110" cy="194735"/>
              <a:chOff x="3971842" y="2937250"/>
              <a:chExt cx="368110" cy="194735"/>
            </a:xfrm>
          </p:grpSpPr>
          <p:cxnSp>
            <p:nvCxnSpPr>
              <p:cNvPr id="2804" name="path_2664">
                <a:extLst>
                  <a:ext uri="{FF2B5EF4-FFF2-40B4-BE49-F238E27FC236}">
                    <a16:creationId xmlns:a16="http://schemas.microsoft.com/office/drawing/2014/main" id="{F3929285-369B-8CCB-44FE-3691C7522727}"/>
                  </a:ext>
                </a:extLst>
              </p:cNvPr>
              <p:cNvCxnSpPr/>
              <p:nvPr/>
            </p:nvCxnSpPr>
            <p:spPr>
              <a:xfrm flipH="1">
                <a:off x="4050077" y="3083301"/>
                <a:ext cx="78235" cy="48684"/>
              </a:xfrm>
              <a:prstGeom prst="line">
                <a:avLst/>
              </a:prstGeom>
              <a:noFill/>
              <a:ln w="7555" cap="rnd" cmpd="sng" algn="ctr">
                <a:solidFill>
                  <a:srgbClr val="238777"/>
                </a:solidFill>
                <a:prstDash val="solid"/>
                <a:round/>
                <a:headEnd type="none" w="med" len="med"/>
                <a:tailEnd type="none" w="med" len="med"/>
              </a:ln>
              <a:effectLst/>
            </p:spPr>
          </p:cxnSp>
          <p:cxnSp>
            <p:nvCxnSpPr>
              <p:cNvPr id="2805" name="path_2665">
                <a:extLst>
                  <a:ext uri="{FF2B5EF4-FFF2-40B4-BE49-F238E27FC236}">
                    <a16:creationId xmlns:a16="http://schemas.microsoft.com/office/drawing/2014/main" id="{E3D78A4C-F655-53CF-E3FE-65DE06590022}"/>
                  </a:ext>
                </a:extLst>
              </p:cNvPr>
              <p:cNvCxnSpPr/>
              <p:nvPr/>
            </p:nvCxnSpPr>
            <p:spPr>
              <a:xfrm flipH="1" flipV="1">
                <a:off x="3971842" y="3083301"/>
                <a:ext cx="78235" cy="48684"/>
              </a:xfrm>
              <a:prstGeom prst="line">
                <a:avLst/>
              </a:prstGeom>
              <a:noFill/>
              <a:ln w="7555" cap="rnd" cmpd="sng" algn="ctr">
                <a:solidFill>
                  <a:srgbClr val="238777"/>
                </a:solidFill>
                <a:prstDash val="solid"/>
                <a:round/>
                <a:headEnd type="none" w="med" len="med"/>
                <a:tailEnd type="none" w="med" len="med"/>
              </a:ln>
              <a:effectLst/>
            </p:spPr>
          </p:cxnSp>
          <p:cxnSp>
            <p:nvCxnSpPr>
              <p:cNvPr id="2806" name="path_2666">
                <a:extLst>
                  <a:ext uri="{FF2B5EF4-FFF2-40B4-BE49-F238E27FC236}">
                    <a16:creationId xmlns:a16="http://schemas.microsoft.com/office/drawing/2014/main" id="{767B3B80-1CD3-F863-24A4-BBFFC3EE35DD}"/>
                  </a:ext>
                </a:extLst>
              </p:cNvPr>
              <p:cNvCxnSpPr/>
              <p:nvPr/>
            </p:nvCxnSpPr>
            <p:spPr>
              <a:xfrm flipV="1">
                <a:off x="3971842" y="2985934"/>
                <a:ext cx="0" cy="97367"/>
              </a:xfrm>
              <a:prstGeom prst="line">
                <a:avLst/>
              </a:prstGeom>
              <a:noFill/>
              <a:ln w="7555" cap="rnd" cmpd="sng" algn="ctr">
                <a:solidFill>
                  <a:srgbClr val="238777"/>
                </a:solidFill>
                <a:prstDash val="solid"/>
                <a:round/>
                <a:headEnd type="none" w="med" len="med"/>
                <a:tailEnd type="none" w="med" len="med"/>
              </a:ln>
              <a:effectLst/>
            </p:spPr>
          </p:cxnSp>
          <p:cxnSp>
            <p:nvCxnSpPr>
              <p:cNvPr id="2807" name="path_2667">
                <a:extLst>
                  <a:ext uri="{FF2B5EF4-FFF2-40B4-BE49-F238E27FC236}">
                    <a16:creationId xmlns:a16="http://schemas.microsoft.com/office/drawing/2014/main" id="{C7045A99-779A-3A58-10E8-B4077C9A7C3F}"/>
                  </a:ext>
                </a:extLst>
              </p:cNvPr>
              <p:cNvCxnSpPr/>
              <p:nvPr/>
            </p:nvCxnSpPr>
            <p:spPr>
              <a:xfrm flipV="1">
                <a:off x="3971842" y="2937250"/>
                <a:ext cx="78235" cy="48684"/>
              </a:xfrm>
              <a:prstGeom prst="line">
                <a:avLst/>
              </a:prstGeom>
              <a:noFill/>
              <a:ln w="7555" cap="rnd" cmpd="sng" algn="ctr">
                <a:solidFill>
                  <a:srgbClr val="238777"/>
                </a:solidFill>
                <a:prstDash val="solid"/>
                <a:round/>
                <a:headEnd type="none" w="med" len="med"/>
                <a:tailEnd type="none" w="med" len="med"/>
              </a:ln>
              <a:effectLst/>
            </p:spPr>
          </p:cxnSp>
          <p:cxnSp>
            <p:nvCxnSpPr>
              <p:cNvPr id="2808" name="path_2668">
                <a:extLst>
                  <a:ext uri="{FF2B5EF4-FFF2-40B4-BE49-F238E27FC236}">
                    <a16:creationId xmlns:a16="http://schemas.microsoft.com/office/drawing/2014/main" id="{6B7D395C-A1CE-D366-6D19-3B368F6DA037}"/>
                  </a:ext>
                </a:extLst>
              </p:cNvPr>
              <p:cNvCxnSpPr/>
              <p:nvPr/>
            </p:nvCxnSpPr>
            <p:spPr>
              <a:xfrm>
                <a:off x="4050077" y="2937250"/>
                <a:ext cx="78235" cy="48684"/>
              </a:xfrm>
              <a:prstGeom prst="line">
                <a:avLst/>
              </a:prstGeom>
              <a:noFill/>
              <a:ln w="7555" cap="rnd" cmpd="sng" algn="ctr">
                <a:solidFill>
                  <a:srgbClr val="238777"/>
                </a:solidFill>
                <a:prstDash val="solid"/>
                <a:round/>
                <a:headEnd type="none" w="med" len="med"/>
                <a:tailEnd type="none" w="med" len="med"/>
              </a:ln>
              <a:effectLst/>
            </p:spPr>
          </p:cxnSp>
          <p:cxnSp>
            <p:nvCxnSpPr>
              <p:cNvPr id="2809" name="path_2669">
                <a:extLst>
                  <a:ext uri="{FF2B5EF4-FFF2-40B4-BE49-F238E27FC236}">
                    <a16:creationId xmlns:a16="http://schemas.microsoft.com/office/drawing/2014/main" id="{DE983EAA-978A-DB2F-8B36-3E39D1F51939}"/>
                  </a:ext>
                </a:extLst>
              </p:cNvPr>
              <p:cNvCxnSpPr/>
              <p:nvPr/>
            </p:nvCxnSpPr>
            <p:spPr>
              <a:xfrm>
                <a:off x="4128311" y="2985934"/>
                <a:ext cx="0" cy="97367"/>
              </a:xfrm>
              <a:prstGeom prst="line">
                <a:avLst/>
              </a:prstGeom>
              <a:noFill/>
              <a:ln w="7555" cap="rnd" cmpd="sng" algn="ctr">
                <a:solidFill>
                  <a:srgbClr val="238777"/>
                </a:solidFill>
                <a:prstDash val="solid"/>
                <a:round/>
                <a:headEnd type="none" w="med" len="med"/>
                <a:tailEnd type="none" w="med" len="med"/>
              </a:ln>
              <a:effectLst/>
            </p:spPr>
          </p:cxnSp>
          <p:cxnSp>
            <p:nvCxnSpPr>
              <p:cNvPr id="2810" name="path_2670">
                <a:extLst>
                  <a:ext uri="{FF2B5EF4-FFF2-40B4-BE49-F238E27FC236}">
                    <a16:creationId xmlns:a16="http://schemas.microsoft.com/office/drawing/2014/main" id="{E90B18FB-7FFD-2D8D-E329-27D9B70A4B37}"/>
                  </a:ext>
                </a:extLst>
              </p:cNvPr>
              <p:cNvCxnSpPr/>
              <p:nvPr/>
            </p:nvCxnSpPr>
            <p:spPr>
              <a:xfrm flipV="1">
                <a:off x="4128311" y="2960311"/>
                <a:ext cx="69919" cy="122990"/>
              </a:xfrm>
              <a:prstGeom prst="line">
                <a:avLst/>
              </a:prstGeom>
              <a:noFill/>
              <a:ln w="7555" cap="rnd" cmpd="sng" algn="ctr">
                <a:solidFill>
                  <a:srgbClr val="238777"/>
                </a:solidFill>
                <a:prstDash val="solid"/>
                <a:round/>
                <a:headEnd type="none" w="med" len="med"/>
                <a:tailEnd type="none" w="med" len="med"/>
              </a:ln>
              <a:effectLst/>
            </p:spPr>
          </p:cxnSp>
          <p:cxnSp>
            <p:nvCxnSpPr>
              <p:cNvPr id="2811" name="path_2671">
                <a:extLst>
                  <a:ext uri="{FF2B5EF4-FFF2-40B4-BE49-F238E27FC236}">
                    <a16:creationId xmlns:a16="http://schemas.microsoft.com/office/drawing/2014/main" id="{BEB7E758-F2D7-C103-F93A-FA8EAD052B85}"/>
                  </a:ext>
                </a:extLst>
              </p:cNvPr>
              <p:cNvCxnSpPr/>
              <p:nvPr/>
            </p:nvCxnSpPr>
            <p:spPr>
              <a:xfrm>
                <a:off x="4198230" y="2960311"/>
                <a:ext cx="50589" cy="53808"/>
              </a:xfrm>
              <a:prstGeom prst="line">
                <a:avLst/>
              </a:prstGeom>
              <a:noFill/>
              <a:ln w="7555" cap="rnd" cmpd="sng" algn="ctr">
                <a:solidFill>
                  <a:srgbClr val="238777"/>
                </a:solidFill>
                <a:prstDash val="solid"/>
                <a:round/>
                <a:headEnd type="none" w="med" len="med"/>
                <a:tailEnd type="none" w="med" len="med"/>
              </a:ln>
              <a:effectLst/>
            </p:spPr>
          </p:cxnSp>
          <p:cxnSp>
            <p:nvCxnSpPr>
              <p:cNvPr id="2812" name="path_2672">
                <a:extLst>
                  <a:ext uri="{FF2B5EF4-FFF2-40B4-BE49-F238E27FC236}">
                    <a16:creationId xmlns:a16="http://schemas.microsoft.com/office/drawing/2014/main" id="{D5677C8A-3CCA-A69B-E945-FF29DF042A07}"/>
                  </a:ext>
                </a:extLst>
              </p:cNvPr>
              <p:cNvCxnSpPr/>
              <p:nvPr/>
            </p:nvCxnSpPr>
            <p:spPr>
              <a:xfrm flipH="1">
                <a:off x="4050077" y="3074538"/>
                <a:ext cx="64152" cy="39921"/>
              </a:xfrm>
              <a:prstGeom prst="line">
                <a:avLst/>
              </a:prstGeom>
              <a:noFill/>
              <a:ln w="4599" cap="rnd" cmpd="sng" algn="ctr">
                <a:solidFill>
                  <a:srgbClr val="238777"/>
                </a:solidFill>
                <a:prstDash val="solid"/>
                <a:round/>
                <a:headEnd type="none" w="med" len="med"/>
                <a:tailEnd type="none" w="med" len="med"/>
              </a:ln>
              <a:effectLst/>
            </p:spPr>
          </p:cxnSp>
          <p:cxnSp>
            <p:nvCxnSpPr>
              <p:cNvPr id="2813" name="path_2673">
                <a:extLst>
                  <a:ext uri="{FF2B5EF4-FFF2-40B4-BE49-F238E27FC236}">
                    <a16:creationId xmlns:a16="http://schemas.microsoft.com/office/drawing/2014/main" id="{B68B909C-51DA-6D2E-F24B-318438E785C2}"/>
                  </a:ext>
                </a:extLst>
              </p:cNvPr>
              <p:cNvCxnSpPr/>
              <p:nvPr/>
            </p:nvCxnSpPr>
            <p:spPr>
              <a:xfrm flipV="1">
                <a:off x="3985924" y="2994697"/>
                <a:ext cx="0" cy="79841"/>
              </a:xfrm>
              <a:prstGeom prst="line">
                <a:avLst/>
              </a:prstGeom>
              <a:noFill/>
              <a:ln w="4599" cap="rnd" cmpd="sng" algn="ctr">
                <a:solidFill>
                  <a:srgbClr val="238777"/>
                </a:solidFill>
                <a:prstDash val="solid"/>
                <a:round/>
                <a:headEnd type="none" w="med" len="med"/>
                <a:tailEnd type="none" w="med" len="med"/>
              </a:ln>
              <a:effectLst/>
            </p:spPr>
          </p:cxnSp>
          <p:cxnSp>
            <p:nvCxnSpPr>
              <p:cNvPr id="2814" name="path_2674">
                <a:extLst>
                  <a:ext uri="{FF2B5EF4-FFF2-40B4-BE49-F238E27FC236}">
                    <a16:creationId xmlns:a16="http://schemas.microsoft.com/office/drawing/2014/main" id="{0B073BC8-2D82-02F7-937A-965ED849049E}"/>
                  </a:ext>
                </a:extLst>
              </p:cNvPr>
              <p:cNvCxnSpPr/>
              <p:nvPr/>
            </p:nvCxnSpPr>
            <p:spPr>
              <a:xfrm>
                <a:off x="4050077" y="2954776"/>
                <a:ext cx="64152" cy="39921"/>
              </a:xfrm>
              <a:prstGeom prst="line">
                <a:avLst/>
              </a:prstGeom>
              <a:noFill/>
              <a:ln w="4599" cap="rnd" cmpd="sng" algn="ctr">
                <a:solidFill>
                  <a:srgbClr val="238777"/>
                </a:solidFill>
                <a:prstDash val="solid"/>
                <a:round/>
                <a:headEnd type="none" w="med" len="med"/>
                <a:tailEnd type="none" w="med" len="med"/>
              </a:ln>
              <a:effectLst/>
            </p:spPr>
          </p:cxnSp>
          <p:sp>
            <p:nvSpPr>
              <p:cNvPr id="2815" name="Text | O">
                <a:extLst>
                  <a:ext uri="{FF2B5EF4-FFF2-40B4-BE49-F238E27FC236}">
                    <a16:creationId xmlns:a16="http://schemas.microsoft.com/office/drawing/2014/main" id="{F65CCB1D-6C59-F4D7-D548-46FF4AA7D482}"/>
                  </a:ext>
                </a:extLst>
              </p:cNvPr>
              <p:cNvSpPr txBox="1"/>
              <p:nvPr/>
            </p:nvSpPr>
            <p:spPr>
              <a:xfrm>
                <a:off x="4261959" y="297141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cxnSp>
          <p:nvCxnSpPr>
            <p:cNvPr id="2816" name="path_2676">
              <a:extLst>
                <a:ext uri="{FF2B5EF4-FFF2-40B4-BE49-F238E27FC236}">
                  <a16:creationId xmlns:a16="http://schemas.microsoft.com/office/drawing/2014/main" id="{70AAA49C-41FD-806C-1D12-3458D41CD3FB}"/>
                </a:ext>
              </a:extLst>
            </p:cNvPr>
            <p:cNvCxnSpPr/>
            <p:nvPr/>
          </p:nvCxnSpPr>
          <p:spPr>
            <a:xfrm flipV="1">
              <a:off x="4520160" y="2990631"/>
              <a:ext cx="90338" cy="52429"/>
            </a:xfrm>
            <a:prstGeom prst="line">
              <a:avLst/>
            </a:prstGeom>
            <a:noFill/>
            <a:ln w="7227" cap="rnd" cmpd="sng" algn="ctr">
              <a:solidFill>
                <a:srgbClr val="90C5B5"/>
              </a:solidFill>
              <a:prstDash val="solid"/>
              <a:round/>
              <a:headEnd type="none" w="med" len="med"/>
              <a:tailEnd type="none" w="med" len="med"/>
            </a:ln>
            <a:effectLst/>
          </p:spPr>
        </p:cxnSp>
        <p:cxnSp>
          <p:nvCxnSpPr>
            <p:cNvPr id="2817" name="path_2677">
              <a:extLst>
                <a:ext uri="{FF2B5EF4-FFF2-40B4-BE49-F238E27FC236}">
                  <a16:creationId xmlns:a16="http://schemas.microsoft.com/office/drawing/2014/main" id="{4DF2189E-C0E5-9A03-6F75-9EBE76EE2DBC}"/>
                </a:ext>
              </a:extLst>
            </p:cNvPr>
            <p:cNvCxnSpPr/>
            <p:nvPr/>
          </p:nvCxnSpPr>
          <p:spPr>
            <a:xfrm>
              <a:off x="4610498" y="2990631"/>
              <a:ext cx="97565" cy="54301"/>
            </a:xfrm>
            <a:prstGeom prst="line">
              <a:avLst/>
            </a:prstGeom>
            <a:noFill/>
            <a:ln w="7227" cap="rnd" cmpd="sng" algn="ctr">
              <a:solidFill>
                <a:srgbClr val="90C5B5"/>
              </a:solidFill>
              <a:prstDash val="solid"/>
              <a:round/>
              <a:headEnd type="none" w="med" len="med"/>
              <a:tailEnd type="none" w="med" len="med"/>
            </a:ln>
            <a:effectLst/>
          </p:spPr>
        </p:cxnSp>
        <p:cxnSp>
          <p:nvCxnSpPr>
            <p:cNvPr id="2818" name="path_2678">
              <a:extLst>
                <a:ext uri="{FF2B5EF4-FFF2-40B4-BE49-F238E27FC236}">
                  <a16:creationId xmlns:a16="http://schemas.microsoft.com/office/drawing/2014/main" id="{6587E22F-FF35-76CF-5F6F-4C9BBF700F7B}"/>
                </a:ext>
              </a:extLst>
            </p:cNvPr>
            <p:cNvCxnSpPr/>
            <p:nvPr/>
          </p:nvCxnSpPr>
          <p:spPr>
            <a:xfrm flipV="1">
              <a:off x="4708062" y="2994376"/>
              <a:ext cx="86724" cy="50556"/>
            </a:xfrm>
            <a:prstGeom prst="line">
              <a:avLst/>
            </a:prstGeom>
            <a:noFill/>
            <a:ln w="7227" cap="rnd" cmpd="sng" algn="ctr">
              <a:solidFill>
                <a:srgbClr val="90C5B5"/>
              </a:solidFill>
              <a:prstDash val="solid"/>
              <a:round/>
              <a:headEnd type="none" w="med" len="med"/>
              <a:tailEnd type="none" w="med" len="med"/>
            </a:ln>
            <a:effectLst/>
          </p:spPr>
        </p:cxnSp>
        <p:cxnSp>
          <p:nvCxnSpPr>
            <p:cNvPr id="2819" name="path_2679">
              <a:extLst>
                <a:ext uri="{FF2B5EF4-FFF2-40B4-BE49-F238E27FC236}">
                  <a16:creationId xmlns:a16="http://schemas.microsoft.com/office/drawing/2014/main" id="{6D6D392D-7356-7B59-7D5E-D2F3AEC8E472}"/>
                </a:ext>
              </a:extLst>
            </p:cNvPr>
            <p:cNvCxnSpPr/>
            <p:nvPr/>
          </p:nvCxnSpPr>
          <p:spPr>
            <a:xfrm flipV="1">
              <a:off x="4610498" y="2919478"/>
              <a:ext cx="0" cy="65536"/>
            </a:xfrm>
            <a:prstGeom prst="line">
              <a:avLst/>
            </a:prstGeom>
            <a:noFill/>
            <a:ln w="5913" cap="rnd" cmpd="sng" algn="ctr">
              <a:solidFill>
                <a:srgbClr val="90C5B5"/>
              </a:solidFill>
              <a:prstDash val="solid"/>
              <a:round/>
              <a:headEnd type="none" w="med" len="med"/>
              <a:tailEnd type="none" w="med" len="med"/>
            </a:ln>
            <a:effectLst/>
          </p:spPr>
        </p:cxnSp>
        <p:cxnSp>
          <p:nvCxnSpPr>
            <p:cNvPr id="2820" name="path_2680">
              <a:extLst>
                <a:ext uri="{FF2B5EF4-FFF2-40B4-BE49-F238E27FC236}">
                  <a16:creationId xmlns:a16="http://schemas.microsoft.com/office/drawing/2014/main" id="{E6AD414F-70DD-0ED6-CA01-C9DA9931EA7D}"/>
                </a:ext>
              </a:extLst>
            </p:cNvPr>
            <p:cNvCxnSpPr/>
            <p:nvPr/>
          </p:nvCxnSpPr>
          <p:spPr>
            <a:xfrm flipV="1">
              <a:off x="4628565" y="2919478"/>
              <a:ext cx="0" cy="65536"/>
            </a:xfrm>
            <a:prstGeom prst="line">
              <a:avLst/>
            </a:prstGeom>
            <a:noFill/>
            <a:ln w="5913" cap="rnd" cmpd="sng" algn="ctr">
              <a:solidFill>
                <a:srgbClr val="90C5B5"/>
              </a:solidFill>
              <a:prstDash val="solid"/>
              <a:round/>
              <a:headEnd type="none" w="med" len="med"/>
              <a:tailEnd type="none" w="med" len="med"/>
            </a:ln>
            <a:effectLst/>
          </p:spPr>
        </p:cxnSp>
        <p:sp>
          <p:nvSpPr>
            <p:cNvPr id="2821" name="Text | O">
              <a:extLst>
                <a:ext uri="{FF2B5EF4-FFF2-40B4-BE49-F238E27FC236}">
                  <a16:creationId xmlns:a16="http://schemas.microsoft.com/office/drawing/2014/main" id="{46D79678-C8F8-E3C2-F413-C71CB1D0F73C}"/>
                </a:ext>
              </a:extLst>
            </p:cNvPr>
            <p:cNvSpPr txBox="1"/>
            <p:nvPr/>
          </p:nvSpPr>
          <p:spPr>
            <a:xfrm>
              <a:off x="4606884" y="2844876"/>
              <a:ext cx="80579" cy="97959"/>
            </a:xfrm>
            <a:prstGeom prst="rect">
              <a:avLst/>
            </a:prstGeom>
            <a:noFill/>
            <a:ln>
              <a:noFill/>
            </a:ln>
            <a:effectLst/>
          </p:spPr>
          <p:txBody>
            <a:bodyPr vertOverflow="overflow" horzOverflow="overflow" wrap="none" lIns="0" tIns="0" rIns="0" bIns="0" anchor="t" anchorCtr="0">
              <a:noAutofit/>
            </a:bodyPr>
            <a:lstStyle/>
            <a:p>
              <a:r>
                <a:rPr lang="en-US" sz="389" dirty="0">
                  <a:solidFill>
                    <a:srgbClr val="D79A9D"/>
                  </a:solidFill>
                  <a:latin typeface="Arial"/>
                  <a:ea typeface="Arial"/>
                  <a:cs typeface="Arial"/>
                </a:rPr>
                <a:t>O</a:t>
              </a:r>
              <a:endParaRPr lang="en-US" sz="389"/>
            </a:p>
          </p:txBody>
        </p:sp>
        <p:sp>
          <p:nvSpPr>
            <p:cNvPr id="2822" name="Text | N">
              <a:extLst>
                <a:ext uri="{FF2B5EF4-FFF2-40B4-BE49-F238E27FC236}">
                  <a16:creationId xmlns:a16="http://schemas.microsoft.com/office/drawing/2014/main" id="{4DD78F89-AAA9-0221-AFAE-963193BA394F}"/>
                </a:ext>
              </a:extLst>
            </p:cNvPr>
            <p:cNvSpPr txBox="1"/>
            <p:nvPr/>
          </p:nvSpPr>
          <p:spPr>
            <a:xfrm>
              <a:off x="4791172" y="2942243"/>
              <a:ext cx="77884" cy="97959"/>
            </a:xfrm>
            <a:prstGeom prst="rect">
              <a:avLst/>
            </a:prstGeom>
            <a:noFill/>
            <a:ln>
              <a:noFill/>
            </a:ln>
            <a:effectLst/>
          </p:spPr>
          <p:txBody>
            <a:bodyPr vertOverflow="overflow" horzOverflow="overflow" wrap="none" lIns="0" tIns="0" rIns="0" bIns="0" anchor="t" anchorCtr="0">
              <a:noAutofit/>
            </a:bodyPr>
            <a:lstStyle/>
            <a:p>
              <a:r>
                <a:rPr lang="en-US" sz="389" dirty="0">
                  <a:solidFill>
                    <a:srgbClr val="8EB3CF"/>
                  </a:solidFill>
                  <a:latin typeface="Arial"/>
                  <a:ea typeface="Arial"/>
                  <a:cs typeface="Arial"/>
                </a:rPr>
                <a:t>N</a:t>
              </a:r>
              <a:endParaRPr lang="en-US" sz="389"/>
            </a:p>
          </p:txBody>
        </p:sp>
        <p:sp>
          <p:nvSpPr>
            <p:cNvPr id="2823" name="rect_2683">
              <a:extLst>
                <a:ext uri="{FF2B5EF4-FFF2-40B4-BE49-F238E27FC236}">
                  <a16:creationId xmlns:a16="http://schemas.microsoft.com/office/drawing/2014/main" id="{760167AA-0A66-EE44-1A55-E2DB98EC892F}"/>
                </a:ext>
              </a:extLst>
            </p:cNvPr>
            <p:cNvSpPr/>
            <p:nvPr/>
          </p:nvSpPr>
          <p:spPr>
            <a:xfrm>
              <a:off x="3876300" y="2864520"/>
              <a:ext cx="436905" cy="328500"/>
            </a:xfrm>
            <a:prstGeom prst="roundRect">
              <a:avLst>
                <a:gd name="adj" fmla="val 6000"/>
              </a:avLst>
            </a:prstGeom>
            <a:noFill/>
            <a:ln w="3614" cap="rnd" cmpd="sng" algn="ctr">
              <a:solidFill>
                <a:srgbClr val="90C4B2"/>
              </a:solidFill>
              <a:prstDash val="solid"/>
              <a:round/>
              <a:headEnd type="none" w="med" len="med"/>
              <a:tailEnd type="none" w="med" len="med"/>
            </a:ln>
            <a:effectLst/>
          </p:spPr>
        </p:sp>
        <p:sp>
          <p:nvSpPr>
            <p:cNvPr id="2824" name="Text | Selected identity">
              <a:extLst>
                <a:ext uri="{FF2B5EF4-FFF2-40B4-BE49-F238E27FC236}">
                  <a16:creationId xmlns:a16="http://schemas.microsoft.com/office/drawing/2014/main" id="{4D943FAA-5F3C-DE28-2D2E-525682827099}"/>
                </a:ext>
              </a:extLst>
            </p:cNvPr>
            <p:cNvSpPr txBox="1"/>
            <p:nvPr/>
          </p:nvSpPr>
          <p:spPr>
            <a:xfrm>
              <a:off x="3773116" y="3212730"/>
              <a:ext cx="666269"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Selected identity</a:t>
              </a:r>
              <a:endParaRPr lang="en-US" sz="426"/>
            </a:p>
          </p:txBody>
        </p:sp>
        <p:grpSp>
          <p:nvGrpSpPr>
            <p:cNvPr id="2825" name="Arrow | smiles → language_encoder">
              <a:extLst>
                <a:ext uri="{FF2B5EF4-FFF2-40B4-BE49-F238E27FC236}">
                  <a16:creationId xmlns:a16="http://schemas.microsoft.com/office/drawing/2014/main" id="{960868E7-0033-479C-55A0-A867D4D30103}"/>
                </a:ext>
              </a:extLst>
            </p:cNvPr>
            <p:cNvGrpSpPr/>
            <p:nvPr/>
          </p:nvGrpSpPr>
          <p:grpSpPr>
            <a:xfrm>
              <a:off x="4092338" y="3196305"/>
              <a:ext cx="27824" cy="174105"/>
              <a:chOff x="4092338" y="3196305"/>
              <a:chExt cx="27824" cy="174105"/>
            </a:xfrm>
          </p:grpSpPr>
          <p:cxnSp>
            <p:nvCxnSpPr>
              <p:cNvPr id="2826" name="Arrow | smiles → language_encoder | path">
                <a:extLst>
                  <a:ext uri="{FF2B5EF4-FFF2-40B4-BE49-F238E27FC236}">
                    <a16:creationId xmlns:a16="http://schemas.microsoft.com/office/drawing/2014/main" id="{2C1F006E-E10C-FBE7-E2AE-2CE065FA2FB4}"/>
                  </a:ext>
                </a:extLst>
              </p:cNvPr>
              <p:cNvCxnSpPr/>
              <p:nvPr/>
            </p:nvCxnSpPr>
            <p:spPr>
              <a:xfrm>
                <a:off x="4106250" y="3196305"/>
                <a:ext cx="0" cy="174105"/>
              </a:xfrm>
              <a:prstGeom prst="line">
                <a:avLst/>
              </a:prstGeom>
              <a:noFill/>
              <a:ln w="6242" cap="rnd" cmpd="sng" algn="ctr">
                <a:solidFill>
                  <a:srgbClr val="238777"/>
                </a:solidFill>
                <a:prstDash val="solid"/>
                <a:round/>
                <a:headEnd type="none" w="med" len="med"/>
                <a:tailEnd type="none" w="med" len="med"/>
              </a:ln>
              <a:effectLst/>
            </p:spPr>
          </p:cxnSp>
          <p:sp>
            <p:nvSpPr>
              <p:cNvPr id="2827" name="Arrow | smiles → language_encoder | editable arrowhead">
                <a:extLst>
                  <a:ext uri="{FF2B5EF4-FFF2-40B4-BE49-F238E27FC236}">
                    <a16:creationId xmlns:a16="http://schemas.microsoft.com/office/drawing/2014/main" id="{894AD997-9C95-22E5-9568-38490EB48C7E}"/>
                  </a:ext>
                </a:extLst>
              </p:cNvPr>
              <p:cNvSpPr/>
              <p:nvPr/>
            </p:nvSpPr>
            <p:spPr>
              <a:xfrm>
                <a:off x="4092338" y="3338053"/>
                <a:ext cx="27824" cy="32357"/>
              </a:xfrm>
              <a:custGeom>
                <a:avLst/>
                <a:gdLst/>
                <a:ahLst/>
                <a:cxnLst/>
                <a:rect l="0" t="0" r="w" b="h"/>
                <a:pathLst>
                  <a:path w="27824" h="32357" stroke="0" extrusionOk="0">
                    <a:moveTo>
                      <a:pt x="13912" y="32357"/>
                    </a:moveTo>
                    <a:lnTo>
                      <a:pt x="0" y="0"/>
                    </a:lnTo>
                    <a:lnTo>
                      <a:pt x="27824" y="0"/>
                    </a:lnTo>
                    <a:close/>
                  </a:path>
                </a:pathLst>
              </a:custGeom>
              <a:solidFill>
                <a:srgbClr val="238777"/>
              </a:solidFill>
              <a:ln w="1" cap="rnd" cmpd="sng" algn="ctr">
                <a:noFill/>
                <a:prstDash val="solid"/>
                <a:round/>
                <a:headEnd type="none" w="med" len="med"/>
                <a:tailEnd type="none" w="med" len="med"/>
              </a:ln>
              <a:effectLst/>
            </p:spPr>
          </p:sp>
        </p:grpSp>
        <p:sp>
          <p:nvSpPr>
            <p:cNvPr id="2828" name="Operation | SMI-TED">
              <a:extLst>
                <a:ext uri="{FF2B5EF4-FFF2-40B4-BE49-F238E27FC236}">
                  <a16:creationId xmlns:a16="http://schemas.microsoft.com/office/drawing/2014/main" id="{8F732F2D-3ECF-7A98-C099-AAEDB53764C8}"/>
                </a:ext>
              </a:extLst>
            </p:cNvPr>
            <p:cNvSpPr/>
            <p:nvPr/>
          </p:nvSpPr>
          <p:spPr>
            <a:xfrm>
              <a:off x="3871372" y="3385192"/>
              <a:ext cx="469755" cy="167535"/>
            </a:xfrm>
            <a:prstGeom prst="roundRect">
              <a:avLst>
                <a:gd name="adj" fmla="val 17647"/>
              </a:avLst>
            </a:prstGeom>
            <a:solidFill>
              <a:srgbClr val="F3FAF7"/>
            </a:solidFill>
            <a:ln w="4928" cap="rnd" cmpd="sng" algn="ctr">
              <a:solidFill>
                <a:srgbClr val="238777"/>
              </a:solidFill>
              <a:prstDash val="solid"/>
              <a:round/>
              <a:headEnd type="none" w="med" len="med"/>
              <a:tailEnd type="none" w="med" len="med"/>
            </a:ln>
            <a:effectLst/>
          </p:spPr>
        </p:sp>
        <p:sp>
          <p:nvSpPr>
            <p:cNvPr id="2829" name="Text | SMI-TED">
              <a:extLst>
                <a:ext uri="{FF2B5EF4-FFF2-40B4-BE49-F238E27FC236}">
                  <a16:creationId xmlns:a16="http://schemas.microsoft.com/office/drawing/2014/main" id="{75BA0DD9-0C6D-C934-F2FC-CC095EE94AB1}"/>
                </a:ext>
              </a:extLst>
            </p:cNvPr>
            <p:cNvSpPr txBox="1"/>
            <p:nvPr/>
          </p:nvSpPr>
          <p:spPr>
            <a:xfrm>
              <a:off x="3905005" y="3414758"/>
              <a:ext cx="402489" cy="116618"/>
            </a:xfrm>
            <a:prstGeom prst="rect">
              <a:avLst/>
            </a:prstGeom>
            <a:noFill/>
            <a:ln>
              <a:noFill/>
            </a:ln>
            <a:effectLst/>
          </p:spPr>
          <p:txBody>
            <a:bodyPr vertOverflow="overflow" horzOverflow="overflow" wrap="none" lIns="0" tIns="0" rIns="0" bIns="0" anchor="t" anchorCtr="0">
              <a:noAutofit/>
            </a:bodyPr>
            <a:lstStyle/>
            <a:p>
              <a:pPr algn="ctr"/>
              <a:r>
                <a:rPr lang="en-US" sz="463" b="1" dirty="0">
                  <a:solidFill>
                    <a:srgbClr val="238777"/>
                  </a:solidFill>
                  <a:latin typeface="Arial"/>
                  <a:ea typeface="Arial"/>
                  <a:cs typeface="Arial"/>
                </a:rPr>
                <a:t>SMI-TED</a:t>
              </a:r>
              <a:endParaRPr lang="en-US" sz="463"/>
            </a:p>
          </p:txBody>
        </p:sp>
        <p:sp>
          <p:nvSpPr>
            <p:cNvPr id="2830" name="Text | + linear">
              <a:extLst>
                <a:ext uri="{FF2B5EF4-FFF2-40B4-BE49-F238E27FC236}">
                  <a16:creationId xmlns:a16="http://schemas.microsoft.com/office/drawing/2014/main" id="{E1C6FC72-CEC7-AC4D-0A5C-266814B1FF9E}"/>
                </a:ext>
              </a:extLst>
            </p:cNvPr>
            <p:cNvSpPr txBox="1"/>
            <p:nvPr/>
          </p:nvSpPr>
          <p:spPr>
            <a:xfrm>
              <a:off x="3935389" y="3574080"/>
              <a:ext cx="341722" cy="111953"/>
            </a:xfrm>
            <a:prstGeom prst="rect">
              <a:avLst/>
            </a:prstGeom>
            <a:noFill/>
            <a:ln>
              <a:noFill/>
            </a:ln>
            <a:effectLst/>
          </p:spPr>
          <p:txBody>
            <a:bodyPr vertOverflow="overflow" horzOverflow="overflow" wrap="none" lIns="0" tIns="0" rIns="0" bIns="0" anchor="t" anchorCtr="0">
              <a:noAutofit/>
            </a:bodyPr>
            <a:lstStyle/>
            <a:p>
              <a:pPr algn="ctr"/>
              <a:r>
                <a:rPr lang="en-US" sz="445" dirty="0">
                  <a:solidFill>
                    <a:srgbClr val="5E7180"/>
                  </a:solidFill>
                  <a:latin typeface="Arial"/>
                  <a:ea typeface="Arial"/>
                  <a:cs typeface="Arial"/>
                </a:rPr>
                <a:t>+ linear</a:t>
              </a:r>
              <a:endParaRPr lang="en-US" sz="445"/>
            </a:p>
          </p:txBody>
        </p:sp>
        <p:grpSp>
          <p:nvGrpSpPr>
            <p:cNvPr id="2831" name="Arrow | language_encoder → language_vector">
              <a:extLst>
                <a:ext uri="{FF2B5EF4-FFF2-40B4-BE49-F238E27FC236}">
                  <a16:creationId xmlns:a16="http://schemas.microsoft.com/office/drawing/2014/main" id="{02F7BF42-740E-6582-0CC5-11838F611E3D}"/>
                </a:ext>
              </a:extLst>
            </p:cNvPr>
            <p:cNvGrpSpPr/>
            <p:nvPr/>
          </p:nvGrpSpPr>
          <p:grpSpPr>
            <a:xfrm>
              <a:off x="4092552" y="3675915"/>
              <a:ext cx="27397" cy="75555"/>
              <a:chOff x="4092552" y="3675915"/>
              <a:chExt cx="27397" cy="75555"/>
            </a:xfrm>
          </p:grpSpPr>
          <p:cxnSp>
            <p:nvCxnSpPr>
              <p:cNvPr id="2832" name="Arrow | language_encoder → language_vector | path">
                <a:extLst>
                  <a:ext uri="{FF2B5EF4-FFF2-40B4-BE49-F238E27FC236}">
                    <a16:creationId xmlns:a16="http://schemas.microsoft.com/office/drawing/2014/main" id="{CA6676AD-566D-1500-63B9-1A513F38A1F9}"/>
                  </a:ext>
                </a:extLst>
              </p:cNvPr>
              <p:cNvCxnSpPr/>
              <p:nvPr/>
            </p:nvCxnSpPr>
            <p:spPr>
              <a:xfrm>
                <a:off x="4106250" y="3675915"/>
                <a:ext cx="0" cy="75555"/>
              </a:xfrm>
              <a:prstGeom prst="line">
                <a:avLst/>
              </a:prstGeom>
              <a:noFill/>
              <a:ln w="5913" cap="rnd" cmpd="sng" algn="ctr">
                <a:solidFill>
                  <a:srgbClr val="238777"/>
                </a:solidFill>
                <a:prstDash val="solid"/>
                <a:round/>
                <a:headEnd type="none" w="med" len="med"/>
                <a:tailEnd type="none" w="med" len="med"/>
              </a:ln>
              <a:effectLst/>
            </p:spPr>
          </p:cxnSp>
          <p:sp>
            <p:nvSpPr>
              <p:cNvPr id="2833" name="Arrow | language_encoder → language_vector | editable arrowhead">
                <a:extLst>
                  <a:ext uri="{FF2B5EF4-FFF2-40B4-BE49-F238E27FC236}">
                    <a16:creationId xmlns:a16="http://schemas.microsoft.com/office/drawing/2014/main" id="{E8185231-2B74-7453-AF75-862347FFE282}"/>
                  </a:ext>
                </a:extLst>
              </p:cNvPr>
              <p:cNvSpPr/>
              <p:nvPr/>
            </p:nvSpPr>
            <p:spPr>
              <a:xfrm>
                <a:off x="4092552" y="3719606"/>
                <a:ext cx="27397" cy="31865"/>
              </a:xfrm>
              <a:custGeom>
                <a:avLst/>
                <a:gdLst/>
                <a:ahLst/>
                <a:cxnLst/>
                <a:rect l="0" t="0" r="w" b="h"/>
                <a:pathLst>
                  <a:path w="27397" h="31865" stroke="0" extrusionOk="0">
                    <a:moveTo>
                      <a:pt x="13698" y="31865"/>
                    </a:moveTo>
                    <a:lnTo>
                      <a:pt x="0" y="0"/>
                    </a:lnTo>
                    <a:lnTo>
                      <a:pt x="27397" y="0"/>
                    </a:lnTo>
                    <a:close/>
                  </a:path>
                </a:pathLst>
              </a:custGeom>
              <a:solidFill>
                <a:srgbClr val="238777"/>
              </a:solidFill>
              <a:ln w="1" cap="rnd" cmpd="sng" algn="ctr">
                <a:noFill/>
                <a:prstDash val="solid"/>
                <a:round/>
                <a:headEnd type="none" w="med" len="med"/>
                <a:tailEnd type="none" w="med" len="med"/>
              </a:ln>
              <a:effectLst/>
            </p:spPr>
          </p:sp>
        </p:grpSp>
        <p:grpSp>
          <p:nvGrpSpPr>
            <p:cNvPr id="2834" name="Language vector v_k">
              <a:extLst>
                <a:ext uri="{FF2B5EF4-FFF2-40B4-BE49-F238E27FC236}">
                  <a16:creationId xmlns:a16="http://schemas.microsoft.com/office/drawing/2014/main" id="{7112A910-422C-6F65-4D08-67DC771FDEAC}"/>
                </a:ext>
              </a:extLst>
            </p:cNvPr>
            <p:cNvGrpSpPr/>
            <p:nvPr/>
          </p:nvGrpSpPr>
          <p:grpSpPr>
            <a:xfrm>
              <a:off x="3942000" y="3774465"/>
              <a:ext cx="338355" cy="75555"/>
              <a:chOff x="3942000" y="3774465"/>
              <a:chExt cx="338355" cy="75555"/>
            </a:xfrm>
          </p:grpSpPr>
          <p:sp>
            <p:nvSpPr>
              <p:cNvPr id="2835" name="feature_1">
                <a:extLst>
                  <a:ext uri="{FF2B5EF4-FFF2-40B4-BE49-F238E27FC236}">
                    <a16:creationId xmlns:a16="http://schemas.microsoft.com/office/drawing/2014/main" id="{4ACEDC93-9630-B180-B77B-EF4A65A93976}"/>
                  </a:ext>
                </a:extLst>
              </p:cNvPr>
              <p:cNvSpPr/>
              <p:nvPr/>
            </p:nvSpPr>
            <p:spPr>
              <a:xfrm>
                <a:off x="3942000"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2836" name="feature_2">
                <a:extLst>
                  <a:ext uri="{FF2B5EF4-FFF2-40B4-BE49-F238E27FC236}">
                    <a16:creationId xmlns:a16="http://schemas.microsoft.com/office/drawing/2014/main" id="{6B1F3FC3-D4AB-52A2-E6A7-4567089E92C4}"/>
                  </a:ext>
                </a:extLst>
              </p:cNvPr>
              <p:cNvSpPr/>
              <p:nvPr/>
            </p:nvSpPr>
            <p:spPr>
              <a:xfrm>
                <a:off x="3990806"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2837" name="feature_3">
                <a:extLst>
                  <a:ext uri="{FF2B5EF4-FFF2-40B4-BE49-F238E27FC236}">
                    <a16:creationId xmlns:a16="http://schemas.microsoft.com/office/drawing/2014/main" id="{41924CCF-B853-087E-34CE-9A6D4718D35A}"/>
                  </a:ext>
                </a:extLst>
              </p:cNvPr>
              <p:cNvSpPr/>
              <p:nvPr/>
            </p:nvSpPr>
            <p:spPr>
              <a:xfrm>
                <a:off x="4039611" y="3774465"/>
                <a:ext cx="45521" cy="75555"/>
              </a:xfrm>
              <a:prstGeom prst="rect">
                <a:avLst/>
              </a:prstGeom>
              <a:solidFill>
                <a:srgbClr val="ADD8CA"/>
              </a:solidFill>
              <a:ln w="4599" cap="rnd" cmpd="sng" algn="ctr">
                <a:noFill/>
                <a:prstDash val="solid"/>
                <a:round/>
                <a:headEnd type="none" w="med" len="med"/>
                <a:tailEnd type="none" w="med" len="med"/>
              </a:ln>
              <a:effectLst/>
            </p:spPr>
          </p:sp>
          <p:sp>
            <p:nvSpPr>
              <p:cNvPr id="2838" name="feature_4">
                <a:extLst>
                  <a:ext uri="{FF2B5EF4-FFF2-40B4-BE49-F238E27FC236}">
                    <a16:creationId xmlns:a16="http://schemas.microsoft.com/office/drawing/2014/main" id="{ADC62462-F243-E12F-E960-F0E85E5EACF9}"/>
                  </a:ext>
                </a:extLst>
              </p:cNvPr>
              <p:cNvSpPr/>
              <p:nvPr/>
            </p:nvSpPr>
            <p:spPr>
              <a:xfrm>
                <a:off x="4088417" y="3774465"/>
                <a:ext cx="45521" cy="75555"/>
              </a:xfrm>
              <a:prstGeom prst="rect">
                <a:avLst/>
              </a:prstGeom>
              <a:solidFill>
                <a:srgbClr val="CBE7DC"/>
              </a:solidFill>
              <a:ln w="4599" cap="rnd" cmpd="sng" algn="ctr">
                <a:noFill/>
                <a:prstDash val="solid"/>
                <a:round/>
                <a:headEnd type="none" w="med" len="med"/>
                <a:tailEnd type="none" w="med" len="med"/>
              </a:ln>
              <a:effectLst/>
            </p:spPr>
          </p:sp>
          <p:sp>
            <p:nvSpPr>
              <p:cNvPr id="2839" name="feature_5">
                <a:extLst>
                  <a:ext uri="{FF2B5EF4-FFF2-40B4-BE49-F238E27FC236}">
                    <a16:creationId xmlns:a16="http://schemas.microsoft.com/office/drawing/2014/main" id="{D6F94B9A-051C-8232-5DBD-1814D00F5A9D}"/>
                  </a:ext>
                </a:extLst>
              </p:cNvPr>
              <p:cNvSpPr/>
              <p:nvPr/>
            </p:nvSpPr>
            <p:spPr>
              <a:xfrm>
                <a:off x="4137223" y="3774465"/>
                <a:ext cx="45521" cy="75555"/>
              </a:xfrm>
              <a:prstGeom prst="rect">
                <a:avLst/>
              </a:prstGeom>
              <a:solidFill>
                <a:srgbClr val="3C9B84"/>
              </a:solidFill>
              <a:ln w="4599" cap="rnd" cmpd="sng" algn="ctr">
                <a:noFill/>
                <a:prstDash val="solid"/>
                <a:round/>
                <a:headEnd type="none" w="med" len="med"/>
                <a:tailEnd type="none" w="med" len="med"/>
              </a:ln>
              <a:effectLst/>
            </p:spPr>
          </p:sp>
          <p:sp>
            <p:nvSpPr>
              <p:cNvPr id="2840" name="feature_6">
                <a:extLst>
                  <a:ext uri="{FF2B5EF4-FFF2-40B4-BE49-F238E27FC236}">
                    <a16:creationId xmlns:a16="http://schemas.microsoft.com/office/drawing/2014/main" id="{751276A4-577E-929D-7CCB-836B985B9A46}"/>
                  </a:ext>
                </a:extLst>
              </p:cNvPr>
              <p:cNvSpPr/>
              <p:nvPr/>
            </p:nvSpPr>
            <p:spPr>
              <a:xfrm>
                <a:off x="4186029" y="3774465"/>
                <a:ext cx="45521" cy="75555"/>
              </a:xfrm>
              <a:prstGeom prst="rect">
                <a:avLst/>
              </a:prstGeom>
              <a:solidFill>
                <a:srgbClr val="6FB9A3"/>
              </a:solidFill>
              <a:ln w="4599" cap="rnd" cmpd="sng" algn="ctr">
                <a:noFill/>
                <a:prstDash val="solid"/>
                <a:round/>
                <a:headEnd type="none" w="med" len="med"/>
                <a:tailEnd type="none" w="med" len="med"/>
              </a:ln>
              <a:effectLst/>
            </p:spPr>
          </p:sp>
          <p:sp>
            <p:nvSpPr>
              <p:cNvPr id="2841" name="feature_7">
                <a:extLst>
                  <a:ext uri="{FF2B5EF4-FFF2-40B4-BE49-F238E27FC236}">
                    <a16:creationId xmlns:a16="http://schemas.microsoft.com/office/drawing/2014/main" id="{88FE9FB6-C1E4-A579-27DC-5954E5E0C403}"/>
                  </a:ext>
                </a:extLst>
              </p:cNvPr>
              <p:cNvSpPr/>
              <p:nvPr/>
            </p:nvSpPr>
            <p:spPr>
              <a:xfrm>
                <a:off x="4234834" y="3774465"/>
                <a:ext cx="45521" cy="75555"/>
              </a:xfrm>
              <a:prstGeom prst="rect">
                <a:avLst/>
              </a:prstGeom>
              <a:solidFill>
                <a:srgbClr val="ADD8CA"/>
              </a:solidFill>
              <a:ln w="4599" cap="rnd" cmpd="sng" algn="ctr">
                <a:noFill/>
                <a:prstDash val="solid"/>
                <a:round/>
                <a:headEnd type="none" w="med" len="med"/>
                <a:tailEnd type="none" w="med" len="med"/>
              </a:ln>
              <a:effectLst/>
            </p:spPr>
          </p:sp>
        </p:grpSp>
        <p:cxnSp>
          <p:nvCxnSpPr>
            <p:cNvPr id="2845" name="path_2698">
              <a:extLst>
                <a:ext uri="{FF2B5EF4-FFF2-40B4-BE49-F238E27FC236}">
                  <a16:creationId xmlns:a16="http://schemas.microsoft.com/office/drawing/2014/main" id="{63F32B6B-5E5E-50C6-2437-EEE2AE67AC73}"/>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2846" name="path_2699">
              <a:extLst>
                <a:ext uri="{FF2B5EF4-FFF2-40B4-BE49-F238E27FC236}">
                  <a16:creationId xmlns:a16="http://schemas.microsoft.com/office/drawing/2014/main" id="{06BB67EB-0310-045F-97AD-0BFB4F590E9E}"/>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2847" name="path_2700">
              <a:extLst>
                <a:ext uri="{FF2B5EF4-FFF2-40B4-BE49-F238E27FC236}">
                  <a16:creationId xmlns:a16="http://schemas.microsoft.com/office/drawing/2014/main" id="{1E719A5F-4DF2-5BD6-C9C2-65C7F738071B}"/>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2848" name="path_2701">
              <a:extLst>
                <a:ext uri="{FF2B5EF4-FFF2-40B4-BE49-F238E27FC236}">
                  <a16:creationId xmlns:a16="http://schemas.microsoft.com/office/drawing/2014/main" id="{18969EAD-6D51-EDBE-1D89-5EB14858D769}"/>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2849" name="path_2702">
              <a:extLst>
                <a:ext uri="{FF2B5EF4-FFF2-40B4-BE49-F238E27FC236}">
                  <a16:creationId xmlns:a16="http://schemas.microsoft.com/office/drawing/2014/main" id="{895E8AE1-886E-C956-9B16-2EBFCF17F7D1}"/>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2850" name="path_2703">
              <a:extLst>
                <a:ext uri="{FF2B5EF4-FFF2-40B4-BE49-F238E27FC236}">
                  <a16:creationId xmlns:a16="http://schemas.microsoft.com/office/drawing/2014/main" id="{995E7FC9-D4D2-C052-11EB-E5BA25A8ABFC}"/>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2851" name="path_2704">
              <a:extLst>
                <a:ext uri="{FF2B5EF4-FFF2-40B4-BE49-F238E27FC236}">
                  <a16:creationId xmlns:a16="http://schemas.microsoft.com/office/drawing/2014/main" id="{2C44AC57-C7EB-81B9-B6A1-22FCA69A6297}"/>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2852" name="ellipse_2705">
              <a:extLst>
                <a:ext uri="{FF2B5EF4-FFF2-40B4-BE49-F238E27FC236}">
                  <a16:creationId xmlns:a16="http://schemas.microsoft.com/office/drawing/2014/main" id="{8A6BA6C9-E14E-D032-4098-860BA1AE0D42}"/>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2853" name="ellipse_2706">
              <a:extLst>
                <a:ext uri="{FF2B5EF4-FFF2-40B4-BE49-F238E27FC236}">
                  <a16:creationId xmlns:a16="http://schemas.microsoft.com/office/drawing/2014/main" id="{8EE52EAC-71F4-E6B1-2E5F-066777F9E5B2}"/>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2854" name="ellipse_2707">
              <a:extLst>
                <a:ext uri="{FF2B5EF4-FFF2-40B4-BE49-F238E27FC236}">
                  <a16:creationId xmlns:a16="http://schemas.microsoft.com/office/drawing/2014/main" id="{8DDA1EBB-30B6-1D06-FAF0-FE4B010DDB9D}"/>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2855" name="ellipse_2708">
              <a:extLst>
                <a:ext uri="{FF2B5EF4-FFF2-40B4-BE49-F238E27FC236}">
                  <a16:creationId xmlns:a16="http://schemas.microsoft.com/office/drawing/2014/main" id="{100AF0ED-7F1F-7B67-3DA5-A677BA2EC5ED}"/>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2856" name="ellipse_2709">
              <a:extLst>
                <a:ext uri="{FF2B5EF4-FFF2-40B4-BE49-F238E27FC236}">
                  <a16:creationId xmlns:a16="http://schemas.microsoft.com/office/drawing/2014/main" id="{A94D8B8F-2415-8294-BA26-799DAA7BC744}"/>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2857" name="ellipse_2710">
              <a:extLst>
                <a:ext uri="{FF2B5EF4-FFF2-40B4-BE49-F238E27FC236}">
                  <a16:creationId xmlns:a16="http://schemas.microsoft.com/office/drawing/2014/main" id="{B9F5DD9C-BD89-6427-1553-2F3EBE32A835}"/>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2858" name="ellipse_2711">
              <a:extLst>
                <a:ext uri="{FF2B5EF4-FFF2-40B4-BE49-F238E27FC236}">
                  <a16:creationId xmlns:a16="http://schemas.microsoft.com/office/drawing/2014/main" id="{05D0C6AE-1264-AC04-7C1C-7EF089D9181B}"/>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2859" name="Text | Own graph">
              <a:extLst>
                <a:ext uri="{FF2B5EF4-FFF2-40B4-BE49-F238E27FC236}">
                  <a16:creationId xmlns:a16="http://schemas.microsoft.com/office/drawing/2014/main" id="{69E6F068-12D5-789F-488A-C48C44B7212C}"/>
                </a:ext>
              </a:extLst>
            </p:cNvPr>
            <p:cNvSpPr txBox="1"/>
            <p:nvPr/>
          </p:nvSpPr>
          <p:spPr>
            <a:xfrm>
              <a:off x="3343833" y="3958425"/>
              <a:ext cx="440784"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Own graph</a:t>
              </a:r>
              <a:endParaRPr lang="en-US" sz="426"/>
            </a:p>
          </p:txBody>
        </p:sp>
        <p:grpSp>
          <p:nvGrpSpPr>
            <p:cNvPr id="2860" name="Arrow | other_smiles → other_language_vectors">
              <a:extLst>
                <a:ext uri="{FF2B5EF4-FFF2-40B4-BE49-F238E27FC236}">
                  <a16:creationId xmlns:a16="http://schemas.microsoft.com/office/drawing/2014/main" id="{5ED96C0D-46A6-2F3A-7D0D-D444D2164FB3}"/>
                </a:ext>
              </a:extLst>
            </p:cNvPr>
            <p:cNvGrpSpPr/>
            <p:nvPr/>
          </p:nvGrpSpPr>
          <p:grpSpPr>
            <a:xfrm>
              <a:off x="4507020" y="3173310"/>
              <a:ext cx="525304" cy="538740"/>
              <a:chOff x="4507020" y="3173310"/>
              <a:chExt cx="525304" cy="538740"/>
            </a:xfrm>
          </p:grpSpPr>
          <p:sp>
            <p:nvSpPr>
              <p:cNvPr id="2861" name="Arrow | other_smiles → other_language_vectors | path">
                <a:extLst>
                  <a:ext uri="{FF2B5EF4-FFF2-40B4-BE49-F238E27FC236}">
                    <a16:creationId xmlns:a16="http://schemas.microsoft.com/office/drawing/2014/main" id="{0CC4928C-78B0-B742-0001-98F8F59743FD}"/>
                  </a:ext>
                </a:extLst>
              </p:cNvPr>
              <p:cNvSpPr/>
              <p:nvPr/>
            </p:nvSpPr>
            <p:spPr>
              <a:xfrm>
                <a:off x="4507020" y="3173310"/>
                <a:ext cx="512460" cy="538740"/>
              </a:xfrm>
              <a:custGeom>
                <a:avLst/>
                <a:gdLst/>
                <a:ahLst/>
                <a:cxnLst/>
                <a:rect l="0" t="0" r="w" b="h"/>
                <a:pathLst>
                  <a:path w="512460" h="538740" fill="none" extrusionOk="0">
                    <a:moveTo>
                      <a:pt x="0" y="0"/>
                    </a:moveTo>
                    <a:lnTo>
                      <a:pt x="512460" y="0"/>
                    </a:lnTo>
                    <a:lnTo>
                      <a:pt x="512460" y="538740"/>
                    </a:lnTo>
                  </a:path>
                </a:pathLst>
              </a:custGeom>
              <a:noFill/>
              <a:ln w="4599" cap="rnd" cmpd="sng" algn="ctr">
                <a:solidFill>
                  <a:srgbClr val="6DB19A"/>
                </a:solidFill>
                <a:prstDash val="solid"/>
                <a:round/>
                <a:headEnd type="none" w="med" len="med"/>
                <a:tailEnd type="none" w="med" len="med"/>
              </a:ln>
              <a:effectLst/>
            </p:spPr>
          </p:sp>
          <p:sp>
            <p:nvSpPr>
              <p:cNvPr id="2862" name="Arrow | other_smiles → other_language_vectors | editable arrowhead">
                <a:extLst>
                  <a:ext uri="{FF2B5EF4-FFF2-40B4-BE49-F238E27FC236}">
                    <a16:creationId xmlns:a16="http://schemas.microsoft.com/office/drawing/2014/main" id="{4F9B6AF6-0B0C-7FDB-54E5-1214C9CF9B61}"/>
                  </a:ext>
                </a:extLst>
              </p:cNvPr>
              <p:cNvSpPr/>
              <p:nvPr/>
            </p:nvSpPr>
            <p:spPr>
              <a:xfrm>
                <a:off x="5006636" y="3682157"/>
                <a:ext cx="25689" cy="29893"/>
              </a:xfrm>
              <a:custGeom>
                <a:avLst/>
                <a:gdLst/>
                <a:ahLst/>
                <a:cxnLst/>
                <a:rect l="0" t="0" r="w" b="h"/>
                <a:pathLst>
                  <a:path w="25689" h="29893" stroke="0" extrusionOk="0">
                    <a:moveTo>
                      <a:pt x="12844" y="29893"/>
                    </a:moveTo>
                    <a:lnTo>
                      <a:pt x="0" y="0"/>
                    </a:lnTo>
                    <a:lnTo>
                      <a:pt x="25689" y="0"/>
                    </a:lnTo>
                    <a:close/>
                  </a:path>
                </a:pathLst>
              </a:custGeom>
              <a:solidFill>
                <a:srgbClr val="6DB19A"/>
              </a:solidFill>
              <a:ln w="1" cap="rnd" cmpd="sng" algn="ctr">
                <a:noFill/>
                <a:prstDash val="solid"/>
                <a:round/>
                <a:headEnd type="none" w="med" len="med"/>
                <a:tailEnd type="none" w="med" len="med"/>
              </a:ln>
              <a:effectLst/>
            </p:spPr>
          </p:sp>
        </p:grpSp>
        <p:grpSp>
          <p:nvGrpSpPr>
            <p:cNvPr id="2863" name="Text | SMI-TED / + linear">
              <a:extLst>
                <a:ext uri="{FF2B5EF4-FFF2-40B4-BE49-F238E27FC236}">
                  <a16:creationId xmlns:a16="http://schemas.microsoft.com/office/drawing/2014/main" id="{D2C7A68A-11B7-26FC-C5A6-FD1078963F53}"/>
                </a:ext>
              </a:extLst>
            </p:cNvPr>
            <p:cNvGrpSpPr/>
            <p:nvPr/>
          </p:nvGrpSpPr>
          <p:grpSpPr>
            <a:xfrm>
              <a:off x="4599399" y="3383550"/>
              <a:ext cx="334272" cy="195983"/>
              <a:chOff x="4599399" y="3383550"/>
              <a:chExt cx="334272" cy="195983"/>
            </a:xfrm>
          </p:grpSpPr>
          <p:sp>
            <p:nvSpPr>
              <p:cNvPr id="2864" name="Text | SMI-TED">
                <a:extLst>
                  <a:ext uri="{FF2B5EF4-FFF2-40B4-BE49-F238E27FC236}">
                    <a16:creationId xmlns:a16="http://schemas.microsoft.com/office/drawing/2014/main" id="{417523AE-2AFA-E731-76CE-BDF04151277E}"/>
                  </a:ext>
                </a:extLst>
              </p:cNvPr>
              <p:cNvSpPr txBox="1"/>
              <p:nvPr/>
            </p:nvSpPr>
            <p:spPr>
              <a:xfrm>
                <a:off x="4599399" y="3383550"/>
                <a:ext cx="334272"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SMI-TED</a:t>
                </a:r>
                <a:endParaRPr lang="en-US" sz="426"/>
              </a:p>
            </p:txBody>
          </p:sp>
          <p:sp>
            <p:nvSpPr>
              <p:cNvPr id="2865" name="Text | + linear">
                <a:extLst>
                  <a:ext uri="{FF2B5EF4-FFF2-40B4-BE49-F238E27FC236}">
                    <a16:creationId xmlns:a16="http://schemas.microsoft.com/office/drawing/2014/main" id="{82953C76-0AA6-062C-A5CB-F967F8B154D4}"/>
                  </a:ext>
                </a:extLst>
              </p:cNvPr>
              <p:cNvSpPr txBox="1"/>
              <p:nvPr/>
            </p:nvSpPr>
            <p:spPr>
              <a:xfrm>
                <a:off x="4602790" y="3472245"/>
                <a:ext cx="327490"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 linear</a:t>
                </a:r>
                <a:endParaRPr lang="en-US" sz="426"/>
              </a:p>
            </p:txBody>
          </p:sp>
        </p:grpSp>
        <p:grpSp>
          <p:nvGrpSpPr>
            <p:cNvPr id="2866" name="Other identity language vector">
              <a:extLst>
                <a:ext uri="{FF2B5EF4-FFF2-40B4-BE49-F238E27FC236}">
                  <a16:creationId xmlns:a16="http://schemas.microsoft.com/office/drawing/2014/main" id="{2C949A4E-833B-FCAE-EE1E-6AB4DBB999F4}"/>
                </a:ext>
              </a:extLst>
            </p:cNvPr>
            <p:cNvGrpSpPr/>
            <p:nvPr/>
          </p:nvGrpSpPr>
          <p:grpSpPr>
            <a:xfrm>
              <a:off x="4648275" y="3748185"/>
              <a:ext cx="85410" cy="39420"/>
              <a:chOff x="4648275" y="3748185"/>
              <a:chExt cx="85410" cy="39420"/>
            </a:xfrm>
          </p:grpSpPr>
          <p:sp>
            <p:nvSpPr>
              <p:cNvPr id="2867" name="feature_1">
                <a:extLst>
                  <a:ext uri="{FF2B5EF4-FFF2-40B4-BE49-F238E27FC236}">
                    <a16:creationId xmlns:a16="http://schemas.microsoft.com/office/drawing/2014/main" id="{25F7A4EA-62A1-4157-6B58-60CE0D68CF35}"/>
                  </a:ext>
                </a:extLst>
              </p:cNvPr>
              <p:cNvSpPr/>
              <p:nvPr/>
            </p:nvSpPr>
            <p:spPr>
              <a:xfrm>
                <a:off x="4648275" y="3748185"/>
                <a:ext cx="26280" cy="39420"/>
              </a:xfrm>
              <a:prstGeom prst="rect">
                <a:avLst/>
              </a:prstGeom>
              <a:solidFill>
                <a:srgbClr val="80BFAC"/>
              </a:solidFill>
              <a:ln w="4599" cap="rnd" cmpd="sng" algn="ctr">
                <a:noFill/>
                <a:prstDash val="solid"/>
                <a:round/>
                <a:headEnd type="none" w="med" len="med"/>
                <a:tailEnd type="none" w="med" len="med"/>
              </a:ln>
              <a:effectLst/>
            </p:spPr>
          </p:sp>
          <p:sp>
            <p:nvSpPr>
              <p:cNvPr id="2868" name="feature_2">
                <a:extLst>
                  <a:ext uri="{FF2B5EF4-FFF2-40B4-BE49-F238E27FC236}">
                    <a16:creationId xmlns:a16="http://schemas.microsoft.com/office/drawing/2014/main" id="{BD0B846E-E95D-37C3-58E2-133F0307A66B}"/>
                  </a:ext>
                </a:extLst>
              </p:cNvPr>
              <p:cNvSpPr/>
              <p:nvPr/>
            </p:nvSpPr>
            <p:spPr>
              <a:xfrm>
                <a:off x="4677840" y="3748185"/>
                <a:ext cx="26280" cy="39420"/>
              </a:xfrm>
              <a:prstGeom prst="rect">
                <a:avLst/>
              </a:prstGeom>
              <a:solidFill>
                <a:srgbClr val="BBDDD0"/>
              </a:solidFill>
              <a:ln w="4599" cap="rnd" cmpd="sng" algn="ctr">
                <a:noFill/>
                <a:prstDash val="solid"/>
                <a:round/>
                <a:headEnd type="none" w="med" len="med"/>
                <a:tailEnd type="none" w="med" len="med"/>
              </a:ln>
              <a:effectLst/>
            </p:spPr>
          </p:sp>
          <p:sp>
            <p:nvSpPr>
              <p:cNvPr id="2869" name="feature_3">
                <a:extLst>
                  <a:ext uri="{FF2B5EF4-FFF2-40B4-BE49-F238E27FC236}">
                    <a16:creationId xmlns:a16="http://schemas.microsoft.com/office/drawing/2014/main" id="{67357592-2122-144A-1534-9AF8BA93635F}"/>
                  </a:ext>
                </a:extLst>
              </p:cNvPr>
              <p:cNvSpPr/>
              <p:nvPr/>
            </p:nvSpPr>
            <p:spPr>
              <a:xfrm>
                <a:off x="4707405" y="3748185"/>
                <a:ext cx="26280" cy="39420"/>
              </a:xfrm>
              <a:prstGeom prst="rect">
                <a:avLst/>
              </a:prstGeom>
              <a:solidFill>
                <a:srgbClr val="55A28D"/>
              </a:solidFill>
              <a:ln w="4599" cap="rnd" cmpd="sng" algn="ctr">
                <a:noFill/>
                <a:prstDash val="solid"/>
                <a:round/>
                <a:headEnd type="none" w="med" len="med"/>
                <a:tailEnd type="none" w="med" len="med"/>
              </a:ln>
              <a:effectLst/>
            </p:spPr>
          </p:sp>
        </p:grpSp>
        <p:grpSp>
          <p:nvGrpSpPr>
            <p:cNvPr id="2870" name="Other identity language vector">
              <a:extLst>
                <a:ext uri="{FF2B5EF4-FFF2-40B4-BE49-F238E27FC236}">
                  <a16:creationId xmlns:a16="http://schemas.microsoft.com/office/drawing/2014/main" id="{A0E487EB-A6B1-20C3-CA58-F2243A96D613}"/>
                </a:ext>
              </a:extLst>
            </p:cNvPr>
            <p:cNvGrpSpPr/>
            <p:nvPr/>
          </p:nvGrpSpPr>
          <p:grpSpPr>
            <a:xfrm>
              <a:off x="4766535" y="3748185"/>
              <a:ext cx="85410" cy="39420"/>
              <a:chOff x="4766535" y="3748185"/>
              <a:chExt cx="85410" cy="39420"/>
            </a:xfrm>
          </p:grpSpPr>
          <p:sp>
            <p:nvSpPr>
              <p:cNvPr id="2871" name="feature_1">
                <a:extLst>
                  <a:ext uri="{FF2B5EF4-FFF2-40B4-BE49-F238E27FC236}">
                    <a16:creationId xmlns:a16="http://schemas.microsoft.com/office/drawing/2014/main" id="{408C94E4-3EE4-B723-C6EF-C4945687AE06}"/>
                  </a:ext>
                </a:extLst>
              </p:cNvPr>
              <p:cNvSpPr/>
              <p:nvPr/>
            </p:nvSpPr>
            <p:spPr>
              <a:xfrm>
                <a:off x="4766535" y="3748185"/>
                <a:ext cx="26280" cy="39420"/>
              </a:xfrm>
              <a:prstGeom prst="rect">
                <a:avLst/>
              </a:prstGeom>
              <a:solidFill>
                <a:srgbClr val="80BFAC"/>
              </a:solidFill>
              <a:ln w="4599" cap="rnd" cmpd="sng" algn="ctr">
                <a:noFill/>
                <a:prstDash val="solid"/>
                <a:round/>
                <a:headEnd type="none" w="med" len="med"/>
                <a:tailEnd type="none" w="med" len="med"/>
              </a:ln>
              <a:effectLst/>
            </p:spPr>
          </p:sp>
          <p:sp>
            <p:nvSpPr>
              <p:cNvPr id="2872" name="feature_2">
                <a:extLst>
                  <a:ext uri="{FF2B5EF4-FFF2-40B4-BE49-F238E27FC236}">
                    <a16:creationId xmlns:a16="http://schemas.microsoft.com/office/drawing/2014/main" id="{D497B16E-4F38-33DD-04D5-311DA019E0B3}"/>
                  </a:ext>
                </a:extLst>
              </p:cNvPr>
              <p:cNvSpPr/>
              <p:nvPr/>
            </p:nvSpPr>
            <p:spPr>
              <a:xfrm>
                <a:off x="4796100" y="3748185"/>
                <a:ext cx="26280" cy="39420"/>
              </a:xfrm>
              <a:prstGeom prst="rect">
                <a:avLst/>
              </a:prstGeom>
              <a:solidFill>
                <a:srgbClr val="BBDDD0"/>
              </a:solidFill>
              <a:ln w="4599" cap="rnd" cmpd="sng" algn="ctr">
                <a:noFill/>
                <a:prstDash val="solid"/>
                <a:round/>
                <a:headEnd type="none" w="med" len="med"/>
                <a:tailEnd type="none" w="med" len="med"/>
              </a:ln>
              <a:effectLst/>
            </p:spPr>
          </p:sp>
          <p:sp>
            <p:nvSpPr>
              <p:cNvPr id="2873" name="feature_3">
                <a:extLst>
                  <a:ext uri="{FF2B5EF4-FFF2-40B4-BE49-F238E27FC236}">
                    <a16:creationId xmlns:a16="http://schemas.microsoft.com/office/drawing/2014/main" id="{FC541901-0DE2-0B2F-AF6B-5C185CBAB687}"/>
                  </a:ext>
                </a:extLst>
              </p:cNvPr>
              <p:cNvSpPr/>
              <p:nvPr/>
            </p:nvSpPr>
            <p:spPr>
              <a:xfrm>
                <a:off x="4825665" y="3748185"/>
                <a:ext cx="26280" cy="39420"/>
              </a:xfrm>
              <a:prstGeom prst="rect">
                <a:avLst/>
              </a:prstGeom>
              <a:solidFill>
                <a:srgbClr val="55A28D"/>
              </a:solidFill>
              <a:ln w="4599" cap="rnd" cmpd="sng" algn="ctr">
                <a:noFill/>
                <a:prstDash val="solid"/>
                <a:round/>
                <a:headEnd type="none" w="med" len="med"/>
                <a:tailEnd type="none" w="med" len="med"/>
              </a:ln>
              <a:effectLst/>
            </p:spPr>
          </p:sp>
        </p:grpSp>
        <p:grpSp>
          <p:nvGrpSpPr>
            <p:cNvPr id="2874" name="Other identity language vector">
              <a:extLst>
                <a:ext uri="{FF2B5EF4-FFF2-40B4-BE49-F238E27FC236}">
                  <a16:creationId xmlns:a16="http://schemas.microsoft.com/office/drawing/2014/main" id="{8DAEBD00-B128-228D-E5C6-DCF7B175C072}"/>
                </a:ext>
              </a:extLst>
            </p:cNvPr>
            <p:cNvGrpSpPr/>
            <p:nvPr/>
          </p:nvGrpSpPr>
          <p:grpSpPr>
            <a:xfrm>
              <a:off x="4884795" y="3748185"/>
              <a:ext cx="85410" cy="39420"/>
              <a:chOff x="4884795" y="3748185"/>
              <a:chExt cx="85410" cy="39420"/>
            </a:xfrm>
          </p:grpSpPr>
          <p:sp>
            <p:nvSpPr>
              <p:cNvPr id="2875" name="feature_1">
                <a:extLst>
                  <a:ext uri="{FF2B5EF4-FFF2-40B4-BE49-F238E27FC236}">
                    <a16:creationId xmlns:a16="http://schemas.microsoft.com/office/drawing/2014/main" id="{239D69F8-55C3-24CE-E5FC-8CE40125C459}"/>
                  </a:ext>
                </a:extLst>
              </p:cNvPr>
              <p:cNvSpPr/>
              <p:nvPr/>
            </p:nvSpPr>
            <p:spPr>
              <a:xfrm>
                <a:off x="4884795" y="3748185"/>
                <a:ext cx="26280" cy="39420"/>
              </a:xfrm>
              <a:prstGeom prst="rect">
                <a:avLst/>
              </a:prstGeom>
              <a:solidFill>
                <a:srgbClr val="80BFAC"/>
              </a:solidFill>
              <a:ln w="4599" cap="rnd" cmpd="sng" algn="ctr">
                <a:noFill/>
                <a:prstDash val="solid"/>
                <a:round/>
                <a:headEnd type="none" w="med" len="med"/>
                <a:tailEnd type="none" w="med" len="med"/>
              </a:ln>
              <a:effectLst/>
            </p:spPr>
          </p:sp>
          <p:sp>
            <p:nvSpPr>
              <p:cNvPr id="2876" name="feature_2">
                <a:extLst>
                  <a:ext uri="{FF2B5EF4-FFF2-40B4-BE49-F238E27FC236}">
                    <a16:creationId xmlns:a16="http://schemas.microsoft.com/office/drawing/2014/main" id="{9EA8EB99-6803-DAB0-CC77-B1F457CA26E2}"/>
                  </a:ext>
                </a:extLst>
              </p:cNvPr>
              <p:cNvSpPr/>
              <p:nvPr/>
            </p:nvSpPr>
            <p:spPr>
              <a:xfrm>
                <a:off x="4914360" y="3748185"/>
                <a:ext cx="26280" cy="39420"/>
              </a:xfrm>
              <a:prstGeom prst="rect">
                <a:avLst/>
              </a:prstGeom>
              <a:solidFill>
                <a:srgbClr val="BBDDD0"/>
              </a:solidFill>
              <a:ln w="4599" cap="rnd" cmpd="sng" algn="ctr">
                <a:noFill/>
                <a:prstDash val="solid"/>
                <a:round/>
                <a:headEnd type="none" w="med" len="med"/>
                <a:tailEnd type="none" w="med" len="med"/>
              </a:ln>
              <a:effectLst/>
            </p:spPr>
          </p:sp>
          <p:sp>
            <p:nvSpPr>
              <p:cNvPr id="2877" name="feature_3">
                <a:extLst>
                  <a:ext uri="{FF2B5EF4-FFF2-40B4-BE49-F238E27FC236}">
                    <a16:creationId xmlns:a16="http://schemas.microsoft.com/office/drawing/2014/main" id="{73ADE382-B9EA-B29A-1365-AC02B7C3FFB2}"/>
                  </a:ext>
                </a:extLst>
              </p:cNvPr>
              <p:cNvSpPr/>
              <p:nvPr/>
            </p:nvSpPr>
            <p:spPr>
              <a:xfrm>
                <a:off x="4943925" y="3748185"/>
                <a:ext cx="26280" cy="39420"/>
              </a:xfrm>
              <a:prstGeom prst="rect">
                <a:avLst/>
              </a:prstGeom>
              <a:solidFill>
                <a:srgbClr val="55A28D"/>
              </a:solidFill>
              <a:ln w="4599" cap="rnd" cmpd="sng" algn="ctr">
                <a:noFill/>
                <a:prstDash val="solid"/>
                <a:round/>
                <a:headEnd type="none" w="med" len="med"/>
                <a:tailEnd type="none" w="med" len="med"/>
              </a:ln>
              <a:effectLst/>
            </p:spPr>
          </p:sp>
        </p:grpSp>
        <p:grpSp>
          <p:nvGrpSpPr>
            <p:cNvPr id="2878" name="Text | Other identity / vectors">
              <a:extLst>
                <a:ext uri="{FF2B5EF4-FFF2-40B4-BE49-F238E27FC236}">
                  <a16:creationId xmlns:a16="http://schemas.microsoft.com/office/drawing/2014/main" id="{7E939697-CC17-FFFA-A9A8-E699F4C640CC}"/>
                </a:ext>
              </a:extLst>
            </p:cNvPr>
            <p:cNvGrpSpPr/>
            <p:nvPr/>
          </p:nvGrpSpPr>
          <p:grpSpPr>
            <a:xfrm>
              <a:off x="4519465" y="3850020"/>
              <a:ext cx="553270" cy="192698"/>
              <a:chOff x="4519465" y="3850020"/>
              <a:chExt cx="553270" cy="192698"/>
            </a:xfrm>
          </p:grpSpPr>
          <p:sp>
            <p:nvSpPr>
              <p:cNvPr id="2879" name="Text | Other identity">
                <a:extLst>
                  <a:ext uri="{FF2B5EF4-FFF2-40B4-BE49-F238E27FC236}">
                    <a16:creationId xmlns:a16="http://schemas.microsoft.com/office/drawing/2014/main" id="{4BC49DF8-CB5E-C4E3-EC66-21BE4101735A}"/>
                  </a:ext>
                </a:extLst>
              </p:cNvPr>
              <p:cNvSpPr txBox="1"/>
              <p:nvPr/>
            </p:nvSpPr>
            <p:spPr>
              <a:xfrm>
                <a:off x="4519465" y="3850020"/>
                <a:ext cx="553270"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Other identity</a:t>
                </a:r>
                <a:endParaRPr lang="en-US" sz="426"/>
              </a:p>
            </p:txBody>
          </p:sp>
          <p:sp>
            <p:nvSpPr>
              <p:cNvPr id="2880" name="Text | vectors">
                <a:extLst>
                  <a:ext uri="{FF2B5EF4-FFF2-40B4-BE49-F238E27FC236}">
                    <a16:creationId xmlns:a16="http://schemas.microsoft.com/office/drawing/2014/main" id="{9CC40335-A815-7FA4-0EEB-9AD53ECCC17D}"/>
                  </a:ext>
                </a:extLst>
              </p:cNvPr>
              <p:cNvSpPr txBox="1"/>
              <p:nvPr/>
            </p:nvSpPr>
            <p:spPr>
              <a:xfrm>
                <a:off x="4643368" y="3935430"/>
                <a:ext cx="305464"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vectors</a:t>
                </a:r>
                <a:endParaRPr lang="en-US" sz="426"/>
              </a:p>
            </p:txBody>
          </p:sp>
        </p:grpSp>
        <p:sp>
          <p:nvSpPr>
            <p:cNvPr id="2881" name="Operation | Graph attention">
              <a:extLst>
                <a:ext uri="{FF2B5EF4-FFF2-40B4-BE49-F238E27FC236}">
                  <a16:creationId xmlns:a16="http://schemas.microsoft.com/office/drawing/2014/main" id="{3D895007-E694-9052-943D-53E713FDB438}"/>
                </a:ext>
              </a:extLst>
            </p:cNvPr>
            <p:cNvSpPr/>
            <p:nvPr/>
          </p:nvSpPr>
          <p:spPr>
            <a:xfrm>
              <a:off x="3399975" y="4129245"/>
              <a:ext cx="657000" cy="183960"/>
            </a:xfrm>
            <a:prstGeom prst="roundRect">
              <a:avLst>
                <a:gd name="adj" fmla="val 16071"/>
              </a:avLst>
            </a:prstGeom>
            <a:solidFill>
              <a:srgbClr val="FFFFFF"/>
            </a:solidFill>
            <a:ln w="4928" cap="rnd" cmpd="sng" algn="ctr">
              <a:solidFill>
                <a:srgbClr val="238777"/>
              </a:solidFill>
              <a:prstDash val="solid"/>
              <a:round/>
              <a:headEnd type="none" w="med" len="med"/>
              <a:tailEnd type="none" w="med" len="med"/>
            </a:ln>
            <a:effectLst/>
          </p:spPr>
        </p:sp>
        <p:sp>
          <p:nvSpPr>
            <p:cNvPr id="2882" name="Text | Graph attention">
              <a:extLst>
                <a:ext uri="{FF2B5EF4-FFF2-40B4-BE49-F238E27FC236}">
                  <a16:creationId xmlns:a16="http://schemas.microsoft.com/office/drawing/2014/main" id="{ACB7B359-247E-76BE-F565-86CDA3141C80}"/>
                </a:ext>
              </a:extLst>
            </p:cNvPr>
            <p:cNvSpPr txBox="1"/>
            <p:nvPr/>
          </p:nvSpPr>
          <p:spPr>
            <a:xfrm>
              <a:off x="3359686" y="4169191"/>
              <a:ext cx="737577" cy="111953"/>
            </a:xfrm>
            <a:prstGeom prst="rect">
              <a:avLst/>
            </a:prstGeom>
            <a:noFill/>
            <a:ln>
              <a:noFill/>
            </a:ln>
            <a:effectLst/>
          </p:spPr>
          <p:txBody>
            <a:bodyPr vertOverflow="overflow" horzOverflow="overflow" wrap="none" lIns="0" tIns="0" rIns="0" bIns="0" anchor="t" anchorCtr="0">
              <a:noAutofit/>
            </a:bodyPr>
            <a:lstStyle/>
            <a:p>
              <a:pPr algn="ctr"/>
              <a:r>
                <a:rPr lang="en-US" sz="445" b="1" dirty="0">
                  <a:solidFill>
                    <a:srgbClr val="238777"/>
                  </a:solidFill>
                  <a:latin typeface="Arial"/>
                  <a:ea typeface="Arial"/>
                  <a:cs typeface="Arial"/>
                </a:rPr>
                <a:t>Graph attention</a:t>
              </a:r>
              <a:endParaRPr lang="en-US" sz="445"/>
            </a:p>
          </p:txBody>
        </p:sp>
        <p:sp>
          <p:nvSpPr>
            <p:cNvPr id="2883" name="Operation | Context attention">
              <a:extLst>
                <a:ext uri="{FF2B5EF4-FFF2-40B4-BE49-F238E27FC236}">
                  <a16:creationId xmlns:a16="http://schemas.microsoft.com/office/drawing/2014/main" id="{94C605E4-5D80-B18F-4E72-F4C6B4052319}"/>
                </a:ext>
              </a:extLst>
            </p:cNvPr>
            <p:cNvSpPr/>
            <p:nvPr/>
          </p:nvSpPr>
          <p:spPr>
            <a:xfrm>
              <a:off x="4346055" y="4129245"/>
              <a:ext cx="716130" cy="183960"/>
            </a:xfrm>
            <a:prstGeom prst="roundRect">
              <a:avLst>
                <a:gd name="adj" fmla="val 16071"/>
              </a:avLst>
            </a:prstGeom>
            <a:solidFill>
              <a:srgbClr val="FFFFFF"/>
            </a:solidFill>
            <a:ln w="4928" cap="rnd" cmpd="sng" algn="ctr">
              <a:solidFill>
                <a:srgbClr val="238777"/>
              </a:solidFill>
              <a:prstDash val="solid"/>
              <a:round/>
              <a:headEnd type="none" w="med" len="med"/>
              <a:tailEnd type="none" w="med" len="med"/>
            </a:ln>
            <a:effectLst/>
          </p:spPr>
        </p:sp>
        <p:sp>
          <p:nvSpPr>
            <p:cNvPr id="2884" name="Text | Context attention">
              <a:extLst>
                <a:ext uri="{FF2B5EF4-FFF2-40B4-BE49-F238E27FC236}">
                  <a16:creationId xmlns:a16="http://schemas.microsoft.com/office/drawing/2014/main" id="{4C35A144-C3E4-9B9A-6E55-5B7E481A2489}"/>
                </a:ext>
              </a:extLst>
            </p:cNvPr>
            <p:cNvSpPr txBox="1"/>
            <p:nvPr/>
          </p:nvSpPr>
          <p:spPr>
            <a:xfrm>
              <a:off x="4296085" y="4169191"/>
              <a:ext cx="816071" cy="111953"/>
            </a:xfrm>
            <a:prstGeom prst="rect">
              <a:avLst/>
            </a:prstGeom>
            <a:noFill/>
            <a:ln>
              <a:noFill/>
            </a:ln>
            <a:effectLst/>
          </p:spPr>
          <p:txBody>
            <a:bodyPr vertOverflow="overflow" horzOverflow="overflow" wrap="none" lIns="0" tIns="0" rIns="0" bIns="0" anchor="t" anchorCtr="0">
              <a:noAutofit/>
            </a:bodyPr>
            <a:lstStyle/>
            <a:p>
              <a:pPr algn="ctr"/>
              <a:r>
                <a:rPr lang="en-US" sz="445" b="1" dirty="0">
                  <a:solidFill>
                    <a:srgbClr val="238777"/>
                  </a:solidFill>
                  <a:latin typeface="Arial"/>
                  <a:ea typeface="Arial"/>
                  <a:cs typeface="Arial"/>
                </a:rPr>
                <a:t>Context attention</a:t>
              </a:r>
              <a:endParaRPr lang="en-US" sz="445"/>
            </a:p>
          </p:txBody>
        </p:sp>
        <p:grpSp>
          <p:nvGrpSpPr>
            <p:cNvPr id="2888" name="Arrow | other_language_vectors → context_attention_KV">
              <a:extLst>
                <a:ext uri="{FF2B5EF4-FFF2-40B4-BE49-F238E27FC236}">
                  <a16:creationId xmlns:a16="http://schemas.microsoft.com/office/drawing/2014/main" id="{FE3E7061-D326-E40F-3F39-3B2FAFFE0431}"/>
                </a:ext>
              </a:extLst>
            </p:cNvPr>
            <p:cNvGrpSpPr/>
            <p:nvPr/>
          </p:nvGrpSpPr>
          <p:grpSpPr>
            <a:xfrm>
              <a:off x="4783042" y="4040550"/>
              <a:ext cx="26116" cy="65700"/>
              <a:chOff x="4783042" y="4040550"/>
              <a:chExt cx="26116" cy="65700"/>
            </a:xfrm>
          </p:grpSpPr>
          <p:cxnSp>
            <p:nvCxnSpPr>
              <p:cNvPr id="2889" name="Arrow | other_language_vectors → context_attention_KV | path">
                <a:extLst>
                  <a:ext uri="{FF2B5EF4-FFF2-40B4-BE49-F238E27FC236}">
                    <a16:creationId xmlns:a16="http://schemas.microsoft.com/office/drawing/2014/main" id="{58B3875B-6A79-9A97-F10D-8AA8E63FCED3}"/>
                  </a:ext>
                </a:extLst>
              </p:cNvPr>
              <p:cNvCxnSpPr/>
              <p:nvPr/>
            </p:nvCxnSpPr>
            <p:spPr>
              <a:xfrm>
                <a:off x="4796100" y="4040550"/>
                <a:ext cx="0" cy="65700"/>
              </a:xfrm>
              <a:prstGeom prst="line">
                <a:avLst/>
              </a:prstGeom>
              <a:noFill/>
              <a:ln w="4928" cap="rnd" cmpd="sng" algn="ctr">
                <a:solidFill>
                  <a:srgbClr val="238777"/>
                </a:solidFill>
                <a:prstDash val="solid"/>
                <a:round/>
                <a:headEnd type="none" w="med" len="med"/>
                <a:tailEnd type="none" w="med" len="med"/>
              </a:ln>
              <a:effectLst/>
            </p:spPr>
          </p:cxnSp>
          <p:sp>
            <p:nvSpPr>
              <p:cNvPr id="2890" name="Arrow | other_language_vectors → context_attention_KV | editable arrowhead">
                <a:extLst>
                  <a:ext uri="{FF2B5EF4-FFF2-40B4-BE49-F238E27FC236}">
                    <a16:creationId xmlns:a16="http://schemas.microsoft.com/office/drawing/2014/main" id="{2A63A83A-E097-BF07-5089-70283A5044B8}"/>
                  </a:ext>
                </a:extLst>
              </p:cNvPr>
              <p:cNvSpPr/>
              <p:nvPr/>
            </p:nvSpPr>
            <p:spPr>
              <a:xfrm>
                <a:off x="4783042" y="4075864"/>
                <a:ext cx="26116" cy="30386"/>
              </a:xfrm>
              <a:custGeom>
                <a:avLst/>
                <a:gdLst/>
                <a:ahLst/>
                <a:cxnLst/>
                <a:rect l="0" t="0" r="w" b="h"/>
                <a:pathLst>
                  <a:path w="26116" h="30386" stroke="0" extrusionOk="0">
                    <a:moveTo>
                      <a:pt x="13058" y="30386"/>
                    </a:moveTo>
                    <a:lnTo>
                      <a:pt x="0" y="0"/>
                    </a:lnTo>
                    <a:lnTo>
                      <a:pt x="26116" y="0"/>
                    </a:lnTo>
                    <a:close/>
                  </a:path>
                </a:pathLst>
              </a:custGeom>
              <a:solidFill>
                <a:srgbClr val="238777"/>
              </a:solidFill>
              <a:ln w="1" cap="rnd" cmpd="sng" algn="ctr">
                <a:noFill/>
                <a:prstDash val="solid"/>
                <a:round/>
                <a:headEnd type="none" w="med" len="med"/>
                <a:tailEnd type="none" w="med" len="med"/>
              </a:ln>
              <a:effectLst/>
            </p:spPr>
          </p:sp>
        </p:grpSp>
        <p:sp>
          <p:nvSpPr>
            <p:cNvPr id="2897" name="Text | Q">
              <a:extLst>
                <a:ext uri="{FF2B5EF4-FFF2-40B4-BE49-F238E27FC236}">
                  <a16:creationId xmlns:a16="http://schemas.microsoft.com/office/drawing/2014/main" id="{1D35A764-6EB3-DF22-7BF0-2DD4CC6B463B}"/>
                </a:ext>
              </a:extLst>
            </p:cNvPr>
            <p:cNvSpPr txBox="1"/>
            <p:nvPr/>
          </p:nvSpPr>
          <p:spPr>
            <a:xfrm>
              <a:off x="3877200" y="3960000"/>
              <a:ext cx="85914" cy="107288"/>
            </a:xfrm>
            <a:prstGeom prst="rect">
              <a:avLst/>
            </a:prstGeom>
            <a:noFill/>
            <a:ln>
              <a:noFill/>
            </a:ln>
            <a:effectLst/>
          </p:spPr>
          <p:txBody>
            <a:bodyPr vertOverflow="overflow" horzOverflow="overflow" wrap="none" lIns="0" tIns="0" rIns="0" bIns="0" anchor="t" anchorCtr="0">
              <a:noAutofit/>
            </a:bodyPr>
            <a:lstStyle/>
            <a:p>
              <a:r>
                <a:rPr lang="en-US" sz="426" dirty="0">
                  <a:solidFill>
                    <a:srgbClr val="367FB7"/>
                  </a:solidFill>
                  <a:latin typeface="Arial"/>
                  <a:ea typeface="Arial"/>
                  <a:cs typeface="Arial"/>
                </a:rPr>
                <a:t>Q</a:t>
              </a:r>
              <a:endParaRPr lang="en-US" sz="426"/>
            </a:p>
          </p:txBody>
        </p:sp>
        <p:sp>
          <p:nvSpPr>
            <p:cNvPr id="2898" name="Text | Q">
              <a:extLst>
                <a:ext uri="{FF2B5EF4-FFF2-40B4-BE49-F238E27FC236}">
                  <a16:creationId xmlns:a16="http://schemas.microsoft.com/office/drawing/2014/main" id="{B0C2A33F-9B6B-17FE-A429-1FE6505012F7}"/>
                </a:ext>
              </a:extLst>
            </p:cNvPr>
            <p:cNvSpPr txBox="1"/>
            <p:nvPr/>
          </p:nvSpPr>
          <p:spPr>
            <a:xfrm>
              <a:off x="4327200" y="3960000"/>
              <a:ext cx="85914" cy="107288"/>
            </a:xfrm>
            <a:prstGeom prst="rect">
              <a:avLst/>
            </a:prstGeom>
            <a:noFill/>
            <a:ln>
              <a:noFill/>
            </a:ln>
            <a:effectLst/>
          </p:spPr>
          <p:txBody>
            <a:bodyPr vertOverflow="overflow" horzOverflow="overflow" wrap="none" lIns="0" tIns="0" rIns="0" bIns="0" anchor="t" anchorCtr="0">
              <a:noAutofit/>
            </a:bodyPr>
            <a:lstStyle/>
            <a:p>
              <a:r>
                <a:rPr lang="en-US" sz="426" dirty="0">
                  <a:solidFill>
                    <a:srgbClr val="367FB7"/>
                  </a:solidFill>
                  <a:latin typeface="Arial"/>
                  <a:ea typeface="Arial"/>
                  <a:cs typeface="Arial"/>
                </a:rPr>
                <a:t>Q</a:t>
              </a:r>
              <a:endParaRPr lang="en-US" sz="426"/>
            </a:p>
          </p:txBody>
        </p:sp>
        <p:sp>
          <p:nvSpPr>
            <p:cNvPr id="2899" name="Concatenation">
              <a:extLst>
                <a:ext uri="{FF2B5EF4-FFF2-40B4-BE49-F238E27FC236}">
                  <a16:creationId xmlns:a16="http://schemas.microsoft.com/office/drawing/2014/main" id="{7E3923DA-C6CE-FE49-032A-C69C6D28ADD9}"/>
                </a:ext>
              </a:extLst>
            </p:cNvPr>
            <p:cNvSpPr/>
            <p:nvPr/>
          </p:nvSpPr>
          <p:spPr>
            <a:xfrm>
              <a:off x="4116105" y="4444605"/>
              <a:ext cx="111690" cy="111690"/>
            </a:xfrm>
            <a:prstGeom prst="ellipse">
              <a:avLst/>
            </a:prstGeom>
            <a:solidFill>
              <a:srgbClr val="FFFFFF"/>
            </a:solidFill>
            <a:ln w="5913" cap="rnd" cmpd="sng" algn="ctr">
              <a:solidFill>
                <a:srgbClr val="238777"/>
              </a:solidFill>
              <a:prstDash val="solid"/>
              <a:round/>
              <a:headEnd type="none" w="med" len="med"/>
              <a:tailEnd type="none" w="med" len="med"/>
            </a:ln>
            <a:effectLst/>
          </p:spPr>
        </p:sp>
        <p:cxnSp>
          <p:nvCxnSpPr>
            <p:cNvPr id="2900" name="path_2738">
              <a:extLst>
                <a:ext uri="{FF2B5EF4-FFF2-40B4-BE49-F238E27FC236}">
                  <a16:creationId xmlns:a16="http://schemas.microsoft.com/office/drawing/2014/main" id="{1763A8FA-7351-2816-992E-B443EE461B0D}"/>
                </a:ext>
              </a:extLst>
            </p:cNvPr>
            <p:cNvCxnSpPr/>
            <p:nvPr/>
          </p:nvCxnSpPr>
          <p:spPr>
            <a:xfrm>
              <a:off x="4158810" y="4474170"/>
              <a:ext cx="0" cy="52560"/>
            </a:xfrm>
            <a:prstGeom prst="line">
              <a:avLst/>
            </a:prstGeom>
            <a:noFill/>
            <a:ln w="6570" cap="rnd" cmpd="sng" algn="ctr">
              <a:solidFill>
                <a:srgbClr val="238777"/>
              </a:solidFill>
              <a:prstDash val="solid"/>
              <a:round/>
              <a:headEnd type="none" w="med" len="med"/>
              <a:tailEnd type="none" w="med" len="med"/>
            </a:ln>
            <a:effectLst/>
          </p:spPr>
        </p:cxnSp>
        <p:cxnSp>
          <p:nvCxnSpPr>
            <p:cNvPr id="2901" name="path_2739">
              <a:extLst>
                <a:ext uri="{FF2B5EF4-FFF2-40B4-BE49-F238E27FC236}">
                  <a16:creationId xmlns:a16="http://schemas.microsoft.com/office/drawing/2014/main" id="{DB26D12F-1AC7-BFC3-15A8-AD30D15EC29D}"/>
                </a:ext>
              </a:extLst>
            </p:cNvPr>
            <p:cNvCxnSpPr/>
            <p:nvPr/>
          </p:nvCxnSpPr>
          <p:spPr>
            <a:xfrm>
              <a:off x="4185090" y="4474170"/>
              <a:ext cx="0" cy="52560"/>
            </a:xfrm>
            <a:prstGeom prst="line">
              <a:avLst/>
            </a:prstGeom>
            <a:noFill/>
            <a:ln w="6570" cap="rnd" cmpd="sng" algn="ctr">
              <a:solidFill>
                <a:srgbClr val="238777"/>
              </a:solidFill>
              <a:prstDash val="solid"/>
              <a:round/>
              <a:headEnd type="none" w="med" len="med"/>
              <a:tailEnd type="none" w="med" len="med"/>
            </a:ln>
            <a:effectLst/>
          </p:spPr>
        </p:cxnSp>
        <p:grpSp>
          <p:nvGrpSpPr>
            <p:cNvPr id="2914" name="Identity representation g_k">
              <a:extLst>
                <a:ext uri="{FF2B5EF4-FFF2-40B4-BE49-F238E27FC236}">
                  <a16:creationId xmlns:a16="http://schemas.microsoft.com/office/drawing/2014/main" id="{3E01DB7A-3085-6DD5-5400-5C79E9D82F8B}"/>
                </a:ext>
              </a:extLst>
            </p:cNvPr>
            <p:cNvGrpSpPr/>
            <p:nvPr/>
          </p:nvGrpSpPr>
          <p:grpSpPr>
            <a:xfrm>
              <a:off x="3958425" y="4746825"/>
              <a:ext cx="427050" cy="72270"/>
              <a:chOff x="3958425" y="4746825"/>
              <a:chExt cx="427050" cy="72270"/>
            </a:xfrm>
          </p:grpSpPr>
          <p:sp>
            <p:nvSpPr>
              <p:cNvPr id="2915" name="feature_1">
                <a:extLst>
                  <a:ext uri="{FF2B5EF4-FFF2-40B4-BE49-F238E27FC236}">
                    <a16:creationId xmlns:a16="http://schemas.microsoft.com/office/drawing/2014/main" id="{B40A5DD4-F1FC-50BF-01E7-40B6D2F77A33}"/>
                  </a:ext>
                </a:extLst>
              </p:cNvPr>
              <p:cNvSpPr/>
              <p:nvPr/>
            </p:nvSpPr>
            <p:spPr>
              <a:xfrm>
                <a:off x="3958425" y="4746825"/>
                <a:ext cx="58191" cy="72270"/>
              </a:xfrm>
              <a:prstGeom prst="rect">
                <a:avLst/>
              </a:prstGeom>
              <a:solidFill>
                <a:srgbClr val="3E997E"/>
              </a:solidFill>
              <a:ln w="4599" cap="rnd" cmpd="sng" algn="ctr">
                <a:noFill/>
                <a:prstDash val="solid"/>
                <a:round/>
                <a:headEnd type="none" w="med" len="med"/>
                <a:tailEnd type="none" w="med" len="med"/>
              </a:ln>
              <a:effectLst/>
            </p:spPr>
          </p:sp>
          <p:sp>
            <p:nvSpPr>
              <p:cNvPr id="2916" name="feature_2">
                <a:extLst>
                  <a:ext uri="{FF2B5EF4-FFF2-40B4-BE49-F238E27FC236}">
                    <a16:creationId xmlns:a16="http://schemas.microsoft.com/office/drawing/2014/main" id="{7DC367A4-363C-D00F-50C0-4B0123422DAC}"/>
                  </a:ext>
                </a:extLst>
              </p:cNvPr>
              <p:cNvSpPr/>
              <p:nvPr/>
            </p:nvSpPr>
            <p:spPr>
              <a:xfrm>
                <a:off x="4019901" y="4746825"/>
                <a:ext cx="58191" cy="72270"/>
              </a:xfrm>
              <a:prstGeom prst="rect">
                <a:avLst/>
              </a:prstGeom>
              <a:solidFill>
                <a:srgbClr val="83C2AE"/>
              </a:solidFill>
              <a:ln w="4599" cap="rnd" cmpd="sng" algn="ctr">
                <a:noFill/>
                <a:prstDash val="solid"/>
                <a:round/>
                <a:headEnd type="none" w="med" len="med"/>
                <a:tailEnd type="none" w="med" len="med"/>
              </a:ln>
              <a:effectLst/>
            </p:spPr>
          </p:sp>
          <p:sp>
            <p:nvSpPr>
              <p:cNvPr id="2917" name="feature_3">
                <a:extLst>
                  <a:ext uri="{FF2B5EF4-FFF2-40B4-BE49-F238E27FC236}">
                    <a16:creationId xmlns:a16="http://schemas.microsoft.com/office/drawing/2014/main" id="{2BE27929-AEFF-C8D8-4F79-AF3E498C1AB4}"/>
                  </a:ext>
                </a:extLst>
              </p:cNvPr>
              <p:cNvSpPr/>
              <p:nvPr/>
            </p:nvSpPr>
            <p:spPr>
              <a:xfrm>
                <a:off x="4081378" y="4746825"/>
                <a:ext cx="58191" cy="72270"/>
              </a:xfrm>
              <a:prstGeom prst="rect">
                <a:avLst/>
              </a:prstGeom>
              <a:solidFill>
                <a:srgbClr val="BCDDCF"/>
              </a:solidFill>
              <a:ln w="4599" cap="rnd" cmpd="sng" algn="ctr">
                <a:noFill/>
                <a:prstDash val="solid"/>
                <a:round/>
                <a:headEnd type="none" w="med" len="med"/>
                <a:tailEnd type="none" w="med" len="med"/>
              </a:ln>
              <a:effectLst/>
            </p:spPr>
          </p:sp>
          <p:sp>
            <p:nvSpPr>
              <p:cNvPr id="2918" name="feature_4">
                <a:extLst>
                  <a:ext uri="{FF2B5EF4-FFF2-40B4-BE49-F238E27FC236}">
                    <a16:creationId xmlns:a16="http://schemas.microsoft.com/office/drawing/2014/main" id="{D220A6AA-F331-B6DE-5D0B-DD84F409F729}"/>
                  </a:ext>
                </a:extLst>
              </p:cNvPr>
              <p:cNvSpPr/>
              <p:nvPr/>
            </p:nvSpPr>
            <p:spPr>
              <a:xfrm>
                <a:off x="4142854" y="4746825"/>
                <a:ext cx="58191" cy="72270"/>
              </a:xfrm>
              <a:prstGeom prst="rect">
                <a:avLst/>
              </a:prstGeom>
              <a:solidFill>
                <a:srgbClr val="68AB97"/>
              </a:solidFill>
              <a:ln w="4599" cap="rnd" cmpd="sng" algn="ctr">
                <a:noFill/>
                <a:prstDash val="solid"/>
                <a:round/>
                <a:headEnd type="none" w="med" len="med"/>
                <a:tailEnd type="none" w="med" len="med"/>
              </a:ln>
              <a:effectLst/>
            </p:spPr>
          </p:sp>
          <p:sp>
            <p:nvSpPr>
              <p:cNvPr id="2919" name="feature_5">
                <a:extLst>
                  <a:ext uri="{FF2B5EF4-FFF2-40B4-BE49-F238E27FC236}">
                    <a16:creationId xmlns:a16="http://schemas.microsoft.com/office/drawing/2014/main" id="{A399EE2B-2AE7-A896-878F-E771388F7201}"/>
                  </a:ext>
                </a:extLst>
              </p:cNvPr>
              <p:cNvSpPr/>
              <p:nvPr/>
            </p:nvSpPr>
            <p:spPr>
              <a:xfrm>
                <a:off x="4204331" y="4746825"/>
                <a:ext cx="58191" cy="72270"/>
              </a:xfrm>
              <a:prstGeom prst="rect">
                <a:avLst/>
              </a:prstGeom>
              <a:solidFill>
                <a:srgbClr val="3E997E"/>
              </a:solidFill>
              <a:ln w="4599" cap="rnd" cmpd="sng" algn="ctr">
                <a:noFill/>
                <a:prstDash val="solid"/>
                <a:round/>
                <a:headEnd type="none" w="med" len="med"/>
                <a:tailEnd type="none" w="med" len="med"/>
              </a:ln>
              <a:effectLst/>
            </p:spPr>
          </p:sp>
          <p:sp>
            <p:nvSpPr>
              <p:cNvPr id="2920" name="feature_6">
                <a:extLst>
                  <a:ext uri="{FF2B5EF4-FFF2-40B4-BE49-F238E27FC236}">
                    <a16:creationId xmlns:a16="http://schemas.microsoft.com/office/drawing/2014/main" id="{9A2BE2D4-0A05-8B8D-1A51-A08D13974AF1}"/>
                  </a:ext>
                </a:extLst>
              </p:cNvPr>
              <p:cNvSpPr/>
              <p:nvPr/>
            </p:nvSpPr>
            <p:spPr>
              <a:xfrm>
                <a:off x="4265807" y="4746825"/>
                <a:ext cx="58191" cy="72270"/>
              </a:xfrm>
              <a:prstGeom prst="rect">
                <a:avLst/>
              </a:prstGeom>
              <a:solidFill>
                <a:srgbClr val="83C2AE"/>
              </a:solidFill>
              <a:ln w="4599" cap="rnd" cmpd="sng" algn="ctr">
                <a:noFill/>
                <a:prstDash val="solid"/>
                <a:round/>
                <a:headEnd type="none" w="med" len="med"/>
                <a:tailEnd type="none" w="med" len="med"/>
              </a:ln>
              <a:effectLst/>
            </p:spPr>
          </p:sp>
          <p:sp>
            <p:nvSpPr>
              <p:cNvPr id="2921" name="feature_7">
                <a:extLst>
                  <a:ext uri="{FF2B5EF4-FFF2-40B4-BE49-F238E27FC236}">
                    <a16:creationId xmlns:a16="http://schemas.microsoft.com/office/drawing/2014/main" id="{14CE1203-C067-5082-21AC-8A6C66FA1EDD}"/>
                  </a:ext>
                </a:extLst>
              </p:cNvPr>
              <p:cNvSpPr/>
              <p:nvPr/>
            </p:nvSpPr>
            <p:spPr>
              <a:xfrm>
                <a:off x="4327284" y="4746825"/>
                <a:ext cx="58191" cy="72270"/>
              </a:xfrm>
              <a:prstGeom prst="rect">
                <a:avLst/>
              </a:prstGeom>
              <a:solidFill>
                <a:srgbClr val="BCDDCF"/>
              </a:solidFill>
              <a:ln w="4599" cap="rnd" cmpd="sng" algn="ctr">
                <a:noFill/>
                <a:prstDash val="solid"/>
                <a:round/>
                <a:headEnd type="none" w="med" len="med"/>
                <a:tailEnd type="none" w="med" len="med"/>
              </a:ln>
              <a:effectLst/>
            </p:spPr>
          </p:sp>
        </p:grpSp>
        <p:grpSp>
          <p:nvGrpSpPr>
            <p:cNvPr id="2922" name="Formula | g_k">
              <a:extLst>
                <a:ext uri="{FF2B5EF4-FFF2-40B4-BE49-F238E27FC236}">
                  <a16:creationId xmlns:a16="http://schemas.microsoft.com/office/drawing/2014/main" id="{53BFAA47-BA21-39BF-D8F4-399DB345D160}"/>
                </a:ext>
              </a:extLst>
            </p:cNvPr>
            <p:cNvGrpSpPr/>
            <p:nvPr/>
          </p:nvGrpSpPr>
          <p:grpSpPr>
            <a:xfrm>
              <a:off x="4467600" y="4713975"/>
              <a:ext cx="127544" cy="149738"/>
              <a:chOff x="4467600" y="4713975"/>
              <a:chExt cx="127544" cy="149738"/>
            </a:xfrm>
          </p:grpSpPr>
          <p:sp>
            <p:nvSpPr>
              <p:cNvPr id="2923" name="Text | g">
                <a:extLst>
                  <a:ext uri="{FF2B5EF4-FFF2-40B4-BE49-F238E27FC236}">
                    <a16:creationId xmlns:a16="http://schemas.microsoft.com/office/drawing/2014/main" id="{2A70608E-1561-48A3-90A9-F438EB9F64C5}"/>
                  </a:ext>
                </a:extLst>
              </p:cNvPr>
              <p:cNvSpPr txBox="1"/>
              <p:nvPr/>
            </p:nvSpPr>
            <p:spPr>
              <a:xfrm>
                <a:off x="4467600" y="4713975"/>
                <a:ext cx="100284" cy="144606"/>
              </a:xfrm>
              <a:prstGeom prst="rect">
                <a:avLst/>
              </a:prstGeom>
              <a:noFill/>
              <a:ln>
                <a:noFill/>
              </a:ln>
              <a:effectLst/>
            </p:spPr>
            <p:txBody>
              <a:bodyPr vertOverflow="overflow" horzOverflow="overflow" wrap="none" lIns="0" tIns="0" rIns="0" bIns="0" anchor="t" anchorCtr="0">
                <a:noAutofit/>
              </a:bodyPr>
              <a:lstStyle/>
              <a:p>
                <a:r>
                  <a:rPr lang="en-US" sz="574" i="1" dirty="0">
                    <a:solidFill>
                      <a:srgbClr val="1D3043"/>
                    </a:solidFill>
                    <a:latin typeface="Arial"/>
                    <a:ea typeface="Arial"/>
                    <a:cs typeface="Arial"/>
                  </a:rPr>
                  <a:t>g</a:t>
                </a:r>
                <a:endParaRPr lang="en-US" sz="574"/>
              </a:p>
            </p:txBody>
          </p:sp>
          <p:sp>
            <p:nvSpPr>
              <p:cNvPr id="2924" name="Text | k">
                <a:extLst>
                  <a:ext uri="{FF2B5EF4-FFF2-40B4-BE49-F238E27FC236}">
                    <a16:creationId xmlns:a16="http://schemas.microsoft.com/office/drawing/2014/main" id="{02AA6AAC-B1ED-5148-707E-CAD8DC6C20CF}"/>
                  </a:ext>
                </a:extLst>
              </p:cNvPr>
              <p:cNvSpPr txBox="1"/>
              <p:nvPr/>
            </p:nvSpPr>
            <p:spPr>
              <a:xfrm>
                <a:off x="4532241" y="4774058"/>
                <a:ext cx="62903" cy="89656"/>
              </a:xfrm>
              <a:prstGeom prst="rect">
                <a:avLst/>
              </a:prstGeom>
              <a:noFill/>
              <a:ln>
                <a:noFill/>
              </a:ln>
              <a:effectLst/>
            </p:spPr>
            <p:txBody>
              <a:bodyPr vertOverflow="overflow" horzOverflow="overflow" wrap="none" lIns="0" tIns="0" rIns="0" bIns="0" anchor="t" anchorCtr="0">
                <a:noAutofit/>
              </a:bodyPr>
              <a:lstStyle/>
              <a:p>
                <a:r>
                  <a:rPr lang="en-US" sz="356" i="1" dirty="0">
                    <a:solidFill>
                      <a:srgbClr val="1D3043"/>
                    </a:solidFill>
                    <a:latin typeface="Arial"/>
                    <a:ea typeface="Arial"/>
                    <a:cs typeface="Arial"/>
                  </a:rPr>
                  <a:t>k</a:t>
                </a:r>
                <a:endParaRPr lang="en-US" sz="356"/>
              </a:p>
            </p:txBody>
          </p:sp>
        </p:grpSp>
        <p:sp>
          <p:nvSpPr>
            <p:cNvPr id="2931" name="Operation | Cosine score">
              <a:extLst>
                <a:ext uri="{FF2B5EF4-FFF2-40B4-BE49-F238E27FC236}">
                  <a16:creationId xmlns:a16="http://schemas.microsoft.com/office/drawing/2014/main" id="{E8BC5651-D9F0-2C08-8B2E-34592716979F}"/>
                </a:ext>
              </a:extLst>
            </p:cNvPr>
            <p:cNvSpPr/>
            <p:nvPr/>
          </p:nvSpPr>
          <p:spPr>
            <a:xfrm>
              <a:off x="3444322" y="5022765"/>
              <a:ext cx="535455" cy="157680"/>
            </a:xfrm>
            <a:prstGeom prst="roundRect">
              <a:avLst>
                <a:gd name="adj" fmla="val 18750"/>
              </a:avLst>
            </a:prstGeom>
            <a:solidFill>
              <a:srgbClr val="FFFFFF"/>
            </a:solidFill>
            <a:ln w="4928" cap="rnd" cmpd="sng" algn="ctr">
              <a:solidFill>
                <a:srgbClr val="238777"/>
              </a:solidFill>
              <a:prstDash val="solid"/>
              <a:round/>
              <a:headEnd type="none" w="med" len="med"/>
              <a:tailEnd type="none" w="med" len="med"/>
            </a:ln>
            <a:effectLst/>
          </p:spPr>
        </p:sp>
        <p:sp>
          <p:nvSpPr>
            <p:cNvPr id="2932" name="Text | Cosine score">
              <a:extLst>
                <a:ext uri="{FF2B5EF4-FFF2-40B4-BE49-F238E27FC236}">
                  <a16:creationId xmlns:a16="http://schemas.microsoft.com/office/drawing/2014/main" id="{B858507B-5C65-DCC8-7437-D21EEFD08FF9}"/>
                </a:ext>
              </a:extLst>
            </p:cNvPr>
            <p:cNvSpPr txBox="1"/>
            <p:nvPr/>
          </p:nvSpPr>
          <p:spPr>
            <a:xfrm>
              <a:off x="3416654" y="5049571"/>
              <a:ext cx="590792" cy="111953"/>
            </a:xfrm>
            <a:prstGeom prst="rect">
              <a:avLst/>
            </a:prstGeom>
            <a:noFill/>
            <a:ln>
              <a:noFill/>
            </a:ln>
            <a:effectLst/>
          </p:spPr>
          <p:txBody>
            <a:bodyPr vertOverflow="overflow" horzOverflow="overflow" wrap="none" lIns="0" tIns="0" rIns="0" bIns="0" anchor="t" anchorCtr="0">
              <a:noAutofit/>
            </a:bodyPr>
            <a:lstStyle/>
            <a:p>
              <a:pPr algn="ctr"/>
              <a:r>
                <a:rPr lang="en-US" sz="445" b="1" dirty="0">
                  <a:solidFill>
                    <a:srgbClr val="238777"/>
                  </a:solidFill>
                  <a:latin typeface="Arial"/>
                  <a:ea typeface="Arial"/>
                  <a:cs typeface="Arial"/>
                </a:rPr>
                <a:t>Cosine score</a:t>
              </a:r>
              <a:endParaRPr lang="en-US" sz="445"/>
            </a:p>
          </p:txBody>
        </p:sp>
        <p:sp>
          <p:nvSpPr>
            <p:cNvPr id="2933" name="Text | Learned projections">
              <a:extLst>
                <a:ext uri="{FF2B5EF4-FFF2-40B4-BE49-F238E27FC236}">
                  <a16:creationId xmlns:a16="http://schemas.microsoft.com/office/drawing/2014/main" id="{BEF5FE62-3F25-B13B-29E6-53963818B51A}"/>
                </a:ext>
              </a:extLst>
            </p:cNvPr>
            <p:cNvSpPr txBox="1"/>
            <p:nvPr/>
          </p:nvSpPr>
          <p:spPr>
            <a:xfrm>
              <a:off x="3325656" y="5206725"/>
              <a:ext cx="772787"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Learned projections</a:t>
              </a:r>
              <a:endParaRPr lang="en-US" sz="426"/>
            </a:p>
          </p:txBody>
        </p:sp>
        <p:grpSp>
          <p:nvGrpSpPr>
            <p:cNvPr id="2934" name="Arrow | score → identity_matrix">
              <a:extLst>
                <a:ext uri="{FF2B5EF4-FFF2-40B4-BE49-F238E27FC236}">
                  <a16:creationId xmlns:a16="http://schemas.microsoft.com/office/drawing/2014/main" id="{674C7BE5-4011-40EE-3EA9-31167621337B}"/>
                </a:ext>
              </a:extLst>
            </p:cNvPr>
            <p:cNvGrpSpPr/>
            <p:nvPr/>
          </p:nvGrpSpPr>
          <p:grpSpPr>
            <a:xfrm>
              <a:off x="4001130" y="5088334"/>
              <a:ext cx="295650" cy="26543"/>
              <a:chOff x="4001130" y="5088334"/>
              <a:chExt cx="295650" cy="26543"/>
            </a:xfrm>
          </p:grpSpPr>
          <p:cxnSp>
            <p:nvCxnSpPr>
              <p:cNvPr id="2935" name="Arrow | score → identity_matrix | path">
                <a:extLst>
                  <a:ext uri="{FF2B5EF4-FFF2-40B4-BE49-F238E27FC236}">
                    <a16:creationId xmlns:a16="http://schemas.microsoft.com/office/drawing/2014/main" id="{B492B4C8-A687-6EEC-38CB-77D8B75D6794}"/>
                  </a:ext>
                </a:extLst>
              </p:cNvPr>
              <p:cNvCxnSpPr/>
              <p:nvPr/>
            </p:nvCxnSpPr>
            <p:spPr>
              <a:xfrm>
                <a:off x="4001130" y="5101605"/>
                <a:ext cx="295650" cy="0"/>
              </a:xfrm>
              <a:prstGeom prst="line">
                <a:avLst/>
              </a:prstGeom>
              <a:noFill/>
              <a:ln w="5256" cap="rnd" cmpd="sng" algn="ctr">
                <a:solidFill>
                  <a:srgbClr val="238777"/>
                </a:solidFill>
                <a:prstDash val="solid"/>
                <a:round/>
                <a:headEnd type="none" w="med" len="med"/>
                <a:tailEnd type="none" w="med" len="med"/>
              </a:ln>
              <a:effectLst/>
            </p:spPr>
          </p:cxnSp>
          <p:sp>
            <p:nvSpPr>
              <p:cNvPr id="2936" name="Arrow | score → identity_matrix | editable arrowhead">
                <a:extLst>
                  <a:ext uri="{FF2B5EF4-FFF2-40B4-BE49-F238E27FC236}">
                    <a16:creationId xmlns:a16="http://schemas.microsoft.com/office/drawing/2014/main" id="{601AA8B8-35DA-6A6A-63DD-80806588A95E}"/>
                  </a:ext>
                </a:extLst>
              </p:cNvPr>
              <p:cNvSpPr/>
              <p:nvPr/>
            </p:nvSpPr>
            <p:spPr>
              <a:xfrm>
                <a:off x="4265901" y="5088334"/>
                <a:ext cx="30879" cy="26543"/>
              </a:xfrm>
              <a:custGeom>
                <a:avLst/>
                <a:gdLst/>
                <a:ahLst/>
                <a:cxnLst/>
                <a:rect l="0" t="0" r="w" b="h"/>
                <a:pathLst>
                  <a:path w="30879" h="26543" stroke="0" extrusionOk="0">
                    <a:moveTo>
                      <a:pt x="30879" y="13271"/>
                    </a:moveTo>
                    <a:lnTo>
                      <a:pt x="0" y="26543"/>
                    </a:lnTo>
                    <a:lnTo>
                      <a:pt x="0" y="0"/>
                    </a:lnTo>
                    <a:close/>
                  </a:path>
                </a:pathLst>
              </a:custGeom>
              <a:solidFill>
                <a:srgbClr val="238777"/>
              </a:solidFill>
              <a:ln w="1" cap="rnd" cmpd="sng" algn="ctr">
                <a:noFill/>
                <a:prstDash val="solid"/>
                <a:round/>
                <a:headEnd type="none" w="med" len="med"/>
                <a:tailEnd type="none" w="med" len="med"/>
              </a:ln>
              <a:effectLst/>
            </p:spPr>
          </p:sp>
        </p:grpSp>
        <p:grpSp>
          <p:nvGrpSpPr>
            <p:cNvPr id="2937" name="Match | J × K identity scores, separate foreground output">
              <a:extLst>
                <a:ext uri="{FF2B5EF4-FFF2-40B4-BE49-F238E27FC236}">
                  <a16:creationId xmlns:a16="http://schemas.microsoft.com/office/drawing/2014/main" id="{161F1905-32C1-A2BC-A7D6-8B9DDB8ECAA0}"/>
                </a:ext>
              </a:extLst>
            </p:cNvPr>
            <p:cNvGrpSpPr/>
            <p:nvPr/>
          </p:nvGrpSpPr>
          <p:grpSpPr>
            <a:xfrm>
              <a:off x="4307399" y="4851945"/>
              <a:ext cx="488195" cy="419133"/>
              <a:chOff x="4307399" y="4851945"/>
              <a:chExt cx="488195" cy="419133"/>
            </a:xfrm>
          </p:grpSpPr>
          <p:sp>
            <p:nvSpPr>
              <p:cNvPr id="2938" name="Text | B1">
                <a:extLst>
                  <a:ext uri="{FF2B5EF4-FFF2-40B4-BE49-F238E27FC236}">
                    <a16:creationId xmlns:a16="http://schemas.microsoft.com/office/drawing/2014/main" id="{9822EE6F-473F-4322-D0BB-950E5AA4DAD5}"/>
                  </a:ext>
                </a:extLst>
              </p:cNvPr>
              <p:cNvSpPr txBox="1"/>
              <p:nvPr/>
            </p:nvSpPr>
            <p:spPr>
              <a:xfrm>
                <a:off x="4307399" y="4956309"/>
                <a:ext cx="117496" cy="97959"/>
              </a:xfrm>
              <a:prstGeom prst="rect">
                <a:avLst/>
              </a:prstGeom>
              <a:noFill/>
              <a:ln>
                <a:noFill/>
              </a:ln>
              <a:effectLst/>
            </p:spPr>
            <p:txBody>
              <a:bodyPr vertOverflow="overflow" horzOverflow="overflow" wrap="none" lIns="0" tIns="0" rIns="0" bIns="0" anchor="t" anchorCtr="0">
                <a:noAutofit/>
              </a:bodyPr>
              <a:lstStyle/>
              <a:p>
                <a:pPr algn="r"/>
                <a:r>
                  <a:rPr lang="en-US" sz="389" dirty="0">
                    <a:solidFill>
                      <a:srgbClr val="1D3043"/>
                    </a:solidFill>
                    <a:latin typeface="Arial"/>
                    <a:ea typeface="Arial"/>
                    <a:cs typeface="Arial"/>
                  </a:rPr>
                  <a:t>B1</a:t>
                </a:r>
                <a:endParaRPr lang="en-US" sz="389"/>
              </a:p>
            </p:txBody>
          </p:sp>
          <p:sp>
            <p:nvSpPr>
              <p:cNvPr id="2939" name="Text | B2">
                <a:extLst>
                  <a:ext uri="{FF2B5EF4-FFF2-40B4-BE49-F238E27FC236}">
                    <a16:creationId xmlns:a16="http://schemas.microsoft.com/office/drawing/2014/main" id="{C96B55EE-05B3-5548-E7E5-3C0E4CA334F7}"/>
                  </a:ext>
                </a:extLst>
              </p:cNvPr>
              <p:cNvSpPr txBox="1"/>
              <p:nvPr/>
            </p:nvSpPr>
            <p:spPr>
              <a:xfrm>
                <a:off x="4307399" y="5064714"/>
                <a:ext cx="117496" cy="97959"/>
              </a:xfrm>
              <a:prstGeom prst="rect">
                <a:avLst/>
              </a:prstGeom>
              <a:noFill/>
              <a:ln>
                <a:noFill/>
              </a:ln>
              <a:effectLst/>
            </p:spPr>
            <p:txBody>
              <a:bodyPr vertOverflow="overflow" horzOverflow="overflow" wrap="none" lIns="0" tIns="0" rIns="0" bIns="0" anchor="t" anchorCtr="0">
                <a:noAutofit/>
              </a:bodyPr>
              <a:lstStyle/>
              <a:p>
                <a:pPr algn="r"/>
                <a:r>
                  <a:rPr lang="en-US" sz="389" dirty="0">
                    <a:solidFill>
                      <a:srgbClr val="1D3043"/>
                    </a:solidFill>
                    <a:latin typeface="Arial"/>
                    <a:ea typeface="Arial"/>
                    <a:cs typeface="Arial"/>
                  </a:rPr>
                  <a:t>B2</a:t>
                </a:r>
                <a:endParaRPr lang="en-US" sz="389"/>
              </a:p>
            </p:txBody>
          </p:sp>
          <p:sp>
            <p:nvSpPr>
              <p:cNvPr id="2940" name="Text | B3">
                <a:extLst>
                  <a:ext uri="{FF2B5EF4-FFF2-40B4-BE49-F238E27FC236}">
                    <a16:creationId xmlns:a16="http://schemas.microsoft.com/office/drawing/2014/main" id="{72A7F7AA-2F23-8994-06A2-863D7A81095C}"/>
                  </a:ext>
                </a:extLst>
              </p:cNvPr>
              <p:cNvSpPr txBox="1"/>
              <p:nvPr/>
            </p:nvSpPr>
            <p:spPr>
              <a:xfrm>
                <a:off x="4307399" y="5173119"/>
                <a:ext cx="117496" cy="97959"/>
              </a:xfrm>
              <a:prstGeom prst="rect">
                <a:avLst/>
              </a:prstGeom>
              <a:noFill/>
              <a:ln>
                <a:noFill/>
              </a:ln>
              <a:effectLst/>
            </p:spPr>
            <p:txBody>
              <a:bodyPr vertOverflow="overflow" horzOverflow="overflow" wrap="none" lIns="0" tIns="0" rIns="0" bIns="0" anchor="t" anchorCtr="0">
                <a:noAutofit/>
              </a:bodyPr>
              <a:lstStyle/>
              <a:p>
                <a:pPr algn="r"/>
                <a:r>
                  <a:rPr lang="en-US" sz="389" dirty="0">
                    <a:solidFill>
                      <a:srgbClr val="1D3043"/>
                    </a:solidFill>
                    <a:latin typeface="Arial"/>
                    <a:ea typeface="Arial"/>
                    <a:cs typeface="Arial"/>
                  </a:rPr>
                  <a:t>B3</a:t>
                </a:r>
                <a:endParaRPr lang="en-US" sz="389"/>
              </a:p>
            </p:txBody>
          </p:sp>
          <p:sp>
            <p:nvSpPr>
              <p:cNvPr id="2941" name="Text | S1">
                <a:extLst>
                  <a:ext uri="{FF2B5EF4-FFF2-40B4-BE49-F238E27FC236}">
                    <a16:creationId xmlns:a16="http://schemas.microsoft.com/office/drawing/2014/main" id="{91015A31-6306-56E2-21A1-4E5BBEC5A9F8}"/>
                  </a:ext>
                </a:extLst>
              </p:cNvPr>
              <p:cNvSpPr txBox="1"/>
              <p:nvPr/>
            </p:nvSpPr>
            <p:spPr>
              <a:xfrm>
                <a:off x="4464822" y="4851945"/>
                <a:ext cx="113961" cy="97959"/>
              </a:xfrm>
              <a:prstGeom prst="rect">
                <a:avLst/>
              </a:prstGeom>
              <a:noFill/>
              <a:ln>
                <a:noFill/>
              </a:ln>
              <a:effectLst/>
            </p:spPr>
            <p:txBody>
              <a:bodyPr vertOverflow="overflow" horzOverflow="overflow" wrap="none" lIns="0" tIns="0" rIns="0" bIns="0" anchor="t" anchorCtr="0">
                <a:noAutofit/>
              </a:bodyPr>
              <a:lstStyle/>
              <a:p>
                <a:pPr algn="ctr"/>
                <a:r>
                  <a:rPr lang="en-US" sz="389" dirty="0">
                    <a:solidFill>
                      <a:srgbClr val="1D3043"/>
                    </a:solidFill>
                    <a:latin typeface="Arial"/>
                    <a:ea typeface="Arial"/>
                    <a:cs typeface="Arial"/>
                  </a:rPr>
                  <a:t>S1</a:t>
                </a:r>
                <a:endParaRPr lang="en-US" sz="389"/>
              </a:p>
            </p:txBody>
          </p:sp>
          <p:sp>
            <p:nvSpPr>
              <p:cNvPr id="2942" name="Text | S2">
                <a:extLst>
                  <a:ext uri="{FF2B5EF4-FFF2-40B4-BE49-F238E27FC236}">
                    <a16:creationId xmlns:a16="http://schemas.microsoft.com/office/drawing/2014/main" id="{8A1EACCC-3FE6-8302-D436-934089067C74}"/>
                  </a:ext>
                </a:extLst>
              </p:cNvPr>
              <p:cNvSpPr txBox="1"/>
              <p:nvPr/>
            </p:nvSpPr>
            <p:spPr>
              <a:xfrm>
                <a:off x="4573227" y="4851945"/>
                <a:ext cx="113961" cy="97959"/>
              </a:xfrm>
              <a:prstGeom prst="rect">
                <a:avLst/>
              </a:prstGeom>
              <a:noFill/>
              <a:ln>
                <a:noFill/>
              </a:ln>
              <a:effectLst/>
            </p:spPr>
            <p:txBody>
              <a:bodyPr vertOverflow="overflow" horzOverflow="overflow" wrap="none" lIns="0" tIns="0" rIns="0" bIns="0" anchor="t" anchorCtr="0">
                <a:noAutofit/>
              </a:bodyPr>
              <a:lstStyle/>
              <a:p>
                <a:pPr algn="ctr"/>
                <a:r>
                  <a:rPr lang="en-US" sz="389" dirty="0">
                    <a:solidFill>
                      <a:srgbClr val="1D3043"/>
                    </a:solidFill>
                    <a:latin typeface="Arial"/>
                    <a:ea typeface="Arial"/>
                    <a:cs typeface="Arial"/>
                  </a:rPr>
                  <a:t>S2</a:t>
                </a:r>
                <a:endParaRPr lang="en-US" sz="389"/>
              </a:p>
            </p:txBody>
          </p:sp>
          <p:sp>
            <p:nvSpPr>
              <p:cNvPr id="2943" name="Text | S3">
                <a:extLst>
                  <a:ext uri="{FF2B5EF4-FFF2-40B4-BE49-F238E27FC236}">
                    <a16:creationId xmlns:a16="http://schemas.microsoft.com/office/drawing/2014/main" id="{4C2901BA-AA66-23CB-EFF8-A831C9700882}"/>
                  </a:ext>
                </a:extLst>
              </p:cNvPr>
              <p:cNvSpPr txBox="1"/>
              <p:nvPr/>
            </p:nvSpPr>
            <p:spPr>
              <a:xfrm>
                <a:off x="4681632" y="4851945"/>
                <a:ext cx="113961" cy="97959"/>
              </a:xfrm>
              <a:prstGeom prst="rect">
                <a:avLst/>
              </a:prstGeom>
              <a:noFill/>
              <a:ln>
                <a:noFill/>
              </a:ln>
              <a:effectLst/>
            </p:spPr>
            <p:txBody>
              <a:bodyPr vertOverflow="overflow" horzOverflow="overflow" wrap="none" lIns="0" tIns="0" rIns="0" bIns="0" anchor="t" anchorCtr="0">
                <a:noAutofit/>
              </a:bodyPr>
              <a:lstStyle/>
              <a:p>
                <a:pPr algn="ctr"/>
                <a:r>
                  <a:rPr lang="en-US" sz="389" dirty="0">
                    <a:solidFill>
                      <a:srgbClr val="1D3043"/>
                    </a:solidFill>
                    <a:latin typeface="Arial"/>
                    <a:ea typeface="Arial"/>
                    <a:cs typeface="Arial"/>
                  </a:rPr>
                  <a:t>S3</a:t>
                </a:r>
                <a:endParaRPr lang="en-US" sz="389"/>
              </a:p>
            </p:txBody>
          </p:sp>
          <p:sp>
            <p:nvSpPr>
              <p:cNvPr id="2944" name="Score B1, S1 | illustrative">
                <a:extLst>
                  <a:ext uri="{FF2B5EF4-FFF2-40B4-BE49-F238E27FC236}">
                    <a16:creationId xmlns:a16="http://schemas.microsoft.com/office/drawing/2014/main" id="{A616367F-40A2-D9E1-36CE-B1574BFACDAF}"/>
                  </a:ext>
                </a:extLst>
              </p:cNvPr>
              <p:cNvSpPr/>
              <p:nvPr/>
            </p:nvSpPr>
            <p:spPr>
              <a:xfrm>
                <a:off x="4467600" y="4950495"/>
                <a:ext cx="102492" cy="102492"/>
              </a:xfrm>
              <a:prstGeom prst="rect">
                <a:avLst/>
              </a:prstGeom>
              <a:solidFill>
                <a:srgbClr val="C5DEDB"/>
              </a:solidFill>
              <a:ln w="4599" cap="rnd" cmpd="sng" algn="ctr">
                <a:noFill/>
                <a:prstDash val="solid"/>
                <a:round/>
                <a:headEnd type="none" w="med" len="med"/>
                <a:tailEnd type="none" w="med" len="med"/>
              </a:ln>
              <a:effectLst/>
            </p:spPr>
          </p:sp>
          <p:sp>
            <p:nvSpPr>
              <p:cNvPr id="2945" name="Score B1, S2 | illustrative">
                <a:extLst>
                  <a:ext uri="{FF2B5EF4-FFF2-40B4-BE49-F238E27FC236}">
                    <a16:creationId xmlns:a16="http://schemas.microsoft.com/office/drawing/2014/main" id="{5CFDED13-DB4C-07C3-C83C-6174CD03AC8B}"/>
                  </a:ext>
                </a:extLst>
              </p:cNvPr>
              <p:cNvSpPr/>
              <p:nvPr/>
            </p:nvSpPr>
            <p:spPr>
              <a:xfrm>
                <a:off x="4576005" y="4950495"/>
                <a:ext cx="102492" cy="102492"/>
              </a:xfrm>
              <a:prstGeom prst="rect">
                <a:avLst/>
              </a:prstGeom>
              <a:solidFill>
                <a:srgbClr val="3C9486"/>
              </a:solidFill>
              <a:ln w="4599" cap="rnd" cmpd="sng" algn="ctr">
                <a:noFill/>
                <a:prstDash val="solid"/>
                <a:round/>
                <a:headEnd type="none" w="med" len="med"/>
                <a:tailEnd type="none" w="med" len="med"/>
              </a:ln>
              <a:effectLst/>
            </p:spPr>
          </p:sp>
          <p:sp>
            <p:nvSpPr>
              <p:cNvPr id="2946" name="Score B1, S3 | illustrative">
                <a:extLst>
                  <a:ext uri="{FF2B5EF4-FFF2-40B4-BE49-F238E27FC236}">
                    <a16:creationId xmlns:a16="http://schemas.microsoft.com/office/drawing/2014/main" id="{C38651FC-DC21-235C-A98B-89D783AF7489}"/>
                  </a:ext>
                </a:extLst>
              </p:cNvPr>
              <p:cNvSpPr/>
              <p:nvPr/>
            </p:nvSpPr>
            <p:spPr>
              <a:xfrm>
                <a:off x="4684410" y="4950495"/>
                <a:ext cx="102492" cy="102492"/>
              </a:xfrm>
              <a:prstGeom prst="rect">
                <a:avLst/>
              </a:prstGeom>
              <a:solidFill>
                <a:srgbClr val="D1E4E3"/>
              </a:solidFill>
              <a:ln w="4599" cap="rnd" cmpd="sng" algn="ctr">
                <a:noFill/>
                <a:prstDash val="solid"/>
                <a:round/>
                <a:headEnd type="none" w="med" len="med"/>
                <a:tailEnd type="none" w="med" len="med"/>
              </a:ln>
              <a:effectLst/>
            </p:spPr>
          </p:sp>
          <p:sp>
            <p:nvSpPr>
              <p:cNvPr id="2947" name="Score B2, S1 | illustrative">
                <a:extLst>
                  <a:ext uri="{FF2B5EF4-FFF2-40B4-BE49-F238E27FC236}">
                    <a16:creationId xmlns:a16="http://schemas.microsoft.com/office/drawing/2014/main" id="{470DAB56-3A83-02FB-704D-505A05CF0DEC}"/>
                  </a:ext>
                </a:extLst>
              </p:cNvPr>
              <p:cNvSpPr/>
              <p:nvPr/>
            </p:nvSpPr>
            <p:spPr>
              <a:xfrm>
                <a:off x="4467600" y="5058900"/>
                <a:ext cx="102492" cy="102492"/>
              </a:xfrm>
              <a:prstGeom prst="rect">
                <a:avLst/>
              </a:prstGeom>
              <a:solidFill>
                <a:srgbClr val="CBE1DF"/>
              </a:solidFill>
              <a:ln w="4599" cap="rnd" cmpd="sng" algn="ctr">
                <a:noFill/>
                <a:prstDash val="solid"/>
                <a:round/>
                <a:headEnd type="none" w="med" len="med"/>
                <a:tailEnd type="none" w="med" len="med"/>
              </a:ln>
              <a:effectLst/>
            </p:spPr>
          </p:sp>
          <p:sp>
            <p:nvSpPr>
              <p:cNvPr id="2948" name="Score B2, S2 | illustrative">
                <a:extLst>
                  <a:ext uri="{FF2B5EF4-FFF2-40B4-BE49-F238E27FC236}">
                    <a16:creationId xmlns:a16="http://schemas.microsoft.com/office/drawing/2014/main" id="{BFEEF4EF-563B-750C-A617-097B36DA1186}"/>
                  </a:ext>
                </a:extLst>
              </p:cNvPr>
              <p:cNvSpPr/>
              <p:nvPr/>
            </p:nvSpPr>
            <p:spPr>
              <a:xfrm>
                <a:off x="4576005" y="5058900"/>
                <a:ext cx="102492" cy="102492"/>
              </a:xfrm>
              <a:prstGeom prst="rect">
                <a:avLst/>
              </a:prstGeom>
              <a:solidFill>
                <a:srgbClr val="509F93"/>
              </a:solidFill>
              <a:ln w="4599" cap="rnd" cmpd="sng" algn="ctr">
                <a:noFill/>
                <a:prstDash val="solid"/>
                <a:round/>
                <a:headEnd type="none" w="med" len="med"/>
                <a:tailEnd type="none" w="med" len="med"/>
              </a:ln>
              <a:effectLst/>
            </p:spPr>
          </p:sp>
          <p:sp>
            <p:nvSpPr>
              <p:cNvPr id="2949" name="Score B2, S3 | illustrative">
                <a:extLst>
                  <a:ext uri="{FF2B5EF4-FFF2-40B4-BE49-F238E27FC236}">
                    <a16:creationId xmlns:a16="http://schemas.microsoft.com/office/drawing/2014/main" id="{96E4D74E-C099-79D6-EA51-D1F96D228FF0}"/>
                  </a:ext>
                </a:extLst>
              </p:cNvPr>
              <p:cNvSpPr/>
              <p:nvPr/>
            </p:nvSpPr>
            <p:spPr>
              <a:xfrm>
                <a:off x="4684410" y="5058900"/>
                <a:ext cx="102492" cy="102492"/>
              </a:xfrm>
              <a:prstGeom prst="rect">
                <a:avLst/>
              </a:prstGeom>
              <a:solidFill>
                <a:srgbClr val="B5D5D1"/>
              </a:solidFill>
              <a:ln w="4599" cap="rnd" cmpd="sng" algn="ctr">
                <a:noFill/>
                <a:prstDash val="solid"/>
                <a:round/>
                <a:headEnd type="none" w="med" len="med"/>
                <a:tailEnd type="none" w="med" len="med"/>
              </a:ln>
              <a:effectLst/>
            </p:spPr>
          </p:sp>
          <p:sp>
            <p:nvSpPr>
              <p:cNvPr id="2950" name="Score B3, S1 | illustrative">
                <a:extLst>
                  <a:ext uri="{FF2B5EF4-FFF2-40B4-BE49-F238E27FC236}">
                    <a16:creationId xmlns:a16="http://schemas.microsoft.com/office/drawing/2014/main" id="{4CD76CB4-41DC-4630-77C3-B5C74008F97E}"/>
                  </a:ext>
                </a:extLst>
              </p:cNvPr>
              <p:cNvSpPr/>
              <p:nvPr/>
            </p:nvSpPr>
            <p:spPr>
              <a:xfrm>
                <a:off x="4467600" y="5167305"/>
                <a:ext cx="102492" cy="102492"/>
              </a:xfrm>
              <a:prstGeom prst="rect">
                <a:avLst/>
              </a:prstGeom>
              <a:solidFill>
                <a:srgbClr val="54A195"/>
              </a:solidFill>
              <a:ln w="4599" cap="rnd" cmpd="sng" algn="ctr">
                <a:noFill/>
                <a:prstDash val="solid"/>
                <a:round/>
                <a:headEnd type="none" w="med" len="med"/>
                <a:tailEnd type="none" w="med" len="med"/>
              </a:ln>
              <a:effectLst/>
            </p:spPr>
          </p:sp>
          <p:sp>
            <p:nvSpPr>
              <p:cNvPr id="2951" name="Score B3, S2 | illustrative">
                <a:extLst>
                  <a:ext uri="{FF2B5EF4-FFF2-40B4-BE49-F238E27FC236}">
                    <a16:creationId xmlns:a16="http://schemas.microsoft.com/office/drawing/2014/main" id="{4CDFD120-C05F-D551-B7C1-E039EDF00EC9}"/>
                  </a:ext>
                </a:extLst>
              </p:cNvPr>
              <p:cNvSpPr/>
              <p:nvPr/>
            </p:nvSpPr>
            <p:spPr>
              <a:xfrm>
                <a:off x="4576005" y="5167305"/>
                <a:ext cx="102492" cy="102492"/>
              </a:xfrm>
              <a:prstGeom prst="rect">
                <a:avLst/>
              </a:prstGeom>
              <a:solidFill>
                <a:srgbClr val="BFDBD8"/>
              </a:solidFill>
              <a:ln w="4599" cap="rnd" cmpd="sng" algn="ctr">
                <a:noFill/>
                <a:prstDash val="solid"/>
                <a:round/>
                <a:headEnd type="none" w="med" len="med"/>
                <a:tailEnd type="none" w="med" len="med"/>
              </a:ln>
              <a:effectLst/>
            </p:spPr>
          </p:sp>
          <p:sp>
            <p:nvSpPr>
              <p:cNvPr id="2952" name="Score B3, S3 | illustrative">
                <a:extLst>
                  <a:ext uri="{FF2B5EF4-FFF2-40B4-BE49-F238E27FC236}">
                    <a16:creationId xmlns:a16="http://schemas.microsoft.com/office/drawing/2014/main" id="{399653F4-C64B-32A3-B14A-E8A3F2D97593}"/>
                  </a:ext>
                </a:extLst>
              </p:cNvPr>
              <p:cNvSpPr/>
              <p:nvPr/>
            </p:nvSpPr>
            <p:spPr>
              <a:xfrm>
                <a:off x="4684410" y="5167305"/>
                <a:ext cx="102492" cy="102492"/>
              </a:xfrm>
              <a:prstGeom prst="rect">
                <a:avLst/>
              </a:prstGeom>
              <a:solidFill>
                <a:srgbClr val="CDE2E0"/>
              </a:solidFill>
              <a:ln w="4599" cap="rnd" cmpd="sng" algn="ctr">
                <a:noFill/>
                <a:prstDash val="solid"/>
                <a:round/>
                <a:headEnd type="none" w="med" len="med"/>
                <a:tailEnd type="none" w="med" len="med"/>
              </a:ln>
              <a:effectLst/>
            </p:spPr>
          </p:sp>
        </p:grpSp>
        <p:sp>
          <p:nvSpPr>
            <p:cNvPr id="2953" name="Text | J × K">
              <a:extLst>
                <a:ext uri="{FF2B5EF4-FFF2-40B4-BE49-F238E27FC236}">
                  <a16:creationId xmlns:a16="http://schemas.microsoft.com/office/drawing/2014/main" id="{4585E8C2-637B-270E-4F58-8D92ABED7B70}"/>
                </a:ext>
              </a:extLst>
            </p:cNvPr>
            <p:cNvSpPr txBox="1"/>
            <p:nvPr/>
          </p:nvSpPr>
          <p:spPr>
            <a:xfrm>
              <a:off x="4832551" y="5062185"/>
              <a:ext cx="209609"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J × K</a:t>
              </a:r>
              <a:endParaRPr lang="en-US" sz="426"/>
            </a:p>
          </p:txBody>
        </p:sp>
        <p:sp>
          <p:nvSpPr>
            <p:cNvPr id="2957" name="Operation | FG">
              <a:extLst>
                <a:ext uri="{FF2B5EF4-FFF2-40B4-BE49-F238E27FC236}">
                  <a16:creationId xmlns:a16="http://schemas.microsoft.com/office/drawing/2014/main" id="{510AEEFD-A455-E099-C78C-775AB8AEF6E8}"/>
                </a:ext>
              </a:extLst>
            </p:cNvPr>
            <p:cNvSpPr/>
            <p:nvPr/>
          </p:nvSpPr>
          <p:spPr>
            <a:xfrm>
              <a:off x="2757758" y="5014552"/>
              <a:ext cx="174105" cy="134685"/>
            </a:xfrm>
            <a:prstGeom prst="roundRect">
              <a:avLst>
                <a:gd name="adj" fmla="val 21951"/>
              </a:avLst>
            </a:prstGeom>
            <a:solidFill>
              <a:srgbClr val="FFFFFF"/>
            </a:solidFill>
            <a:ln w="4928" cap="rnd" cmpd="sng" algn="ctr">
              <a:solidFill>
                <a:srgbClr val="5E7180"/>
              </a:solidFill>
              <a:prstDash val="solid"/>
              <a:round/>
              <a:headEnd type="none" w="med" len="med"/>
              <a:tailEnd type="none" w="med" len="med"/>
            </a:ln>
            <a:effectLst/>
          </p:spPr>
        </p:sp>
        <p:sp>
          <p:nvSpPr>
            <p:cNvPr id="2958" name="Text | FG">
              <a:extLst>
                <a:ext uri="{FF2B5EF4-FFF2-40B4-BE49-F238E27FC236}">
                  <a16:creationId xmlns:a16="http://schemas.microsoft.com/office/drawing/2014/main" id="{18CC60B7-7700-3343-F7A8-49678AB3125B}"/>
                </a:ext>
              </a:extLst>
            </p:cNvPr>
            <p:cNvSpPr txBox="1"/>
            <p:nvPr/>
          </p:nvSpPr>
          <p:spPr>
            <a:xfrm>
              <a:off x="2774774" y="5032029"/>
              <a:ext cx="140072" cy="107288"/>
            </a:xfrm>
            <a:prstGeom prst="rect">
              <a:avLst/>
            </a:prstGeom>
            <a:noFill/>
            <a:ln>
              <a:noFill/>
            </a:ln>
            <a:effectLst/>
          </p:spPr>
          <p:txBody>
            <a:bodyPr vertOverflow="overflow" horzOverflow="overflow" wrap="none" lIns="0" tIns="0" rIns="0" bIns="0" anchor="t" anchorCtr="0">
              <a:noAutofit/>
            </a:bodyPr>
            <a:lstStyle/>
            <a:p>
              <a:pPr algn="ctr"/>
              <a:r>
                <a:rPr lang="en-US" sz="426" b="1" dirty="0">
                  <a:solidFill>
                    <a:srgbClr val="5E7180"/>
                  </a:solidFill>
                  <a:latin typeface="Arial"/>
                  <a:ea typeface="Arial"/>
                  <a:cs typeface="Arial"/>
                </a:rPr>
                <a:t>FG</a:t>
              </a:r>
              <a:endParaRPr lang="en-US" sz="426"/>
            </a:p>
          </p:txBody>
        </p:sp>
        <p:grpSp>
          <p:nvGrpSpPr>
            <p:cNvPr id="2959" name="Arrow | foreground_head → foreground_probability">
              <a:extLst>
                <a:ext uri="{FF2B5EF4-FFF2-40B4-BE49-F238E27FC236}">
                  <a16:creationId xmlns:a16="http://schemas.microsoft.com/office/drawing/2014/main" id="{33FF4960-6916-A83A-1EC2-1C43E6323488}"/>
                </a:ext>
              </a:extLst>
            </p:cNvPr>
            <p:cNvGrpSpPr/>
            <p:nvPr/>
          </p:nvGrpSpPr>
          <p:grpSpPr>
            <a:xfrm>
              <a:off x="2949930" y="5069051"/>
              <a:ext cx="88695" cy="25689"/>
              <a:chOff x="2949930" y="5069051"/>
              <a:chExt cx="88695" cy="25689"/>
            </a:xfrm>
          </p:grpSpPr>
          <p:cxnSp>
            <p:nvCxnSpPr>
              <p:cNvPr id="2960" name="Arrow | foreground_head → foreground_probability | path">
                <a:extLst>
                  <a:ext uri="{FF2B5EF4-FFF2-40B4-BE49-F238E27FC236}">
                    <a16:creationId xmlns:a16="http://schemas.microsoft.com/office/drawing/2014/main" id="{CD7ED26F-3DCD-7A82-0A1E-CDC5541DF525}"/>
                  </a:ext>
                </a:extLst>
              </p:cNvPr>
              <p:cNvCxnSpPr/>
              <p:nvPr/>
            </p:nvCxnSpPr>
            <p:spPr>
              <a:xfrm>
                <a:off x="2949930" y="5081895"/>
                <a:ext cx="88695" cy="0"/>
              </a:xfrm>
              <a:prstGeom prst="line">
                <a:avLst/>
              </a:prstGeom>
              <a:noFill/>
              <a:ln w="4599" cap="rnd" cmpd="sng" algn="ctr">
                <a:solidFill>
                  <a:srgbClr val="5E7180"/>
                </a:solidFill>
                <a:prstDash val="solid"/>
                <a:round/>
                <a:headEnd type="none" w="med" len="med"/>
                <a:tailEnd type="none" w="med" len="med"/>
              </a:ln>
              <a:effectLst/>
            </p:spPr>
          </p:cxnSp>
          <p:sp>
            <p:nvSpPr>
              <p:cNvPr id="2961" name="Arrow | foreground_head → foreground_probability | editable arrowhead">
                <a:extLst>
                  <a:ext uri="{FF2B5EF4-FFF2-40B4-BE49-F238E27FC236}">
                    <a16:creationId xmlns:a16="http://schemas.microsoft.com/office/drawing/2014/main" id="{D0F2D7AA-2672-BC97-6322-27B5C2399C50}"/>
                  </a:ext>
                </a:extLst>
              </p:cNvPr>
              <p:cNvSpPr/>
              <p:nvPr/>
            </p:nvSpPr>
            <p:spPr>
              <a:xfrm>
                <a:off x="3008732" y="5069051"/>
                <a:ext cx="29894" cy="25689"/>
              </a:xfrm>
              <a:custGeom>
                <a:avLst/>
                <a:gdLst/>
                <a:ahLst/>
                <a:cxnLst/>
                <a:rect l="0" t="0" r="w" b="h"/>
                <a:pathLst>
                  <a:path w="29894" h="25689" stroke="0" extrusionOk="0">
                    <a:moveTo>
                      <a:pt x="29894" y="12844"/>
                    </a:moveTo>
                    <a:lnTo>
                      <a:pt x="0" y="25689"/>
                    </a:lnTo>
                    <a:lnTo>
                      <a:pt x="0" y="0"/>
                    </a:lnTo>
                    <a:close/>
                  </a:path>
                </a:pathLst>
              </a:custGeom>
              <a:solidFill>
                <a:srgbClr val="5E7180"/>
              </a:solidFill>
              <a:ln w="1" cap="rnd" cmpd="sng" algn="ctr">
                <a:noFill/>
                <a:prstDash val="solid"/>
                <a:round/>
                <a:headEnd type="none" w="med" len="med"/>
                <a:tailEnd type="none" w="med" len="med"/>
              </a:ln>
              <a:effectLst/>
            </p:spPr>
          </p:sp>
        </p:grpSp>
        <p:sp>
          <p:nvSpPr>
            <p:cNvPr id="2962" name="Foreground probability: full range">
              <a:extLst>
                <a:ext uri="{FF2B5EF4-FFF2-40B4-BE49-F238E27FC236}">
                  <a16:creationId xmlns:a16="http://schemas.microsoft.com/office/drawing/2014/main" id="{88FC155C-E743-58AB-3C5B-FE62853D47A9}"/>
                </a:ext>
              </a:extLst>
            </p:cNvPr>
            <p:cNvSpPr/>
            <p:nvPr/>
          </p:nvSpPr>
          <p:spPr>
            <a:xfrm>
              <a:off x="3068190" y="5052330"/>
              <a:ext cx="170820" cy="52560"/>
            </a:xfrm>
            <a:prstGeom prst="rect">
              <a:avLst/>
            </a:prstGeom>
            <a:solidFill>
              <a:srgbClr val="DFE8ED"/>
            </a:solidFill>
            <a:ln w="4599" cap="rnd" cmpd="sng" algn="ctr">
              <a:noFill/>
              <a:prstDash val="solid"/>
              <a:round/>
              <a:headEnd type="none" w="med" len="med"/>
              <a:tailEnd type="none" w="med" len="med"/>
            </a:ln>
            <a:effectLst/>
          </p:spPr>
        </p:sp>
        <p:sp>
          <p:nvSpPr>
            <p:cNvPr id="2963" name="Foreground probability: illustrative value">
              <a:extLst>
                <a:ext uri="{FF2B5EF4-FFF2-40B4-BE49-F238E27FC236}">
                  <a16:creationId xmlns:a16="http://schemas.microsoft.com/office/drawing/2014/main" id="{3E4755E0-9413-253B-DDC2-9084CA1FED1A}"/>
                </a:ext>
              </a:extLst>
            </p:cNvPr>
            <p:cNvSpPr/>
            <p:nvPr/>
          </p:nvSpPr>
          <p:spPr>
            <a:xfrm>
              <a:off x="3068190" y="5052330"/>
              <a:ext cx="121545" cy="52560"/>
            </a:xfrm>
            <a:prstGeom prst="rect">
              <a:avLst/>
            </a:prstGeom>
            <a:solidFill>
              <a:srgbClr val="7592A3"/>
            </a:solidFill>
            <a:ln w="4599" cap="rnd" cmpd="sng" algn="ctr">
              <a:noFill/>
              <a:prstDash val="solid"/>
              <a:round/>
              <a:headEnd type="none" w="med" len="med"/>
              <a:tailEnd type="none" w="med" len="med"/>
            </a:ln>
            <a:effectLst/>
          </p:spPr>
        </p:sp>
        <p:sp>
          <p:nvSpPr>
            <p:cNvPr id="2964" name="Text | Foreground">
              <a:extLst>
                <a:ext uri="{FF2B5EF4-FFF2-40B4-BE49-F238E27FC236}">
                  <a16:creationId xmlns:a16="http://schemas.microsoft.com/office/drawing/2014/main" id="{3020085B-3EBA-4674-2420-42CB5308ABCB}"/>
                </a:ext>
              </a:extLst>
            </p:cNvPr>
            <p:cNvSpPr txBox="1"/>
            <p:nvPr/>
          </p:nvSpPr>
          <p:spPr>
            <a:xfrm>
              <a:off x="2695321" y="5200155"/>
              <a:ext cx="456657" cy="107288"/>
            </a:xfrm>
            <a:prstGeom prst="rect">
              <a:avLst/>
            </a:prstGeom>
            <a:noFill/>
            <a:ln>
              <a:noFill/>
            </a:ln>
            <a:effectLst/>
          </p:spPr>
          <p:txBody>
            <a:bodyPr vertOverflow="overflow" horzOverflow="overflow" wrap="none" lIns="0" tIns="0" rIns="0" bIns="0" anchor="t" anchorCtr="0">
              <a:noAutofit/>
            </a:bodyPr>
            <a:lstStyle/>
            <a:p>
              <a:pPr algn="ctr"/>
              <a:r>
                <a:rPr lang="en-US" sz="426" dirty="0">
                  <a:solidFill>
                    <a:srgbClr val="5E7180"/>
                  </a:solidFill>
                  <a:latin typeface="Arial"/>
                  <a:ea typeface="Arial"/>
                  <a:cs typeface="Arial"/>
                </a:rPr>
                <a:t>Foreground</a:t>
              </a:r>
              <a:endParaRPr lang="en-US" sz="426"/>
            </a:p>
          </p:txBody>
        </p:sp>
        <p:grpSp>
          <p:nvGrpSpPr>
            <p:cNvPr id="5776" name="Arrow | hvox → film_base | editable route">
              <a:extLst>
                <a:ext uri="{FF2B5EF4-FFF2-40B4-BE49-F238E27FC236}">
                  <a16:creationId xmlns:a16="http://schemas.microsoft.com/office/drawing/2014/main" id="{A115AF67-A61A-4E15-B9FC-D317A71133A7}"/>
                </a:ext>
              </a:extLst>
            </p:cNvPr>
            <p:cNvGrpSpPr/>
            <p:nvPr/>
          </p:nvGrpSpPr>
          <p:grpSpPr>
            <a:xfrm>
              <a:off x="2795400" y="3051720"/>
              <a:ext cx="293400" cy="1340280"/>
              <a:chOff x="2795400" y="3051720"/>
              <a:chExt cx="293400" cy="1340280"/>
            </a:xfrm>
          </p:grpSpPr>
          <p:sp>
            <p:nvSpPr>
              <p:cNvPr id="5774" name="Arrow | hvox → film_base">
                <a:extLst>
                  <a:ext uri="{FF2B5EF4-FFF2-40B4-BE49-F238E27FC236}">
                    <a16:creationId xmlns:a16="http://schemas.microsoft.com/office/drawing/2014/main" id="{C8B46625-25C9-D27E-265C-838828289F5F}"/>
                  </a:ext>
                </a:extLst>
              </p:cNvPr>
              <p:cNvSpPr/>
              <p:nvPr/>
            </p:nvSpPr>
            <p:spPr>
              <a:xfrm>
                <a:off x="2795400" y="3051720"/>
                <a:ext cx="293400" cy="1314360"/>
              </a:xfrm>
              <a:custGeom>
                <a:avLst/>
                <a:gdLst/>
                <a:ahLst/>
                <a:cxnLst/>
                <a:rect l="0" t="0" r="r" b="b"/>
                <a:pathLst>
                  <a:path w="293400" h="1314360" fill="none">
                    <a:moveTo>
                      <a:pt x="0" y="0"/>
                    </a:moveTo>
                    <a:lnTo>
                      <a:pt x="293400" y="0"/>
                    </a:lnTo>
                    <a:lnTo>
                      <a:pt x="293400" y="1282680"/>
                    </a:lnTo>
                    <a:lnTo>
                      <a:pt x="42840" y="1282680"/>
                    </a:lnTo>
                    <a:lnTo>
                      <a:pt x="42840" y="1314360"/>
                    </a:lnTo>
                  </a:path>
                </a:pathLst>
              </a:custGeom>
              <a:ln w="5760" cap="flat">
                <a:solidFill>
                  <a:srgbClr val="438FC1"/>
                </a:solidFill>
                <a:miter lim="800000"/>
              </a:ln>
            </p:spPr>
          </p:sp>
          <p:sp>
            <p:nvSpPr>
              <p:cNvPr id="5775" name="Arrow | hvox → film_base | arrowhead">
                <a:extLst>
                  <a:ext uri="{FF2B5EF4-FFF2-40B4-BE49-F238E27FC236}">
                    <a16:creationId xmlns:a16="http://schemas.microsoft.com/office/drawing/2014/main" id="{2B6FD571-471A-7338-B193-B41246E2E987}"/>
                  </a:ext>
                </a:extLst>
              </p:cNvPr>
              <p:cNvSpPr/>
              <p:nvPr/>
            </p:nvSpPr>
            <p:spPr>
              <a:xfrm>
                <a:off x="2828160" y="4366080"/>
                <a:ext cx="20160" cy="25920"/>
              </a:xfrm>
              <a:custGeom>
                <a:avLst/>
                <a:gdLst/>
                <a:ahLst/>
                <a:cxnLst/>
                <a:rect l="0" t="0" r="0" b="0"/>
                <a:pathLst>
                  <a:path w="20160" h="25920">
                    <a:moveTo>
                      <a:pt x="10080" y="25920"/>
                    </a:moveTo>
                    <a:lnTo>
                      <a:pt x="0" y="0"/>
                    </a:lnTo>
                    <a:lnTo>
                      <a:pt x="20160" y="0"/>
                    </a:lnTo>
                    <a:close/>
                  </a:path>
                </a:pathLst>
              </a:custGeom>
              <a:solidFill>
                <a:srgbClr val="438FC1"/>
              </a:solidFill>
              <a:ln>
                <a:noFill/>
              </a:ln>
            </p:spPr>
          </p:sp>
        </p:grpSp>
        <p:grpSp>
          <p:nvGrpSpPr>
            <p:cNvPr id="5779" name="Arrow | hvox → attention_Q | editable route">
              <a:extLst>
                <a:ext uri="{FF2B5EF4-FFF2-40B4-BE49-F238E27FC236}">
                  <a16:creationId xmlns:a16="http://schemas.microsoft.com/office/drawing/2014/main" id="{72EF051F-466B-FFFD-A8D8-D0184648EE5A}"/>
                </a:ext>
              </a:extLst>
            </p:cNvPr>
            <p:cNvGrpSpPr/>
            <p:nvPr/>
          </p:nvGrpSpPr>
          <p:grpSpPr>
            <a:xfrm>
              <a:off x="2711520" y="3074760"/>
              <a:ext cx="204480" cy="1038240"/>
              <a:chOff x="2711520" y="3074760"/>
              <a:chExt cx="204480" cy="1038240"/>
            </a:xfrm>
          </p:grpSpPr>
          <p:sp>
            <p:nvSpPr>
              <p:cNvPr id="5777" name="Arrow | hvox → attention_Q">
                <a:extLst>
                  <a:ext uri="{FF2B5EF4-FFF2-40B4-BE49-F238E27FC236}">
                    <a16:creationId xmlns:a16="http://schemas.microsoft.com/office/drawing/2014/main" id="{3377098F-5BA2-759C-A9AE-56A441221298}"/>
                  </a:ext>
                </a:extLst>
              </p:cNvPr>
              <p:cNvSpPr/>
              <p:nvPr/>
            </p:nvSpPr>
            <p:spPr>
              <a:xfrm>
                <a:off x="2737440" y="3074760"/>
                <a:ext cx="178560" cy="1028160"/>
              </a:xfrm>
              <a:custGeom>
                <a:avLst/>
                <a:gdLst/>
                <a:ahLst/>
                <a:cxnLst/>
                <a:rect l="0" t="0" r="r" b="b"/>
                <a:pathLst>
                  <a:path w="178560" h="1028160" fill="none">
                    <a:moveTo>
                      <a:pt x="57960" y="0"/>
                    </a:moveTo>
                    <a:lnTo>
                      <a:pt x="178560" y="0"/>
                    </a:lnTo>
                    <a:lnTo>
                      <a:pt x="178560" y="1028160"/>
                    </a:lnTo>
                    <a:lnTo>
                      <a:pt x="0" y="1028160"/>
                    </a:lnTo>
                  </a:path>
                </a:pathLst>
              </a:custGeom>
              <a:ln w="5760" cap="flat">
                <a:solidFill>
                  <a:srgbClr val="438FC1"/>
                </a:solidFill>
                <a:miter lim="800000"/>
              </a:ln>
            </p:spPr>
          </p:sp>
          <p:sp>
            <p:nvSpPr>
              <p:cNvPr id="5778" name="Arrow | hvox → attention_Q | arrowhead">
                <a:extLst>
                  <a:ext uri="{FF2B5EF4-FFF2-40B4-BE49-F238E27FC236}">
                    <a16:creationId xmlns:a16="http://schemas.microsoft.com/office/drawing/2014/main" id="{E10580AF-CD07-1D66-13C5-1BB48847B03F}"/>
                  </a:ext>
                </a:extLst>
              </p:cNvPr>
              <p:cNvSpPr/>
              <p:nvPr/>
            </p:nvSpPr>
            <p:spPr>
              <a:xfrm>
                <a:off x="2711520" y="4092840"/>
                <a:ext cx="25920" cy="20160"/>
              </a:xfrm>
              <a:custGeom>
                <a:avLst/>
                <a:gdLst/>
                <a:ahLst/>
                <a:cxnLst/>
                <a:rect l="0" t="0" r="0" b="0"/>
                <a:pathLst>
                  <a:path w="25920" h="20160">
                    <a:moveTo>
                      <a:pt x="0" y="10080"/>
                    </a:moveTo>
                    <a:lnTo>
                      <a:pt x="25920" y="0"/>
                    </a:lnTo>
                    <a:lnTo>
                      <a:pt x="25920" y="20160"/>
                    </a:lnTo>
                    <a:close/>
                  </a:path>
                </a:pathLst>
              </a:custGeom>
              <a:solidFill>
                <a:srgbClr val="438FC1"/>
              </a:solidFill>
              <a:ln>
                <a:noFill/>
              </a:ln>
            </p:spPr>
          </p:sp>
        </p:grpSp>
        <p:sp>
          <p:nvSpPr>
            <p:cNvPr id="5780" name="AUX features per type | pocket input">
              <a:extLst>
                <a:ext uri="{FF2B5EF4-FFF2-40B4-BE49-F238E27FC236}">
                  <a16:creationId xmlns:a16="http://schemas.microsoft.com/office/drawing/2014/main" id="{5252E7B4-E4A5-7C27-6529-2A9BDF5C1A34}"/>
                </a:ext>
              </a:extLst>
            </p:cNvPr>
            <p:cNvSpPr/>
            <p:nvPr/>
          </p:nvSpPr>
          <p:spPr>
            <a:xfrm>
              <a:off x="1448640" y="3899160"/>
              <a:ext cx="36" cy="48240"/>
            </a:xfrm>
            <a:custGeom>
              <a:avLst/>
              <a:gdLst/>
              <a:ahLst/>
              <a:cxnLst/>
              <a:rect l="0" t="0" r="r" b="b"/>
              <a:pathLst>
                <a:path w="36" h="48240" fill="none">
                  <a:moveTo>
                    <a:pt x="0" y="0"/>
                  </a:moveTo>
                  <a:lnTo>
                    <a:pt x="0" y="48240"/>
                  </a:lnTo>
                </a:path>
              </a:pathLst>
            </a:custGeom>
            <a:ln w="5760" cap="flat">
              <a:solidFill>
                <a:srgbClr val="398D80"/>
              </a:solidFill>
              <a:miter lim="800000"/>
            </a:ln>
          </p:spPr>
        </p:sp>
        <p:sp>
          <p:nvSpPr>
            <p:cNvPr id="5781" name="AUX features per type | local cues input">
              <a:extLst>
                <a:ext uri="{FF2B5EF4-FFF2-40B4-BE49-F238E27FC236}">
                  <a16:creationId xmlns:a16="http://schemas.microsoft.com/office/drawing/2014/main" id="{2535B6C1-B4C4-CD8B-CEE7-8D3B5E5E5363}"/>
                </a:ext>
              </a:extLst>
            </p:cNvPr>
            <p:cNvSpPr/>
            <p:nvPr/>
          </p:nvSpPr>
          <p:spPr>
            <a:xfrm>
              <a:off x="2246760" y="3899160"/>
              <a:ext cx="36" cy="48240"/>
            </a:xfrm>
            <a:custGeom>
              <a:avLst/>
              <a:gdLst/>
              <a:ahLst/>
              <a:cxnLst/>
              <a:rect l="0" t="0" r="r" b="b"/>
              <a:pathLst>
                <a:path w="36" h="48240" fill="none">
                  <a:moveTo>
                    <a:pt x="0" y="0"/>
                  </a:moveTo>
                  <a:lnTo>
                    <a:pt x="0" y="48240"/>
                  </a:lnTo>
                </a:path>
              </a:pathLst>
            </a:custGeom>
            <a:ln w="5760" cap="flat">
              <a:solidFill>
                <a:srgbClr val="398D80"/>
              </a:solidFill>
              <a:miter lim="800000"/>
            </a:ln>
          </p:spPr>
        </p:sp>
        <p:sp>
          <p:nvSpPr>
            <p:cNvPr id="5782" name="AUX features per type | distribution">
              <a:extLst>
                <a:ext uri="{FF2B5EF4-FFF2-40B4-BE49-F238E27FC236}">
                  <a16:creationId xmlns:a16="http://schemas.microsoft.com/office/drawing/2014/main" id="{F3009C04-722B-FA8B-0C4B-DAB2842437AD}"/>
                </a:ext>
              </a:extLst>
            </p:cNvPr>
            <p:cNvSpPr/>
            <p:nvPr/>
          </p:nvSpPr>
          <p:spPr>
            <a:xfrm>
              <a:off x="1448640" y="3947400"/>
              <a:ext cx="1008360" cy="36"/>
            </a:xfrm>
            <a:custGeom>
              <a:avLst/>
              <a:gdLst/>
              <a:ahLst/>
              <a:cxnLst/>
              <a:rect l="0" t="0" r="r" b="b"/>
              <a:pathLst>
                <a:path w="1008360" h="36" fill="none">
                  <a:moveTo>
                    <a:pt x="0" y="0"/>
                  </a:moveTo>
                  <a:lnTo>
                    <a:pt x="1008360" y="0"/>
                  </a:lnTo>
                </a:path>
              </a:pathLst>
            </a:custGeom>
            <a:ln w="5760" cap="flat">
              <a:solidFill>
                <a:srgbClr val="398D80"/>
              </a:solidFill>
              <a:miter lim="800000"/>
            </a:ln>
          </p:spPr>
        </p:sp>
        <p:grpSp>
          <p:nvGrpSpPr>
            <p:cNvPr id="5785" name="AUX features per type | pooling | editable route">
              <a:extLst>
                <a:ext uri="{FF2B5EF4-FFF2-40B4-BE49-F238E27FC236}">
                  <a16:creationId xmlns:a16="http://schemas.microsoft.com/office/drawing/2014/main" id="{2122C102-8914-0F1D-A050-03974E696EE3}"/>
                </a:ext>
              </a:extLst>
            </p:cNvPr>
            <p:cNvGrpSpPr/>
            <p:nvPr/>
          </p:nvGrpSpPr>
          <p:grpSpPr>
            <a:xfrm>
              <a:off x="1678320" y="3947400"/>
              <a:ext cx="20160" cy="75240"/>
              <a:chOff x="1678320" y="3947400"/>
              <a:chExt cx="20160" cy="75240"/>
            </a:xfrm>
          </p:grpSpPr>
          <p:sp>
            <p:nvSpPr>
              <p:cNvPr id="5783" name="AUX features per type | pooling">
                <a:extLst>
                  <a:ext uri="{FF2B5EF4-FFF2-40B4-BE49-F238E27FC236}">
                    <a16:creationId xmlns:a16="http://schemas.microsoft.com/office/drawing/2014/main" id="{B2EE00E3-6DB6-C23D-F1AD-D78FC5C2AB26}"/>
                  </a:ext>
                </a:extLst>
              </p:cNvPr>
              <p:cNvSpPr/>
              <p:nvPr/>
            </p:nvSpPr>
            <p:spPr>
              <a:xfrm>
                <a:off x="1688400" y="3947400"/>
                <a:ext cx="36" cy="49320"/>
              </a:xfrm>
              <a:custGeom>
                <a:avLst/>
                <a:gdLst/>
                <a:ahLst/>
                <a:cxnLst/>
                <a:rect l="0" t="0" r="r" b="b"/>
                <a:pathLst>
                  <a:path w="36" h="49320" fill="none">
                    <a:moveTo>
                      <a:pt x="0" y="0"/>
                    </a:moveTo>
                    <a:lnTo>
                      <a:pt x="0" y="49320"/>
                    </a:lnTo>
                  </a:path>
                </a:pathLst>
              </a:custGeom>
              <a:ln w="5760" cap="flat">
                <a:solidFill>
                  <a:srgbClr val="398D80"/>
                </a:solidFill>
                <a:miter lim="800000"/>
              </a:ln>
            </p:spPr>
          </p:sp>
          <p:sp>
            <p:nvSpPr>
              <p:cNvPr id="5784" name="AUX features per type | pooling | arrowhead">
                <a:extLst>
                  <a:ext uri="{FF2B5EF4-FFF2-40B4-BE49-F238E27FC236}">
                    <a16:creationId xmlns:a16="http://schemas.microsoft.com/office/drawing/2014/main" id="{C6F0D4A0-29CF-6DE1-28FB-E0B14ABB1AD3}"/>
                  </a:ext>
                </a:extLst>
              </p:cNvPr>
              <p:cNvSpPr/>
              <p:nvPr/>
            </p:nvSpPr>
            <p:spPr>
              <a:xfrm>
                <a:off x="1678320" y="3996720"/>
                <a:ext cx="20160" cy="25920"/>
              </a:xfrm>
              <a:custGeom>
                <a:avLst/>
                <a:gdLst/>
                <a:ahLst/>
                <a:cxnLst/>
                <a:rect l="0" t="0" r="0" b="0"/>
                <a:pathLst>
                  <a:path w="20160" h="25920">
                    <a:moveTo>
                      <a:pt x="10080" y="25920"/>
                    </a:moveTo>
                    <a:lnTo>
                      <a:pt x="0" y="0"/>
                    </a:lnTo>
                    <a:lnTo>
                      <a:pt x="20160" y="0"/>
                    </a:lnTo>
                    <a:close/>
                  </a:path>
                </a:pathLst>
              </a:custGeom>
              <a:solidFill>
                <a:srgbClr val="398D80"/>
              </a:solidFill>
              <a:ln>
                <a:noFill/>
              </a:ln>
            </p:spPr>
          </p:sp>
        </p:grpSp>
        <p:grpSp>
          <p:nvGrpSpPr>
            <p:cNvPr id="5788" name="AUX features per type | attention KV | editable route">
              <a:extLst>
                <a:ext uri="{FF2B5EF4-FFF2-40B4-BE49-F238E27FC236}">
                  <a16:creationId xmlns:a16="http://schemas.microsoft.com/office/drawing/2014/main" id="{022D88D0-2CB1-F479-C3AD-B6D4156A0518}"/>
                </a:ext>
              </a:extLst>
            </p:cNvPr>
            <p:cNvGrpSpPr/>
            <p:nvPr/>
          </p:nvGrpSpPr>
          <p:grpSpPr>
            <a:xfrm>
              <a:off x="2446920" y="3947400"/>
              <a:ext cx="20160" cy="75240"/>
              <a:chOff x="2446920" y="3947400"/>
              <a:chExt cx="20160" cy="75240"/>
            </a:xfrm>
          </p:grpSpPr>
          <p:sp>
            <p:nvSpPr>
              <p:cNvPr id="5786" name="AUX features per type | attention KV">
                <a:extLst>
                  <a:ext uri="{FF2B5EF4-FFF2-40B4-BE49-F238E27FC236}">
                    <a16:creationId xmlns:a16="http://schemas.microsoft.com/office/drawing/2014/main" id="{B0CCFDE7-51EA-E1B2-54E5-AF9FC738DA96}"/>
                  </a:ext>
                </a:extLst>
              </p:cNvPr>
              <p:cNvSpPr/>
              <p:nvPr/>
            </p:nvSpPr>
            <p:spPr>
              <a:xfrm>
                <a:off x="2457000" y="3947400"/>
                <a:ext cx="36" cy="49320"/>
              </a:xfrm>
              <a:custGeom>
                <a:avLst/>
                <a:gdLst/>
                <a:ahLst/>
                <a:cxnLst/>
                <a:rect l="0" t="0" r="r" b="b"/>
                <a:pathLst>
                  <a:path w="36" h="49320" fill="none">
                    <a:moveTo>
                      <a:pt x="0" y="0"/>
                    </a:moveTo>
                    <a:lnTo>
                      <a:pt x="0" y="49320"/>
                    </a:lnTo>
                  </a:path>
                </a:pathLst>
              </a:custGeom>
              <a:ln w="5760" cap="flat">
                <a:solidFill>
                  <a:srgbClr val="398D80"/>
                </a:solidFill>
                <a:miter lim="800000"/>
              </a:ln>
            </p:spPr>
          </p:sp>
          <p:sp>
            <p:nvSpPr>
              <p:cNvPr id="5787" name="AUX features per type | attention KV | arrowhead">
                <a:extLst>
                  <a:ext uri="{FF2B5EF4-FFF2-40B4-BE49-F238E27FC236}">
                    <a16:creationId xmlns:a16="http://schemas.microsoft.com/office/drawing/2014/main" id="{CBC2835C-5971-EEF4-F06E-1E33ADAEEDFA}"/>
                  </a:ext>
                </a:extLst>
              </p:cNvPr>
              <p:cNvSpPr/>
              <p:nvPr/>
            </p:nvSpPr>
            <p:spPr>
              <a:xfrm>
                <a:off x="2446920" y="3996720"/>
                <a:ext cx="20160" cy="25920"/>
              </a:xfrm>
              <a:custGeom>
                <a:avLst/>
                <a:gdLst/>
                <a:ahLst/>
                <a:cxnLst/>
                <a:rect l="0" t="0" r="0" b="0"/>
                <a:pathLst>
                  <a:path w="20160" h="25920">
                    <a:moveTo>
                      <a:pt x="10080" y="25920"/>
                    </a:moveTo>
                    <a:lnTo>
                      <a:pt x="0" y="0"/>
                    </a:lnTo>
                    <a:lnTo>
                      <a:pt x="20160" y="0"/>
                    </a:lnTo>
                    <a:close/>
                  </a:path>
                </a:pathLst>
              </a:custGeom>
              <a:solidFill>
                <a:srgbClr val="398D80"/>
              </a:solidFill>
              <a:ln>
                <a:noFill/>
              </a:ln>
            </p:spPr>
          </p:sp>
        </p:grpSp>
        <p:grpSp>
          <p:nvGrpSpPr>
            <p:cNvPr id="5791" name="Arrow | pool_summary → conditioning_concat | editable route">
              <a:extLst>
                <a:ext uri="{FF2B5EF4-FFF2-40B4-BE49-F238E27FC236}">
                  <a16:creationId xmlns:a16="http://schemas.microsoft.com/office/drawing/2014/main" id="{AE77A1A6-1FAF-CB5C-3019-56418BF54489}"/>
                </a:ext>
              </a:extLst>
            </p:cNvPr>
            <p:cNvGrpSpPr/>
            <p:nvPr/>
          </p:nvGrpSpPr>
          <p:grpSpPr>
            <a:xfrm>
              <a:off x="1688400" y="4183560"/>
              <a:ext cx="197280" cy="326880"/>
              <a:chOff x="1688400" y="4183560"/>
              <a:chExt cx="197280" cy="326880"/>
            </a:xfrm>
          </p:grpSpPr>
          <p:sp>
            <p:nvSpPr>
              <p:cNvPr id="5789" name="Arrow | pool_summary → conditioning_concat">
                <a:extLst>
                  <a:ext uri="{FF2B5EF4-FFF2-40B4-BE49-F238E27FC236}">
                    <a16:creationId xmlns:a16="http://schemas.microsoft.com/office/drawing/2014/main" id="{2E65AAF2-4EF2-509F-0580-9790A1C6208A}"/>
                  </a:ext>
                </a:extLst>
              </p:cNvPr>
              <p:cNvSpPr/>
              <p:nvPr/>
            </p:nvSpPr>
            <p:spPr>
              <a:xfrm>
                <a:off x="1688400" y="4183560"/>
                <a:ext cx="171360" cy="316800"/>
              </a:xfrm>
              <a:custGeom>
                <a:avLst/>
                <a:gdLst/>
                <a:ahLst/>
                <a:cxnLst/>
                <a:rect l="0" t="0" r="r" b="b"/>
                <a:pathLst>
                  <a:path w="171360" h="316800" fill="none">
                    <a:moveTo>
                      <a:pt x="0" y="0"/>
                    </a:moveTo>
                    <a:lnTo>
                      <a:pt x="0" y="316800"/>
                    </a:lnTo>
                    <a:lnTo>
                      <a:pt x="171360" y="316800"/>
                    </a:lnTo>
                  </a:path>
                </a:pathLst>
              </a:custGeom>
              <a:ln w="5760" cap="flat">
                <a:solidFill>
                  <a:srgbClr val="398D80"/>
                </a:solidFill>
                <a:miter lim="800000"/>
              </a:ln>
            </p:spPr>
          </p:sp>
          <p:sp>
            <p:nvSpPr>
              <p:cNvPr id="5790" name="Arrow | pool_summary → conditioning_concat | arrowhead">
                <a:extLst>
                  <a:ext uri="{FF2B5EF4-FFF2-40B4-BE49-F238E27FC236}">
                    <a16:creationId xmlns:a16="http://schemas.microsoft.com/office/drawing/2014/main" id="{39791603-DF62-4567-9E26-F1533366EC42}"/>
                  </a:ext>
                </a:extLst>
              </p:cNvPr>
              <p:cNvSpPr/>
              <p:nvPr/>
            </p:nvSpPr>
            <p:spPr>
              <a:xfrm>
                <a:off x="1859760" y="4490280"/>
                <a:ext cx="25920" cy="20160"/>
              </a:xfrm>
              <a:custGeom>
                <a:avLst/>
                <a:gdLst/>
                <a:ahLst/>
                <a:cxnLst/>
                <a:rect l="0" t="0" r="0" b="0"/>
                <a:pathLst>
                  <a:path w="25920" h="20160">
                    <a:moveTo>
                      <a:pt x="25920" y="10080"/>
                    </a:moveTo>
                    <a:lnTo>
                      <a:pt x="0" y="20160"/>
                    </a:lnTo>
                    <a:lnTo>
                      <a:pt x="0" y="0"/>
                    </a:lnTo>
                    <a:close/>
                  </a:path>
                </a:pathLst>
              </a:custGeom>
              <a:solidFill>
                <a:srgbClr val="398D80"/>
              </a:solidFill>
              <a:ln>
                <a:noFill/>
              </a:ln>
            </p:spPr>
          </p:sp>
        </p:grpSp>
        <p:grpSp>
          <p:nvGrpSpPr>
            <p:cNvPr id="5794" name="Arrow | attention_summary → conditioning_concat | editable route">
              <a:extLst>
                <a:ext uri="{FF2B5EF4-FFF2-40B4-BE49-F238E27FC236}">
                  <a16:creationId xmlns:a16="http://schemas.microsoft.com/office/drawing/2014/main" id="{F9B45879-7D43-7FF8-4CDD-EF2C3133D243}"/>
                </a:ext>
              </a:extLst>
            </p:cNvPr>
            <p:cNvGrpSpPr/>
            <p:nvPr/>
          </p:nvGrpSpPr>
          <p:grpSpPr>
            <a:xfrm>
              <a:off x="1931400" y="4183560"/>
              <a:ext cx="525600" cy="261000"/>
              <a:chOff x="1931400" y="4183560"/>
              <a:chExt cx="525600" cy="261000"/>
            </a:xfrm>
          </p:grpSpPr>
          <p:sp>
            <p:nvSpPr>
              <p:cNvPr id="5792" name="Arrow | attention_summary → conditioning_concat">
                <a:extLst>
                  <a:ext uri="{FF2B5EF4-FFF2-40B4-BE49-F238E27FC236}">
                    <a16:creationId xmlns:a16="http://schemas.microsoft.com/office/drawing/2014/main" id="{80A0A921-84EC-26D9-1AD8-FB0ADB6D6BD1}"/>
                  </a:ext>
                </a:extLst>
              </p:cNvPr>
              <p:cNvSpPr/>
              <p:nvPr/>
            </p:nvSpPr>
            <p:spPr>
              <a:xfrm>
                <a:off x="1941480" y="4183560"/>
                <a:ext cx="515520" cy="235080"/>
              </a:xfrm>
              <a:custGeom>
                <a:avLst/>
                <a:gdLst/>
                <a:ahLst/>
                <a:cxnLst/>
                <a:rect l="0" t="0" r="r" b="b"/>
                <a:pathLst>
                  <a:path w="515520" h="235080" fill="none">
                    <a:moveTo>
                      <a:pt x="515520" y="0"/>
                    </a:moveTo>
                    <a:lnTo>
                      <a:pt x="515520" y="114840"/>
                    </a:lnTo>
                    <a:lnTo>
                      <a:pt x="0" y="114840"/>
                    </a:lnTo>
                    <a:lnTo>
                      <a:pt x="0" y="235080"/>
                    </a:lnTo>
                  </a:path>
                </a:pathLst>
              </a:custGeom>
              <a:ln w="5760" cap="flat">
                <a:solidFill>
                  <a:srgbClr val="398D80"/>
                </a:solidFill>
                <a:miter lim="800000"/>
              </a:ln>
            </p:spPr>
          </p:sp>
          <p:sp>
            <p:nvSpPr>
              <p:cNvPr id="5793" name="Arrow | attention_summary → conditioning_concat | arrowhead">
                <a:extLst>
                  <a:ext uri="{FF2B5EF4-FFF2-40B4-BE49-F238E27FC236}">
                    <a16:creationId xmlns:a16="http://schemas.microsoft.com/office/drawing/2014/main" id="{1C411320-66BB-50B0-9E37-CDAB1285785F}"/>
                  </a:ext>
                </a:extLst>
              </p:cNvPr>
              <p:cNvSpPr/>
              <p:nvPr/>
            </p:nvSpPr>
            <p:spPr>
              <a:xfrm>
                <a:off x="1931400" y="4418640"/>
                <a:ext cx="20160" cy="25920"/>
              </a:xfrm>
              <a:custGeom>
                <a:avLst/>
                <a:gdLst/>
                <a:ahLst/>
                <a:cxnLst/>
                <a:rect l="0" t="0" r="0" b="0"/>
                <a:pathLst>
                  <a:path w="20160" h="25920">
                    <a:moveTo>
                      <a:pt x="10080" y="25920"/>
                    </a:moveTo>
                    <a:lnTo>
                      <a:pt x="0" y="0"/>
                    </a:lnTo>
                    <a:lnTo>
                      <a:pt x="20160" y="0"/>
                    </a:lnTo>
                    <a:close/>
                  </a:path>
                </a:pathLst>
              </a:custGeom>
              <a:solidFill>
                <a:srgbClr val="398D80"/>
              </a:solidFill>
              <a:ln>
                <a:noFill/>
              </a:ln>
            </p:spPr>
          </p:sp>
        </p:grpSp>
        <p:grpSp>
          <p:nvGrpSpPr>
            <p:cNvPr id="5797" name="Arrow | conditioning_concat → conditioning_mlp | editable route">
              <a:extLst>
                <a:ext uri="{FF2B5EF4-FFF2-40B4-BE49-F238E27FC236}">
                  <a16:creationId xmlns:a16="http://schemas.microsoft.com/office/drawing/2014/main" id="{65762180-2842-5008-C585-08847E870BD1}"/>
                </a:ext>
              </a:extLst>
            </p:cNvPr>
            <p:cNvGrpSpPr/>
            <p:nvPr/>
          </p:nvGrpSpPr>
          <p:grpSpPr>
            <a:xfrm>
              <a:off x="1997280" y="4490280"/>
              <a:ext cx="172440" cy="20160"/>
              <a:chOff x="1997280" y="4490280"/>
              <a:chExt cx="172440" cy="20160"/>
            </a:xfrm>
          </p:grpSpPr>
          <p:sp>
            <p:nvSpPr>
              <p:cNvPr id="5795" name="Arrow | conditioning_concat → conditioning_mlp">
                <a:extLst>
                  <a:ext uri="{FF2B5EF4-FFF2-40B4-BE49-F238E27FC236}">
                    <a16:creationId xmlns:a16="http://schemas.microsoft.com/office/drawing/2014/main" id="{D23AA82E-1528-0D9A-E31B-6205EF06CBE7}"/>
                  </a:ext>
                </a:extLst>
              </p:cNvPr>
              <p:cNvSpPr/>
              <p:nvPr/>
            </p:nvSpPr>
            <p:spPr>
              <a:xfrm>
                <a:off x="1997280" y="4500360"/>
                <a:ext cx="146520" cy="36"/>
              </a:xfrm>
              <a:custGeom>
                <a:avLst/>
                <a:gdLst/>
                <a:ahLst/>
                <a:cxnLst/>
                <a:rect l="0" t="0" r="r" b="b"/>
                <a:pathLst>
                  <a:path w="146520" h="36" fill="none">
                    <a:moveTo>
                      <a:pt x="0" y="0"/>
                    </a:moveTo>
                    <a:lnTo>
                      <a:pt x="146520" y="0"/>
                    </a:lnTo>
                  </a:path>
                </a:pathLst>
              </a:custGeom>
              <a:ln w="5760" cap="flat">
                <a:solidFill>
                  <a:srgbClr val="398D80"/>
                </a:solidFill>
                <a:miter lim="800000"/>
              </a:ln>
            </p:spPr>
          </p:sp>
          <p:sp>
            <p:nvSpPr>
              <p:cNvPr id="5796" name="Arrow | conditioning_concat → conditioning_mlp | arrowhead">
                <a:extLst>
                  <a:ext uri="{FF2B5EF4-FFF2-40B4-BE49-F238E27FC236}">
                    <a16:creationId xmlns:a16="http://schemas.microsoft.com/office/drawing/2014/main" id="{B92F751D-9FA0-AA43-885A-E23A58A2CB0E}"/>
                  </a:ext>
                </a:extLst>
              </p:cNvPr>
              <p:cNvSpPr/>
              <p:nvPr/>
            </p:nvSpPr>
            <p:spPr>
              <a:xfrm>
                <a:off x="2143800" y="4490280"/>
                <a:ext cx="25920" cy="20160"/>
              </a:xfrm>
              <a:custGeom>
                <a:avLst/>
                <a:gdLst/>
                <a:ahLst/>
                <a:cxnLst/>
                <a:rect l="0" t="0" r="0" b="0"/>
                <a:pathLst>
                  <a:path w="25920" h="20160">
                    <a:moveTo>
                      <a:pt x="25920" y="10080"/>
                    </a:moveTo>
                    <a:lnTo>
                      <a:pt x="0" y="20160"/>
                    </a:lnTo>
                    <a:lnTo>
                      <a:pt x="0" y="0"/>
                    </a:lnTo>
                    <a:close/>
                  </a:path>
                </a:pathLst>
              </a:custGeom>
              <a:solidFill>
                <a:srgbClr val="398D80"/>
              </a:solidFill>
              <a:ln>
                <a:noFill/>
              </a:ln>
            </p:spPr>
          </p:sp>
        </p:grpSp>
        <p:grpSp>
          <p:nvGrpSpPr>
            <p:cNvPr id="5800" name="Arrow | conditioning_mlp → film_condition | editable route">
              <a:extLst>
                <a:ext uri="{FF2B5EF4-FFF2-40B4-BE49-F238E27FC236}">
                  <a16:creationId xmlns:a16="http://schemas.microsoft.com/office/drawing/2014/main" id="{B6E34B4B-7311-6273-B38F-0CBEBFB00CF8}"/>
                </a:ext>
              </a:extLst>
            </p:cNvPr>
            <p:cNvGrpSpPr/>
            <p:nvPr/>
          </p:nvGrpSpPr>
          <p:grpSpPr>
            <a:xfrm>
              <a:off x="2475360" y="4490280"/>
              <a:ext cx="254520" cy="20160"/>
              <a:chOff x="2475360" y="4490280"/>
              <a:chExt cx="254520" cy="20160"/>
            </a:xfrm>
          </p:grpSpPr>
          <p:sp>
            <p:nvSpPr>
              <p:cNvPr id="5798" name="Arrow | conditioning_mlp → film_condition">
                <a:extLst>
                  <a:ext uri="{FF2B5EF4-FFF2-40B4-BE49-F238E27FC236}">
                    <a16:creationId xmlns:a16="http://schemas.microsoft.com/office/drawing/2014/main" id="{7190050C-DF3F-952F-FD22-B29A1A2C26EB}"/>
                  </a:ext>
                </a:extLst>
              </p:cNvPr>
              <p:cNvSpPr/>
              <p:nvPr/>
            </p:nvSpPr>
            <p:spPr>
              <a:xfrm>
                <a:off x="2475360" y="4500360"/>
                <a:ext cx="228600" cy="36"/>
              </a:xfrm>
              <a:custGeom>
                <a:avLst/>
                <a:gdLst/>
                <a:ahLst/>
                <a:cxnLst/>
                <a:rect l="0" t="0" r="r" b="b"/>
                <a:pathLst>
                  <a:path w="228600" h="36" fill="none">
                    <a:moveTo>
                      <a:pt x="0" y="0"/>
                    </a:moveTo>
                    <a:lnTo>
                      <a:pt x="228600" y="0"/>
                    </a:lnTo>
                  </a:path>
                </a:pathLst>
              </a:custGeom>
              <a:ln w="5760" cap="flat">
                <a:solidFill>
                  <a:srgbClr val="398D80"/>
                </a:solidFill>
                <a:miter lim="800000"/>
              </a:ln>
            </p:spPr>
          </p:sp>
          <p:sp>
            <p:nvSpPr>
              <p:cNvPr id="5799" name="Arrow | conditioning_mlp → film_condition | arrowhead">
                <a:extLst>
                  <a:ext uri="{FF2B5EF4-FFF2-40B4-BE49-F238E27FC236}">
                    <a16:creationId xmlns:a16="http://schemas.microsoft.com/office/drawing/2014/main" id="{84F8A155-1A73-39CD-D7CD-7C5CBB36B2F5}"/>
                  </a:ext>
                </a:extLst>
              </p:cNvPr>
              <p:cNvSpPr/>
              <p:nvPr/>
            </p:nvSpPr>
            <p:spPr>
              <a:xfrm>
                <a:off x="2703960" y="4490280"/>
                <a:ext cx="25920" cy="20160"/>
              </a:xfrm>
              <a:custGeom>
                <a:avLst/>
                <a:gdLst/>
                <a:ahLst/>
                <a:cxnLst/>
                <a:rect l="0" t="0" r="0" b="0"/>
                <a:pathLst>
                  <a:path w="25920" h="20160">
                    <a:moveTo>
                      <a:pt x="25920" y="10080"/>
                    </a:moveTo>
                    <a:lnTo>
                      <a:pt x="0" y="20160"/>
                    </a:lnTo>
                    <a:lnTo>
                      <a:pt x="0" y="0"/>
                    </a:lnTo>
                    <a:close/>
                  </a:path>
                </a:pathLst>
              </a:custGeom>
              <a:solidFill>
                <a:srgbClr val="398D80"/>
              </a:solidFill>
              <a:ln>
                <a:noFill/>
              </a:ln>
            </p:spPr>
          </p:sp>
        </p:grpSp>
        <p:grpSp>
          <p:nvGrpSpPr>
            <p:cNvPr id="5803" name="Arrow | film → candidate_repr | editable route">
              <a:extLst>
                <a:ext uri="{FF2B5EF4-FFF2-40B4-BE49-F238E27FC236}">
                  <a16:creationId xmlns:a16="http://schemas.microsoft.com/office/drawing/2014/main" id="{DB606B43-37E5-A198-9A4D-66E82F7BA322}"/>
                </a:ext>
              </a:extLst>
            </p:cNvPr>
            <p:cNvGrpSpPr/>
            <p:nvPr/>
          </p:nvGrpSpPr>
          <p:grpSpPr>
            <a:xfrm>
              <a:off x="2828160" y="4608720"/>
              <a:ext cx="20160" cy="138240"/>
              <a:chOff x="2828160" y="4608720"/>
              <a:chExt cx="20160" cy="138240"/>
            </a:xfrm>
          </p:grpSpPr>
          <p:sp>
            <p:nvSpPr>
              <p:cNvPr id="5801" name="Arrow | film → candidate_repr">
                <a:extLst>
                  <a:ext uri="{FF2B5EF4-FFF2-40B4-BE49-F238E27FC236}">
                    <a16:creationId xmlns:a16="http://schemas.microsoft.com/office/drawing/2014/main" id="{791FBF78-0590-F991-241B-6110C38FC805}"/>
                  </a:ext>
                </a:extLst>
              </p:cNvPr>
              <p:cNvSpPr/>
              <p:nvPr/>
            </p:nvSpPr>
            <p:spPr>
              <a:xfrm>
                <a:off x="2838240" y="4608720"/>
                <a:ext cx="36" cy="112320"/>
              </a:xfrm>
              <a:custGeom>
                <a:avLst/>
                <a:gdLst/>
                <a:ahLst/>
                <a:cxnLst/>
                <a:rect l="0" t="0" r="r" b="b"/>
                <a:pathLst>
                  <a:path w="36" h="112320" fill="none">
                    <a:moveTo>
                      <a:pt x="0" y="0"/>
                    </a:moveTo>
                    <a:lnTo>
                      <a:pt x="0" y="112320"/>
                    </a:lnTo>
                  </a:path>
                </a:pathLst>
              </a:custGeom>
              <a:ln w="5760" cap="flat">
                <a:solidFill>
                  <a:srgbClr val="398D80"/>
                </a:solidFill>
                <a:miter lim="800000"/>
              </a:ln>
            </p:spPr>
          </p:sp>
          <p:sp>
            <p:nvSpPr>
              <p:cNvPr id="5802" name="Arrow | film → candidate_repr | arrowhead">
                <a:extLst>
                  <a:ext uri="{FF2B5EF4-FFF2-40B4-BE49-F238E27FC236}">
                    <a16:creationId xmlns:a16="http://schemas.microsoft.com/office/drawing/2014/main" id="{6047488B-8F37-C47D-7E82-804C8D64285F}"/>
                  </a:ext>
                </a:extLst>
              </p:cNvPr>
              <p:cNvSpPr/>
              <p:nvPr/>
            </p:nvSpPr>
            <p:spPr>
              <a:xfrm>
                <a:off x="2828160" y="4721040"/>
                <a:ext cx="20160" cy="25920"/>
              </a:xfrm>
              <a:custGeom>
                <a:avLst/>
                <a:gdLst/>
                <a:ahLst/>
                <a:cxnLst/>
                <a:rect l="0" t="0" r="0" b="0"/>
                <a:pathLst>
                  <a:path w="20160" h="25920">
                    <a:moveTo>
                      <a:pt x="10080" y="25920"/>
                    </a:moveTo>
                    <a:lnTo>
                      <a:pt x="0" y="0"/>
                    </a:lnTo>
                    <a:lnTo>
                      <a:pt x="20160" y="0"/>
                    </a:lnTo>
                    <a:close/>
                  </a:path>
                </a:pathLst>
              </a:custGeom>
              <a:solidFill>
                <a:srgbClr val="398D80"/>
              </a:solidFill>
              <a:ln>
                <a:noFill/>
              </a:ln>
            </p:spPr>
          </p:sp>
        </p:grpSp>
        <p:grpSp>
          <p:nvGrpSpPr>
            <p:cNvPr id="5806" name="Arrow | smiles → own_graph | editable route">
              <a:extLst>
                <a:ext uri="{FF2B5EF4-FFF2-40B4-BE49-F238E27FC236}">
                  <a16:creationId xmlns:a16="http://schemas.microsoft.com/office/drawing/2014/main" id="{55758EA8-29B8-2F24-2524-AABF6F629240}"/>
                </a:ext>
              </a:extLst>
            </p:cNvPr>
            <p:cNvGrpSpPr/>
            <p:nvPr/>
          </p:nvGrpSpPr>
          <p:grpSpPr>
            <a:xfrm>
              <a:off x="3348000" y="3028680"/>
              <a:ext cx="528120" cy="693360"/>
              <a:chOff x="3348000" y="3028680"/>
              <a:chExt cx="528120" cy="693360"/>
            </a:xfrm>
          </p:grpSpPr>
          <p:sp>
            <p:nvSpPr>
              <p:cNvPr id="5804" name="Arrow | smiles → own_graph">
                <a:extLst>
                  <a:ext uri="{FF2B5EF4-FFF2-40B4-BE49-F238E27FC236}">
                    <a16:creationId xmlns:a16="http://schemas.microsoft.com/office/drawing/2014/main" id="{113CB112-717C-BE2F-D199-300D71977FCC}"/>
                  </a:ext>
                </a:extLst>
              </p:cNvPr>
              <p:cNvSpPr/>
              <p:nvPr/>
            </p:nvSpPr>
            <p:spPr>
              <a:xfrm>
                <a:off x="3348000" y="3028680"/>
                <a:ext cx="528120" cy="667440"/>
              </a:xfrm>
              <a:custGeom>
                <a:avLst/>
                <a:gdLst/>
                <a:ahLst/>
                <a:cxnLst/>
                <a:rect l="0" t="0" r="r" b="b"/>
                <a:pathLst>
                  <a:path w="528120" h="667440" fill="none">
                    <a:moveTo>
                      <a:pt x="528120" y="0"/>
                    </a:moveTo>
                    <a:lnTo>
                      <a:pt x="446400" y="0"/>
                    </a:lnTo>
                    <a:lnTo>
                      <a:pt x="446400" y="142920"/>
                    </a:lnTo>
                    <a:lnTo>
                      <a:pt x="0" y="142920"/>
                    </a:lnTo>
                    <a:lnTo>
                      <a:pt x="0" y="636120"/>
                    </a:lnTo>
                    <a:lnTo>
                      <a:pt x="96840" y="636120"/>
                    </a:lnTo>
                    <a:lnTo>
                      <a:pt x="96840" y="667440"/>
                    </a:lnTo>
                  </a:path>
                </a:pathLst>
              </a:custGeom>
              <a:ln w="5040" cap="flat">
                <a:solidFill>
                  <a:srgbClr val="398D80"/>
                </a:solidFill>
                <a:miter lim="800000"/>
              </a:ln>
            </p:spPr>
          </p:sp>
          <p:sp>
            <p:nvSpPr>
              <p:cNvPr id="5805" name="Arrow | smiles → own_graph | arrowhead">
                <a:extLst>
                  <a:ext uri="{FF2B5EF4-FFF2-40B4-BE49-F238E27FC236}">
                    <a16:creationId xmlns:a16="http://schemas.microsoft.com/office/drawing/2014/main" id="{84114977-F3F5-9B88-7FCA-BB15A81FB17A}"/>
                  </a:ext>
                </a:extLst>
              </p:cNvPr>
              <p:cNvSpPr/>
              <p:nvPr/>
            </p:nvSpPr>
            <p:spPr>
              <a:xfrm>
                <a:off x="3434760" y="3696120"/>
                <a:ext cx="20160" cy="25920"/>
              </a:xfrm>
              <a:custGeom>
                <a:avLst/>
                <a:gdLst/>
                <a:ahLst/>
                <a:cxnLst/>
                <a:rect l="0" t="0" r="0" b="0"/>
                <a:pathLst>
                  <a:path w="20160" h="25920">
                    <a:moveTo>
                      <a:pt x="10080" y="25920"/>
                    </a:moveTo>
                    <a:lnTo>
                      <a:pt x="0" y="0"/>
                    </a:lnTo>
                    <a:lnTo>
                      <a:pt x="20160" y="0"/>
                    </a:lnTo>
                    <a:close/>
                  </a:path>
                </a:pathLst>
              </a:custGeom>
              <a:solidFill>
                <a:srgbClr val="398D80"/>
              </a:solidFill>
              <a:ln>
                <a:noFill/>
              </a:ln>
            </p:spPr>
          </p:sp>
        </p:grpSp>
        <p:grpSp>
          <p:nvGrpSpPr>
            <p:cNvPr id="5809" name="Arrow | own_graph → graph_attention_KV | editable route">
              <a:extLst>
                <a:ext uri="{FF2B5EF4-FFF2-40B4-BE49-F238E27FC236}">
                  <a16:creationId xmlns:a16="http://schemas.microsoft.com/office/drawing/2014/main" id="{8B71D384-CA46-D892-9D0D-889E33A4AD52}"/>
                </a:ext>
              </a:extLst>
            </p:cNvPr>
            <p:cNvGrpSpPr/>
            <p:nvPr/>
          </p:nvGrpSpPr>
          <p:grpSpPr>
            <a:xfrm>
              <a:off x="3326400" y="3807000"/>
              <a:ext cx="73440" cy="424080"/>
              <a:chOff x="3326400" y="3807000"/>
              <a:chExt cx="73440" cy="424080"/>
            </a:xfrm>
          </p:grpSpPr>
          <p:sp>
            <p:nvSpPr>
              <p:cNvPr id="5807" name="Arrow | own_graph → graph_attention_KV">
                <a:extLst>
                  <a:ext uri="{FF2B5EF4-FFF2-40B4-BE49-F238E27FC236}">
                    <a16:creationId xmlns:a16="http://schemas.microsoft.com/office/drawing/2014/main" id="{69CA1E79-C121-B2AA-7DE9-16F969CB486F}"/>
                  </a:ext>
                </a:extLst>
              </p:cNvPr>
              <p:cNvSpPr/>
              <p:nvPr/>
            </p:nvSpPr>
            <p:spPr>
              <a:xfrm>
                <a:off x="3326400" y="3807000"/>
                <a:ext cx="47520" cy="414000"/>
              </a:xfrm>
              <a:custGeom>
                <a:avLst/>
                <a:gdLst/>
                <a:ahLst/>
                <a:cxnLst/>
                <a:rect l="0" t="0" r="r" b="b"/>
                <a:pathLst>
                  <a:path w="47520" h="414000" fill="none">
                    <a:moveTo>
                      <a:pt x="39960" y="0"/>
                    </a:moveTo>
                    <a:lnTo>
                      <a:pt x="0" y="0"/>
                    </a:lnTo>
                    <a:lnTo>
                      <a:pt x="0" y="414000"/>
                    </a:lnTo>
                    <a:lnTo>
                      <a:pt x="47520" y="414000"/>
                    </a:lnTo>
                  </a:path>
                </a:pathLst>
              </a:custGeom>
              <a:ln w="5040" cap="flat">
                <a:solidFill>
                  <a:srgbClr val="398D80"/>
                </a:solidFill>
                <a:miter lim="800000"/>
              </a:ln>
            </p:spPr>
          </p:sp>
          <p:sp>
            <p:nvSpPr>
              <p:cNvPr id="5808" name="Arrow | own_graph → graph_attention_KV | arrowhead">
                <a:extLst>
                  <a:ext uri="{FF2B5EF4-FFF2-40B4-BE49-F238E27FC236}">
                    <a16:creationId xmlns:a16="http://schemas.microsoft.com/office/drawing/2014/main" id="{B80E1CA4-984F-0F10-06C5-12F1FDF9EAF3}"/>
                  </a:ext>
                </a:extLst>
              </p:cNvPr>
              <p:cNvSpPr/>
              <p:nvPr/>
            </p:nvSpPr>
            <p:spPr>
              <a:xfrm>
                <a:off x="3373920" y="4210920"/>
                <a:ext cx="25920" cy="20160"/>
              </a:xfrm>
              <a:custGeom>
                <a:avLst/>
                <a:gdLst/>
                <a:ahLst/>
                <a:cxnLst/>
                <a:rect l="0" t="0" r="0" b="0"/>
                <a:pathLst>
                  <a:path w="25920" h="20160">
                    <a:moveTo>
                      <a:pt x="25920" y="10080"/>
                    </a:moveTo>
                    <a:lnTo>
                      <a:pt x="0" y="20160"/>
                    </a:lnTo>
                    <a:lnTo>
                      <a:pt x="0" y="0"/>
                    </a:lnTo>
                    <a:close/>
                  </a:path>
                </a:pathLst>
              </a:custGeom>
              <a:solidFill>
                <a:srgbClr val="398D80"/>
              </a:solidFill>
              <a:ln>
                <a:noFill/>
              </a:ln>
            </p:spPr>
          </p:sp>
        </p:grpSp>
        <p:grpSp>
          <p:nvGrpSpPr>
            <p:cNvPr id="5812" name="Arrow | language_vector → graph_attention_Q | editable route">
              <a:extLst>
                <a:ext uri="{FF2B5EF4-FFF2-40B4-BE49-F238E27FC236}">
                  <a16:creationId xmlns:a16="http://schemas.microsoft.com/office/drawing/2014/main" id="{7409FA57-1364-B1C5-540D-835DE0AB313B}"/>
                </a:ext>
              </a:extLst>
            </p:cNvPr>
            <p:cNvGrpSpPr/>
            <p:nvPr/>
          </p:nvGrpSpPr>
          <p:grpSpPr>
            <a:xfrm>
              <a:off x="3718440" y="3812400"/>
              <a:ext cx="223560" cy="316800"/>
              <a:chOff x="3718440" y="3812400"/>
              <a:chExt cx="223560" cy="316800"/>
            </a:xfrm>
          </p:grpSpPr>
          <p:sp>
            <p:nvSpPr>
              <p:cNvPr id="5810" name="Arrow | language_vector → graph_attention_Q">
                <a:extLst>
                  <a:ext uri="{FF2B5EF4-FFF2-40B4-BE49-F238E27FC236}">
                    <a16:creationId xmlns:a16="http://schemas.microsoft.com/office/drawing/2014/main" id="{0B210CAA-FAE6-484A-7F7A-4871E875EE74}"/>
                  </a:ext>
                </a:extLst>
              </p:cNvPr>
              <p:cNvSpPr/>
              <p:nvPr/>
            </p:nvSpPr>
            <p:spPr>
              <a:xfrm>
                <a:off x="3728520" y="3812400"/>
                <a:ext cx="213480" cy="290880"/>
              </a:xfrm>
              <a:custGeom>
                <a:avLst/>
                <a:gdLst/>
                <a:ahLst/>
                <a:cxnLst/>
                <a:rect l="0" t="0" r="r" b="b"/>
                <a:pathLst>
                  <a:path w="213480" h="290880" fill="none">
                    <a:moveTo>
                      <a:pt x="213480" y="0"/>
                    </a:moveTo>
                    <a:lnTo>
                      <a:pt x="116280" y="0"/>
                    </a:lnTo>
                    <a:lnTo>
                      <a:pt x="116280" y="264600"/>
                    </a:lnTo>
                    <a:lnTo>
                      <a:pt x="0" y="264600"/>
                    </a:lnTo>
                    <a:lnTo>
                      <a:pt x="0" y="290880"/>
                    </a:lnTo>
                  </a:path>
                </a:pathLst>
              </a:custGeom>
              <a:ln w="5040" cap="flat">
                <a:solidFill>
                  <a:srgbClr val="438FC1"/>
                </a:solidFill>
                <a:miter lim="800000"/>
              </a:ln>
            </p:spPr>
          </p:sp>
          <p:sp>
            <p:nvSpPr>
              <p:cNvPr id="5811" name="Arrow | language_vector → graph_attention_Q | arrowhead">
                <a:extLst>
                  <a:ext uri="{FF2B5EF4-FFF2-40B4-BE49-F238E27FC236}">
                    <a16:creationId xmlns:a16="http://schemas.microsoft.com/office/drawing/2014/main" id="{36AB5FFE-D653-1570-9860-87C12F04EC31}"/>
                  </a:ext>
                </a:extLst>
              </p:cNvPr>
              <p:cNvSpPr/>
              <p:nvPr/>
            </p:nvSpPr>
            <p:spPr>
              <a:xfrm>
                <a:off x="3718440" y="4103280"/>
                <a:ext cx="20160" cy="25920"/>
              </a:xfrm>
              <a:custGeom>
                <a:avLst/>
                <a:gdLst/>
                <a:ahLst/>
                <a:cxnLst/>
                <a:rect l="0" t="0" r="0" b="0"/>
                <a:pathLst>
                  <a:path w="20160" h="25920">
                    <a:moveTo>
                      <a:pt x="10080" y="25920"/>
                    </a:moveTo>
                    <a:lnTo>
                      <a:pt x="0" y="0"/>
                    </a:lnTo>
                    <a:lnTo>
                      <a:pt x="20160" y="0"/>
                    </a:lnTo>
                    <a:close/>
                  </a:path>
                </a:pathLst>
              </a:custGeom>
              <a:solidFill>
                <a:srgbClr val="438FC1"/>
              </a:solidFill>
              <a:ln>
                <a:noFill/>
              </a:ln>
            </p:spPr>
          </p:sp>
        </p:grpSp>
        <p:grpSp>
          <p:nvGrpSpPr>
            <p:cNvPr id="5815" name="Arrow | language_vector → context_attention_Q | editable route">
              <a:extLst>
                <a:ext uri="{FF2B5EF4-FFF2-40B4-BE49-F238E27FC236}">
                  <a16:creationId xmlns:a16="http://schemas.microsoft.com/office/drawing/2014/main" id="{BABE736C-A6F9-DF0B-3F6E-0CC20AEEFE7F}"/>
                </a:ext>
              </a:extLst>
            </p:cNvPr>
            <p:cNvGrpSpPr/>
            <p:nvPr/>
          </p:nvGrpSpPr>
          <p:grpSpPr>
            <a:xfrm>
              <a:off x="4280400" y="3812400"/>
              <a:ext cx="330480" cy="316800"/>
              <a:chOff x="4280400" y="3812400"/>
              <a:chExt cx="330480" cy="316800"/>
            </a:xfrm>
          </p:grpSpPr>
          <p:sp>
            <p:nvSpPr>
              <p:cNvPr id="5813" name="Arrow | language_vector → context_attention_Q">
                <a:extLst>
                  <a:ext uri="{FF2B5EF4-FFF2-40B4-BE49-F238E27FC236}">
                    <a16:creationId xmlns:a16="http://schemas.microsoft.com/office/drawing/2014/main" id="{5EAB4801-B2AB-39E3-11D8-D125F341830E}"/>
                  </a:ext>
                </a:extLst>
              </p:cNvPr>
              <p:cNvSpPr/>
              <p:nvPr/>
            </p:nvSpPr>
            <p:spPr>
              <a:xfrm>
                <a:off x="4280400" y="3812400"/>
                <a:ext cx="320400" cy="290880"/>
              </a:xfrm>
              <a:custGeom>
                <a:avLst/>
                <a:gdLst/>
                <a:ahLst/>
                <a:cxnLst/>
                <a:rect l="0" t="0" r="r" b="b"/>
                <a:pathLst>
                  <a:path w="320400" h="290880" fill="none">
                    <a:moveTo>
                      <a:pt x="0" y="0"/>
                    </a:moveTo>
                    <a:lnTo>
                      <a:pt x="154800" y="0"/>
                    </a:lnTo>
                    <a:lnTo>
                      <a:pt x="154800" y="264600"/>
                    </a:lnTo>
                    <a:lnTo>
                      <a:pt x="320400" y="264600"/>
                    </a:lnTo>
                    <a:lnTo>
                      <a:pt x="320400" y="290880"/>
                    </a:lnTo>
                  </a:path>
                </a:pathLst>
              </a:custGeom>
              <a:ln w="5040" cap="flat">
                <a:solidFill>
                  <a:srgbClr val="438FC1"/>
                </a:solidFill>
                <a:miter lim="800000"/>
              </a:ln>
            </p:spPr>
          </p:sp>
          <p:sp>
            <p:nvSpPr>
              <p:cNvPr id="5814" name="Arrow | language_vector → context_attention_Q | arrowhead">
                <a:extLst>
                  <a:ext uri="{FF2B5EF4-FFF2-40B4-BE49-F238E27FC236}">
                    <a16:creationId xmlns:a16="http://schemas.microsoft.com/office/drawing/2014/main" id="{87FDC691-8CB6-A3D8-518F-E4EB2744414D}"/>
                  </a:ext>
                </a:extLst>
              </p:cNvPr>
              <p:cNvSpPr/>
              <p:nvPr/>
            </p:nvSpPr>
            <p:spPr>
              <a:xfrm>
                <a:off x="4590720" y="4103280"/>
                <a:ext cx="20160" cy="25920"/>
              </a:xfrm>
              <a:custGeom>
                <a:avLst/>
                <a:gdLst/>
                <a:ahLst/>
                <a:cxnLst/>
                <a:rect l="0" t="0" r="0" b="0"/>
                <a:pathLst>
                  <a:path w="20160" h="25920">
                    <a:moveTo>
                      <a:pt x="10080" y="25920"/>
                    </a:moveTo>
                    <a:lnTo>
                      <a:pt x="0" y="0"/>
                    </a:lnTo>
                    <a:lnTo>
                      <a:pt x="20160" y="0"/>
                    </a:lnTo>
                    <a:close/>
                  </a:path>
                </a:pathLst>
              </a:custGeom>
              <a:solidFill>
                <a:srgbClr val="438FC1"/>
              </a:solidFill>
              <a:ln>
                <a:noFill/>
              </a:ln>
            </p:spPr>
          </p:sp>
        </p:grpSp>
        <p:grpSp>
          <p:nvGrpSpPr>
            <p:cNvPr id="5818" name="Arrow | graph_attention_out → identity_concat | editable route">
              <a:extLst>
                <a:ext uri="{FF2B5EF4-FFF2-40B4-BE49-F238E27FC236}">
                  <a16:creationId xmlns:a16="http://schemas.microsoft.com/office/drawing/2014/main" id="{2761AEFD-005B-1E4E-90D7-34609C2DC976}"/>
                </a:ext>
              </a:extLst>
            </p:cNvPr>
            <p:cNvGrpSpPr/>
            <p:nvPr/>
          </p:nvGrpSpPr>
          <p:grpSpPr>
            <a:xfrm>
              <a:off x="3728520" y="4313160"/>
              <a:ext cx="387720" cy="197280"/>
              <a:chOff x="3728520" y="4313160"/>
              <a:chExt cx="387720" cy="197280"/>
            </a:xfrm>
          </p:grpSpPr>
          <p:sp>
            <p:nvSpPr>
              <p:cNvPr id="5816" name="Arrow | graph_attention_out → identity_concat">
                <a:extLst>
                  <a:ext uri="{FF2B5EF4-FFF2-40B4-BE49-F238E27FC236}">
                    <a16:creationId xmlns:a16="http://schemas.microsoft.com/office/drawing/2014/main" id="{9C77F88A-8670-5EDF-0B94-89A6C222596E}"/>
                  </a:ext>
                </a:extLst>
              </p:cNvPr>
              <p:cNvSpPr/>
              <p:nvPr/>
            </p:nvSpPr>
            <p:spPr>
              <a:xfrm>
                <a:off x="3728520" y="4313160"/>
                <a:ext cx="361800" cy="187200"/>
              </a:xfrm>
              <a:custGeom>
                <a:avLst/>
                <a:gdLst/>
                <a:ahLst/>
                <a:cxnLst/>
                <a:rect l="0" t="0" r="r" b="b"/>
                <a:pathLst>
                  <a:path w="361800" h="187200" fill="none">
                    <a:moveTo>
                      <a:pt x="0" y="0"/>
                    </a:moveTo>
                    <a:lnTo>
                      <a:pt x="0" y="187200"/>
                    </a:lnTo>
                    <a:lnTo>
                      <a:pt x="361800" y="187200"/>
                    </a:lnTo>
                  </a:path>
                </a:pathLst>
              </a:custGeom>
              <a:ln w="5040" cap="flat">
                <a:solidFill>
                  <a:srgbClr val="398D80"/>
                </a:solidFill>
                <a:miter lim="800000"/>
              </a:ln>
            </p:spPr>
          </p:sp>
          <p:sp>
            <p:nvSpPr>
              <p:cNvPr id="5817" name="Arrow | graph_attention_out → identity_concat | arrowhead">
                <a:extLst>
                  <a:ext uri="{FF2B5EF4-FFF2-40B4-BE49-F238E27FC236}">
                    <a16:creationId xmlns:a16="http://schemas.microsoft.com/office/drawing/2014/main" id="{4D4E28F7-248C-5D80-DC4D-D24BA23F37A8}"/>
                  </a:ext>
                </a:extLst>
              </p:cNvPr>
              <p:cNvSpPr/>
              <p:nvPr/>
            </p:nvSpPr>
            <p:spPr>
              <a:xfrm>
                <a:off x="4090320" y="4490280"/>
                <a:ext cx="25920" cy="20160"/>
              </a:xfrm>
              <a:custGeom>
                <a:avLst/>
                <a:gdLst/>
                <a:ahLst/>
                <a:cxnLst/>
                <a:rect l="0" t="0" r="0" b="0"/>
                <a:pathLst>
                  <a:path w="25920" h="20160">
                    <a:moveTo>
                      <a:pt x="25920" y="10080"/>
                    </a:moveTo>
                    <a:lnTo>
                      <a:pt x="0" y="20160"/>
                    </a:lnTo>
                    <a:lnTo>
                      <a:pt x="0" y="0"/>
                    </a:lnTo>
                    <a:close/>
                  </a:path>
                </a:pathLst>
              </a:custGeom>
              <a:solidFill>
                <a:srgbClr val="398D80"/>
              </a:solidFill>
              <a:ln>
                <a:noFill/>
              </a:ln>
            </p:spPr>
          </p:sp>
        </p:grpSp>
        <p:grpSp>
          <p:nvGrpSpPr>
            <p:cNvPr id="5821" name="Arrow | context_attention_out → identity_concat | editable route">
              <a:extLst>
                <a:ext uri="{FF2B5EF4-FFF2-40B4-BE49-F238E27FC236}">
                  <a16:creationId xmlns:a16="http://schemas.microsoft.com/office/drawing/2014/main" id="{5EEFCC2C-7117-A8F0-B94E-2046FC60DF55}"/>
                </a:ext>
              </a:extLst>
            </p:cNvPr>
            <p:cNvGrpSpPr/>
            <p:nvPr/>
          </p:nvGrpSpPr>
          <p:grpSpPr>
            <a:xfrm>
              <a:off x="4227840" y="4313160"/>
              <a:ext cx="476280" cy="197280"/>
              <a:chOff x="4227840" y="4313160"/>
              <a:chExt cx="476280" cy="197280"/>
            </a:xfrm>
          </p:grpSpPr>
          <p:sp>
            <p:nvSpPr>
              <p:cNvPr id="5819" name="Arrow | context_attention_out → identity_concat">
                <a:extLst>
                  <a:ext uri="{FF2B5EF4-FFF2-40B4-BE49-F238E27FC236}">
                    <a16:creationId xmlns:a16="http://schemas.microsoft.com/office/drawing/2014/main" id="{083AFD04-34A0-419D-6902-A89DC0965244}"/>
                  </a:ext>
                </a:extLst>
              </p:cNvPr>
              <p:cNvSpPr/>
              <p:nvPr/>
            </p:nvSpPr>
            <p:spPr>
              <a:xfrm>
                <a:off x="4253760" y="4313160"/>
                <a:ext cx="450360" cy="187200"/>
              </a:xfrm>
              <a:custGeom>
                <a:avLst/>
                <a:gdLst/>
                <a:ahLst/>
                <a:cxnLst/>
                <a:rect l="0" t="0" r="r" b="b"/>
                <a:pathLst>
                  <a:path w="450360" h="187200" fill="none">
                    <a:moveTo>
                      <a:pt x="450360" y="0"/>
                    </a:moveTo>
                    <a:lnTo>
                      <a:pt x="450360" y="187200"/>
                    </a:lnTo>
                    <a:lnTo>
                      <a:pt x="0" y="187200"/>
                    </a:lnTo>
                  </a:path>
                </a:pathLst>
              </a:custGeom>
              <a:ln w="5040" cap="flat">
                <a:solidFill>
                  <a:srgbClr val="398D80"/>
                </a:solidFill>
                <a:miter lim="800000"/>
              </a:ln>
            </p:spPr>
          </p:sp>
          <p:sp>
            <p:nvSpPr>
              <p:cNvPr id="5820" name="Arrow | context_attention_out → identity_concat | arrowhead">
                <a:extLst>
                  <a:ext uri="{FF2B5EF4-FFF2-40B4-BE49-F238E27FC236}">
                    <a16:creationId xmlns:a16="http://schemas.microsoft.com/office/drawing/2014/main" id="{25952AEC-F950-5E9D-B65A-9F6DEDB4F4E1}"/>
                  </a:ext>
                </a:extLst>
              </p:cNvPr>
              <p:cNvSpPr/>
              <p:nvPr/>
            </p:nvSpPr>
            <p:spPr>
              <a:xfrm>
                <a:off x="4227840" y="4490280"/>
                <a:ext cx="25920" cy="20160"/>
              </a:xfrm>
              <a:custGeom>
                <a:avLst/>
                <a:gdLst/>
                <a:ahLst/>
                <a:cxnLst/>
                <a:rect l="0" t="0" r="0" b="0"/>
                <a:pathLst>
                  <a:path w="25920" h="20160">
                    <a:moveTo>
                      <a:pt x="0" y="10080"/>
                    </a:moveTo>
                    <a:lnTo>
                      <a:pt x="25920" y="0"/>
                    </a:lnTo>
                    <a:lnTo>
                      <a:pt x="25920" y="20160"/>
                    </a:lnTo>
                    <a:close/>
                  </a:path>
                </a:pathLst>
              </a:custGeom>
              <a:solidFill>
                <a:srgbClr val="398D80"/>
              </a:solidFill>
              <a:ln>
                <a:noFill/>
              </a:ln>
            </p:spPr>
          </p:sp>
        </p:grpSp>
        <p:grpSp>
          <p:nvGrpSpPr>
            <p:cNvPr id="5824" name="Arrow | language_vector → identity_concat | editable route">
              <a:extLst>
                <a:ext uri="{FF2B5EF4-FFF2-40B4-BE49-F238E27FC236}">
                  <a16:creationId xmlns:a16="http://schemas.microsoft.com/office/drawing/2014/main" id="{EA6764B7-7056-3575-B771-E40FDEE069FC}"/>
                </a:ext>
              </a:extLst>
            </p:cNvPr>
            <p:cNvGrpSpPr/>
            <p:nvPr/>
          </p:nvGrpSpPr>
          <p:grpSpPr>
            <a:xfrm>
              <a:off x="4106160" y="3850200"/>
              <a:ext cx="75960" cy="594360"/>
              <a:chOff x="4106160" y="3850200"/>
              <a:chExt cx="75960" cy="594360"/>
            </a:xfrm>
          </p:grpSpPr>
          <p:sp>
            <p:nvSpPr>
              <p:cNvPr id="5822" name="Arrow | language_vector → identity_concat">
                <a:extLst>
                  <a:ext uri="{FF2B5EF4-FFF2-40B4-BE49-F238E27FC236}">
                    <a16:creationId xmlns:a16="http://schemas.microsoft.com/office/drawing/2014/main" id="{45AEAF1F-739C-40BE-512B-D9563589074F}"/>
                  </a:ext>
                </a:extLst>
              </p:cNvPr>
              <p:cNvSpPr/>
              <p:nvPr/>
            </p:nvSpPr>
            <p:spPr>
              <a:xfrm>
                <a:off x="4106160" y="3850200"/>
                <a:ext cx="65880" cy="568440"/>
              </a:xfrm>
              <a:custGeom>
                <a:avLst/>
                <a:gdLst/>
                <a:ahLst/>
                <a:cxnLst/>
                <a:rect l="0" t="0" r="r" b="b"/>
                <a:pathLst>
                  <a:path w="65880" h="568440" fill="none">
                    <a:moveTo>
                      <a:pt x="0" y="0"/>
                    </a:moveTo>
                    <a:lnTo>
                      <a:pt x="0" y="523800"/>
                    </a:lnTo>
                    <a:lnTo>
                      <a:pt x="65880" y="523800"/>
                    </a:lnTo>
                    <a:lnTo>
                      <a:pt x="65880" y="568440"/>
                    </a:lnTo>
                  </a:path>
                </a:pathLst>
              </a:custGeom>
              <a:ln w="5040" cap="flat">
                <a:solidFill>
                  <a:srgbClr val="398D80"/>
                </a:solidFill>
                <a:miter lim="800000"/>
              </a:ln>
            </p:spPr>
          </p:sp>
          <p:sp>
            <p:nvSpPr>
              <p:cNvPr id="5823" name="Arrow | language_vector → identity_concat | arrowhead">
                <a:extLst>
                  <a:ext uri="{FF2B5EF4-FFF2-40B4-BE49-F238E27FC236}">
                    <a16:creationId xmlns:a16="http://schemas.microsoft.com/office/drawing/2014/main" id="{90B2D5DA-CE2D-5872-2EB5-DDB9729A2DD0}"/>
                  </a:ext>
                </a:extLst>
              </p:cNvPr>
              <p:cNvSpPr/>
              <p:nvPr/>
            </p:nvSpPr>
            <p:spPr>
              <a:xfrm>
                <a:off x="4161960" y="4418640"/>
                <a:ext cx="20160" cy="25920"/>
              </a:xfrm>
              <a:custGeom>
                <a:avLst/>
                <a:gdLst/>
                <a:ahLst/>
                <a:cxnLst/>
                <a:rect l="0" t="0" r="0" b="0"/>
                <a:pathLst>
                  <a:path w="20160" h="25920">
                    <a:moveTo>
                      <a:pt x="10080" y="25920"/>
                    </a:moveTo>
                    <a:lnTo>
                      <a:pt x="0" y="0"/>
                    </a:lnTo>
                    <a:lnTo>
                      <a:pt x="20160" y="0"/>
                    </a:lnTo>
                    <a:close/>
                  </a:path>
                </a:pathLst>
              </a:custGeom>
              <a:solidFill>
                <a:srgbClr val="398D80"/>
              </a:solidFill>
              <a:ln>
                <a:noFill/>
              </a:ln>
            </p:spPr>
          </p:sp>
        </p:grpSp>
        <p:grpSp>
          <p:nvGrpSpPr>
            <p:cNvPr id="5827" name="Arrow | identity_concat → identity_repr | editable route">
              <a:extLst>
                <a:ext uri="{FF2B5EF4-FFF2-40B4-BE49-F238E27FC236}">
                  <a16:creationId xmlns:a16="http://schemas.microsoft.com/office/drawing/2014/main" id="{7511A203-0656-4210-2F14-5997E2DAE599}"/>
                </a:ext>
              </a:extLst>
            </p:cNvPr>
            <p:cNvGrpSpPr/>
            <p:nvPr/>
          </p:nvGrpSpPr>
          <p:grpSpPr>
            <a:xfrm>
              <a:off x="4161960" y="4556160"/>
              <a:ext cx="20160" cy="190800"/>
              <a:chOff x="4161960" y="4556160"/>
              <a:chExt cx="20160" cy="190800"/>
            </a:xfrm>
          </p:grpSpPr>
          <p:sp>
            <p:nvSpPr>
              <p:cNvPr id="5825" name="Arrow | identity_concat → identity_repr">
                <a:extLst>
                  <a:ext uri="{FF2B5EF4-FFF2-40B4-BE49-F238E27FC236}">
                    <a16:creationId xmlns:a16="http://schemas.microsoft.com/office/drawing/2014/main" id="{768BF2EC-2E64-EF28-47D8-F2C943576448}"/>
                  </a:ext>
                </a:extLst>
              </p:cNvPr>
              <p:cNvSpPr/>
              <p:nvPr/>
            </p:nvSpPr>
            <p:spPr>
              <a:xfrm>
                <a:off x="4172040" y="4556160"/>
                <a:ext cx="36" cy="164880"/>
              </a:xfrm>
              <a:custGeom>
                <a:avLst/>
                <a:gdLst/>
                <a:ahLst/>
                <a:cxnLst/>
                <a:rect l="0" t="0" r="r" b="b"/>
                <a:pathLst>
                  <a:path w="36" h="164880" fill="none">
                    <a:moveTo>
                      <a:pt x="0" y="0"/>
                    </a:moveTo>
                    <a:lnTo>
                      <a:pt x="0" y="164880"/>
                    </a:lnTo>
                  </a:path>
                </a:pathLst>
              </a:custGeom>
              <a:ln w="5040" cap="flat">
                <a:solidFill>
                  <a:srgbClr val="398D80"/>
                </a:solidFill>
                <a:miter lim="800000"/>
              </a:ln>
            </p:spPr>
          </p:sp>
          <p:sp>
            <p:nvSpPr>
              <p:cNvPr id="5826" name="Arrow | identity_concat → identity_repr | arrowhead">
                <a:extLst>
                  <a:ext uri="{FF2B5EF4-FFF2-40B4-BE49-F238E27FC236}">
                    <a16:creationId xmlns:a16="http://schemas.microsoft.com/office/drawing/2014/main" id="{A2E6030B-9E1F-F303-6C45-C6C3803DCD82}"/>
                  </a:ext>
                </a:extLst>
              </p:cNvPr>
              <p:cNvSpPr/>
              <p:nvPr/>
            </p:nvSpPr>
            <p:spPr>
              <a:xfrm>
                <a:off x="4161960" y="4721040"/>
                <a:ext cx="20160" cy="25920"/>
              </a:xfrm>
              <a:custGeom>
                <a:avLst/>
                <a:gdLst/>
                <a:ahLst/>
                <a:cxnLst/>
                <a:rect l="0" t="0" r="0" b="0"/>
                <a:pathLst>
                  <a:path w="20160" h="25920">
                    <a:moveTo>
                      <a:pt x="10080" y="25920"/>
                    </a:moveTo>
                    <a:lnTo>
                      <a:pt x="0" y="0"/>
                    </a:lnTo>
                    <a:lnTo>
                      <a:pt x="20160" y="0"/>
                    </a:lnTo>
                    <a:close/>
                  </a:path>
                </a:pathLst>
              </a:custGeom>
              <a:solidFill>
                <a:srgbClr val="398D80"/>
              </a:solidFill>
              <a:ln>
                <a:noFill/>
              </a:ln>
            </p:spPr>
          </p:sp>
        </p:grpSp>
        <p:grpSp>
          <p:nvGrpSpPr>
            <p:cNvPr id="5830" name="Arrow | candidate_repr → scoring_candidate | editable route">
              <a:extLst>
                <a:ext uri="{FF2B5EF4-FFF2-40B4-BE49-F238E27FC236}">
                  <a16:creationId xmlns:a16="http://schemas.microsoft.com/office/drawing/2014/main" id="{C3124F7B-3612-F4CB-8887-F43095EC81C3}"/>
                </a:ext>
              </a:extLst>
            </p:cNvPr>
            <p:cNvGrpSpPr/>
            <p:nvPr/>
          </p:nvGrpSpPr>
          <p:grpSpPr>
            <a:xfrm>
              <a:off x="2841480" y="4819320"/>
              <a:ext cx="603000" cy="292320"/>
              <a:chOff x="2841480" y="4819320"/>
              <a:chExt cx="603000" cy="292320"/>
            </a:xfrm>
          </p:grpSpPr>
          <p:sp>
            <p:nvSpPr>
              <p:cNvPr id="5828" name="Arrow | candidate_repr → scoring_candidate">
                <a:extLst>
                  <a:ext uri="{FF2B5EF4-FFF2-40B4-BE49-F238E27FC236}">
                    <a16:creationId xmlns:a16="http://schemas.microsoft.com/office/drawing/2014/main" id="{C472A646-0513-6590-E3EA-36DE4F3AF9C3}"/>
                  </a:ext>
                </a:extLst>
              </p:cNvPr>
              <p:cNvSpPr/>
              <p:nvPr/>
            </p:nvSpPr>
            <p:spPr>
              <a:xfrm>
                <a:off x="2841480" y="4819320"/>
                <a:ext cx="577080" cy="282240"/>
              </a:xfrm>
              <a:custGeom>
                <a:avLst/>
                <a:gdLst/>
                <a:ahLst/>
                <a:cxnLst/>
                <a:rect l="0" t="0" r="r" b="b"/>
                <a:pathLst>
                  <a:path w="577080" h="282240" fill="none">
                    <a:moveTo>
                      <a:pt x="0" y="0"/>
                    </a:moveTo>
                    <a:lnTo>
                      <a:pt x="0" y="121680"/>
                    </a:lnTo>
                    <a:lnTo>
                      <a:pt x="556920" y="121680"/>
                    </a:lnTo>
                    <a:lnTo>
                      <a:pt x="556920" y="282240"/>
                    </a:lnTo>
                    <a:lnTo>
                      <a:pt x="577080" y="282240"/>
                    </a:lnTo>
                  </a:path>
                </a:pathLst>
              </a:custGeom>
              <a:ln w="5400" cap="flat">
                <a:solidFill>
                  <a:srgbClr val="438FC1"/>
                </a:solidFill>
                <a:miter lim="800000"/>
              </a:ln>
            </p:spPr>
          </p:sp>
          <p:sp>
            <p:nvSpPr>
              <p:cNvPr id="5829" name="Arrow | candidate_repr → scoring_candidate | arrowhead">
                <a:extLst>
                  <a:ext uri="{FF2B5EF4-FFF2-40B4-BE49-F238E27FC236}">
                    <a16:creationId xmlns:a16="http://schemas.microsoft.com/office/drawing/2014/main" id="{0EE6AD26-ADED-4FE4-1F6C-C9651A9EC87E}"/>
                  </a:ext>
                </a:extLst>
              </p:cNvPr>
              <p:cNvSpPr/>
              <p:nvPr/>
            </p:nvSpPr>
            <p:spPr>
              <a:xfrm>
                <a:off x="3418560" y="5091480"/>
                <a:ext cx="25920" cy="20160"/>
              </a:xfrm>
              <a:custGeom>
                <a:avLst/>
                <a:gdLst/>
                <a:ahLst/>
                <a:cxnLst/>
                <a:rect l="0" t="0" r="0" b="0"/>
                <a:pathLst>
                  <a:path w="25920" h="20160">
                    <a:moveTo>
                      <a:pt x="25920" y="10080"/>
                    </a:moveTo>
                    <a:lnTo>
                      <a:pt x="0" y="20160"/>
                    </a:lnTo>
                    <a:lnTo>
                      <a:pt x="0" y="0"/>
                    </a:lnTo>
                    <a:close/>
                  </a:path>
                </a:pathLst>
              </a:custGeom>
              <a:solidFill>
                <a:srgbClr val="438FC1"/>
              </a:solidFill>
              <a:ln>
                <a:noFill/>
              </a:ln>
            </p:spPr>
          </p:sp>
        </p:grpSp>
        <p:grpSp>
          <p:nvGrpSpPr>
            <p:cNvPr id="5833" name="Arrow | identity_repr → scoring_identity | editable route">
              <a:extLst>
                <a:ext uri="{FF2B5EF4-FFF2-40B4-BE49-F238E27FC236}">
                  <a16:creationId xmlns:a16="http://schemas.microsoft.com/office/drawing/2014/main" id="{706429D5-430A-09ED-794E-401E9A1B790D}"/>
                </a:ext>
              </a:extLst>
            </p:cNvPr>
            <p:cNvGrpSpPr/>
            <p:nvPr/>
          </p:nvGrpSpPr>
          <p:grpSpPr>
            <a:xfrm>
              <a:off x="3702240" y="4819320"/>
              <a:ext cx="469800" cy="203400"/>
              <a:chOff x="3702240" y="4819320"/>
              <a:chExt cx="469800" cy="203400"/>
            </a:xfrm>
          </p:grpSpPr>
          <p:sp>
            <p:nvSpPr>
              <p:cNvPr id="5831" name="Arrow | identity_repr → scoring_identity">
                <a:extLst>
                  <a:ext uri="{FF2B5EF4-FFF2-40B4-BE49-F238E27FC236}">
                    <a16:creationId xmlns:a16="http://schemas.microsoft.com/office/drawing/2014/main" id="{75312E5A-B0A2-5AD9-731B-7D87DCF3B598}"/>
                  </a:ext>
                </a:extLst>
              </p:cNvPr>
              <p:cNvSpPr/>
              <p:nvPr/>
            </p:nvSpPr>
            <p:spPr>
              <a:xfrm>
                <a:off x="3712320" y="4819320"/>
                <a:ext cx="459720" cy="177480"/>
              </a:xfrm>
              <a:custGeom>
                <a:avLst/>
                <a:gdLst/>
                <a:ahLst/>
                <a:cxnLst/>
                <a:rect l="0" t="0" r="r" b="b"/>
                <a:pathLst>
                  <a:path w="459720" h="177480" fill="none">
                    <a:moveTo>
                      <a:pt x="459720" y="0"/>
                    </a:moveTo>
                    <a:lnTo>
                      <a:pt x="459720" y="92880"/>
                    </a:lnTo>
                    <a:lnTo>
                      <a:pt x="0" y="92880"/>
                    </a:lnTo>
                    <a:lnTo>
                      <a:pt x="0" y="177480"/>
                    </a:lnTo>
                  </a:path>
                </a:pathLst>
              </a:custGeom>
              <a:ln w="5400" cap="flat">
                <a:solidFill>
                  <a:srgbClr val="398D80"/>
                </a:solidFill>
                <a:miter lim="800000"/>
              </a:ln>
            </p:spPr>
          </p:sp>
          <p:sp>
            <p:nvSpPr>
              <p:cNvPr id="5832" name="Arrow | identity_repr → scoring_identity | arrowhead">
                <a:extLst>
                  <a:ext uri="{FF2B5EF4-FFF2-40B4-BE49-F238E27FC236}">
                    <a16:creationId xmlns:a16="http://schemas.microsoft.com/office/drawing/2014/main" id="{93B5838C-5D2F-7309-D292-44F46CC45A2C}"/>
                  </a:ext>
                </a:extLst>
              </p:cNvPr>
              <p:cNvSpPr/>
              <p:nvPr/>
            </p:nvSpPr>
            <p:spPr>
              <a:xfrm>
                <a:off x="3702240" y="4996800"/>
                <a:ext cx="20160" cy="25920"/>
              </a:xfrm>
              <a:custGeom>
                <a:avLst/>
                <a:gdLst/>
                <a:ahLst/>
                <a:cxnLst/>
                <a:rect l="0" t="0" r="0" b="0"/>
                <a:pathLst>
                  <a:path w="20160" h="25920">
                    <a:moveTo>
                      <a:pt x="10080" y="25920"/>
                    </a:moveTo>
                    <a:lnTo>
                      <a:pt x="0" y="0"/>
                    </a:lnTo>
                    <a:lnTo>
                      <a:pt x="20160" y="0"/>
                    </a:lnTo>
                    <a:close/>
                  </a:path>
                </a:pathLst>
              </a:custGeom>
              <a:solidFill>
                <a:srgbClr val="398D80"/>
              </a:solidFill>
              <a:ln>
                <a:noFill/>
              </a:ln>
            </p:spPr>
          </p:sp>
        </p:grpSp>
        <p:grpSp>
          <p:nvGrpSpPr>
            <p:cNvPr id="5836" name="Arrow | candidate_repr → foreground_head | editable route">
              <a:extLst>
                <a:ext uri="{FF2B5EF4-FFF2-40B4-BE49-F238E27FC236}">
                  <a16:creationId xmlns:a16="http://schemas.microsoft.com/office/drawing/2014/main" id="{B04132EE-DD4F-4C7E-AF1E-E3C248253C87}"/>
                </a:ext>
              </a:extLst>
            </p:cNvPr>
            <p:cNvGrpSpPr/>
            <p:nvPr/>
          </p:nvGrpSpPr>
          <p:grpSpPr>
            <a:xfrm>
              <a:off x="2664000" y="4819320"/>
              <a:ext cx="93600" cy="272520"/>
              <a:chOff x="2664000" y="4819320"/>
              <a:chExt cx="93600" cy="272520"/>
            </a:xfrm>
          </p:grpSpPr>
          <p:sp>
            <p:nvSpPr>
              <p:cNvPr id="5834" name="Arrow | candidate_repr → foreground_head">
                <a:extLst>
                  <a:ext uri="{FF2B5EF4-FFF2-40B4-BE49-F238E27FC236}">
                    <a16:creationId xmlns:a16="http://schemas.microsoft.com/office/drawing/2014/main" id="{C9461208-52D3-526A-7EBC-6CCB8519EC1B}"/>
                  </a:ext>
                </a:extLst>
              </p:cNvPr>
              <p:cNvSpPr/>
              <p:nvPr/>
            </p:nvSpPr>
            <p:spPr>
              <a:xfrm>
                <a:off x="2664000" y="4819320"/>
                <a:ext cx="67680" cy="262440"/>
              </a:xfrm>
              <a:custGeom>
                <a:avLst/>
                <a:gdLst/>
                <a:ahLst/>
                <a:cxnLst/>
                <a:rect l="0" t="0" r="r" b="b"/>
                <a:pathLst>
                  <a:path w="67680" h="262440" fill="none">
                    <a:moveTo>
                      <a:pt x="0" y="0"/>
                    </a:moveTo>
                    <a:lnTo>
                      <a:pt x="0" y="262440"/>
                    </a:lnTo>
                    <a:lnTo>
                      <a:pt x="67680" y="262440"/>
                    </a:lnTo>
                  </a:path>
                </a:pathLst>
              </a:custGeom>
              <a:ln w="5040" cap="flat">
                <a:solidFill>
                  <a:srgbClr val="6B8192"/>
                </a:solidFill>
                <a:miter lim="800000"/>
              </a:ln>
            </p:spPr>
          </p:sp>
          <p:sp>
            <p:nvSpPr>
              <p:cNvPr id="5835" name="Arrow | candidate_repr → foreground_head | arrowhead">
                <a:extLst>
                  <a:ext uri="{FF2B5EF4-FFF2-40B4-BE49-F238E27FC236}">
                    <a16:creationId xmlns:a16="http://schemas.microsoft.com/office/drawing/2014/main" id="{469CD6DB-B886-DB7C-344F-15FFD9785BA4}"/>
                  </a:ext>
                </a:extLst>
              </p:cNvPr>
              <p:cNvSpPr/>
              <p:nvPr/>
            </p:nvSpPr>
            <p:spPr>
              <a:xfrm>
                <a:off x="2731680" y="507168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2965" name="d | Build: downstream pose reconstruction">
            <a:extLst>
              <a:ext uri="{FF2B5EF4-FFF2-40B4-BE49-F238E27FC236}">
                <a16:creationId xmlns:a16="http://schemas.microsoft.com/office/drawing/2014/main" id="{D3E86CB8-A774-8F64-B273-B839E6E8EA32}"/>
              </a:ext>
            </a:extLst>
          </p:cNvPr>
          <p:cNvGrpSpPr/>
          <p:nvPr/>
        </p:nvGrpSpPr>
        <p:grpSpPr>
          <a:xfrm>
            <a:off x="1405608" y="3880469"/>
            <a:ext cx="3668807" cy="544065"/>
            <a:chOff x="65700" y="5420250"/>
            <a:chExt cx="5124600" cy="759952"/>
          </a:xfrm>
        </p:grpSpPr>
        <p:sp>
          <p:nvSpPr>
            <p:cNvPr id="2966" name="d | panel background">
              <a:extLst>
                <a:ext uri="{FF2B5EF4-FFF2-40B4-BE49-F238E27FC236}">
                  <a16:creationId xmlns:a16="http://schemas.microsoft.com/office/drawing/2014/main" id="{35B48078-7C01-E8DD-3A63-87EEF1B0A1D4}"/>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2967" name="Text | d">
              <a:extLst>
                <a:ext uri="{FF2B5EF4-FFF2-40B4-BE49-F238E27FC236}">
                  <a16:creationId xmlns:a16="http://schemas.microsoft.com/office/drawing/2014/main" id="{6B3623A4-0B95-F23E-7599-A97166B53EB5}"/>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2968" name="Text | Build: downstream pose reconstruction">
              <a:extLst>
                <a:ext uri="{FF2B5EF4-FFF2-40B4-BE49-F238E27FC236}">
                  <a16:creationId xmlns:a16="http://schemas.microsoft.com/office/drawing/2014/main" id="{F6F8843A-E758-418B-F0F5-E11D77E69649}"/>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2969" name="d | Site p: local receptor environment">
              <a:extLst>
                <a:ext uri="{FF2B5EF4-FFF2-40B4-BE49-F238E27FC236}">
                  <a16:creationId xmlns:a16="http://schemas.microsoft.com/office/drawing/2014/main" id="{2D27BC8D-A481-404E-7C7B-8F7CE121EE32}"/>
                </a:ext>
              </a:extLst>
            </p:cNvPr>
            <p:cNvGrpSpPr/>
            <p:nvPr/>
          </p:nvGrpSpPr>
          <p:grpSpPr>
            <a:xfrm>
              <a:off x="156538" y="5645738"/>
              <a:ext cx="422329" cy="355206"/>
              <a:chOff x="156538" y="5645738"/>
              <a:chExt cx="422329" cy="355206"/>
            </a:xfrm>
          </p:grpSpPr>
          <p:sp>
            <p:nvSpPr>
              <p:cNvPr id="2970" name="ellipse_2785">
                <a:extLst>
                  <a:ext uri="{FF2B5EF4-FFF2-40B4-BE49-F238E27FC236}">
                    <a16:creationId xmlns:a16="http://schemas.microsoft.com/office/drawing/2014/main" id="{12E495D9-B66D-8FC5-FC8A-83E659220414}"/>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2971" name="ellipse_2786">
                <a:extLst>
                  <a:ext uri="{FF2B5EF4-FFF2-40B4-BE49-F238E27FC236}">
                    <a16:creationId xmlns:a16="http://schemas.microsoft.com/office/drawing/2014/main" id="{F9A81FE9-7E86-F9FF-F5E6-056657CFA0F4}"/>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2972" name="ellipse_2787">
                <a:extLst>
                  <a:ext uri="{FF2B5EF4-FFF2-40B4-BE49-F238E27FC236}">
                    <a16:creationId xmlns:a16="http://schemas.microsoft.com/office/drawing/2014/main" id="{125682DD-D352-78CD-3401-08A305C8A904}"/>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2973" name="ellipse_2788">
                <a:extLst>
                  <a:ext uri="{FF2B5EF4-FFF2-40B4-BE49-F238E27FC236}">
                    <a16:creationId xmlns:a16="http://schemas.microsoft.com/office/drawing/2014/main" id="{C493D88A-D9E5-D6AA-A068-2DDFA30D1C0D}"/>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974" name="ellipse_2789">
                <a:extLst>
                  <a:ext uri="{FF2B5EF4-FFF2-40B4-BE49-F238E27FC236}">
                    <a16:creationId xmlns:a16="http://schemas.microsoft.com/office/drawing/2014/main" id="{834F4CC6-6950-2B65-E498-769D813436F2}"/>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975" name="ellipse_2790">
                <a:extLst>
                  <a:ext uri="{FF2B5EF4-FFF2-40B4-BE49-F238E27FC236}">
                    <a16:creationId xmlns:a16="http://schemas.microsoft.com/office/drawing/2014/main" id="{207A301D-811E-F3A2-0F0F-F5B49F5CF90F}"/>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2976" name="ellipse_2791">
                <a:extLst>
                  <a:ext uri="{FF2B5EF4-FFF2-40B4-BE49-F238E27FC236}">
                    <a16:creationId xmlns:a16="http://schemas.microsoft.com/office/drawing/2014/main" id="{D9B52281-F312-4EC9-88D5-BD7B7E30ABD3}"/>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2977" name="ellipse_2792">
                <a:extLst>
                  <a:ext uri="{FF2B5EF4-FFF2-40B4-BE49-F238E27FC236}">
                    <a16:creationId xmlns:a16="http://schemas.microsoft.com/office/drawing/2014/main" id="{C8EAB1C8-5991-2439-A050-985907AD2114}"/>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2978" name="ellipse_2793">
                <a:extLst>
                  <a:ext uri="{FF2B5EF4-FFF2-40B4-BE49-F238E27FC236}">
                    <a16:creationId xmlns:a16="http://schemas.microsoft.com/office/drawing/2014/main" id="{8BCB65EC-1F2D-7466-F445-5A0261A0E005}"/>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2979" name="ellipse_2794">
                <a:extLst>
                  <a:ext uri="{FF2B5EF4-FFF2-40B4-BE49-F238E27FC236}">
                    <a16:creationId xmlns:a16="http://schemas.microsoft.com/office/drawing/2014/main" id="{2A589FF3-6947-B98E-2CAE-28B9F533E354}"/>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2980" name="ellipse_2795">
                <a:extLst>
                  <a:ext uri="{FF2B5EF4-FFF2-40B4-BE49-F238E27FC236}">
                    <a16:creationId xmlns:a16="http://schemas.microsoft.com/office/drawing/2014/main" id="{CFF82FC1-07A9-B8A3-45B9-D6200701EFFA}"/>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2981" name="ellipse_2796">
                <a:extLst>
                  <a:ext uri="{FF2B5EF4-FFF2-40B4-BE49-F238E27FC236}">
                    <a16:creationId xmlns:a16="http://schemas.microsoft.com/office/drawing/2014/main" id="{8B4587D3-FCF8-6013-DA89-BB4E00B6B30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2982" name="ellipse_2797">
                <a:extLst>
                  <a:ext uri="{FF2B5EF4-FFF2-40B4-BE49-F238E27FC236}">
                    <a16:creationId xmlns:a16="http://schemas.microsoft.com/office/drawing/2014/main" id="{B8088E36-F50F-0A3A-990D-5282F740F064}"/>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983" name="ellipse_2798">
                <a:extLst>
                  <a:ext uri="{FF2B5EF4-FFF2-40B4-BE49-F238E27FC236}">
                    <a16:creationId xmlns:a16="http://schemas.microsoft.com/office/drawing/2014/main" id="{0DF1A101-4183-692C-1C0F-2586BBC7329B}"/>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2984" name="ellipse_2799">
                <a:extLst>
                  <a:ext uri="{FF2B5EF4-FFF2-40B4-BE49-F238E27FC236}">
                    <a16:creationId xmlns:a16="http://schemas.microsoft.com/office/drawing/2014/main" id="{3DAD1D65-A0B6-544E-6A5F-746EECCE8A4D}"/>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2985" name="ellipse_2800">
                <a:extLst>
                  <a:ext uri="{FF2B5EF4-FFF2-40B4-BE49-F238E27FC236}">
                    <a16:creationId xmlns:a16="http://schemas.microsoft.com/office/drawing/2014/main" id="{C917543B-81B6-6BBC-4996-D213C099F22C}"/>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2986" name="ellipse_2801">
                <a:extLst>
                  <a:ext uri="{FF2B5EF4-FFF2-40B4-BE49-F238E27FC236}">
                    <a16:creationId xmlns:a16="http://schemas.microsoft.com/office/drawing/2014/main" id="{A56E5CA0-56A2-1D68-624F-6EE81C0A2F2D}"/>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2987" name="ellipse_2802">
                <a:extLst>
                  <a:ext uri="{FF2B5EF4-FFF2-40B4-BE49-F238E27FC236}">
                    <a16:creationId xmlns:a16="http://schemas.microsoft.com/office/drawing/2014/main" id="{AFD4FF8B-20E9-E8B3-F92E-F109045105F5}"/>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2988" name="ellipse_2803">
                <a:extLst>
                  <a:ext uri="{FF2B5EF4-FFF2-40B4-BE49-F238E27FC236}">
                    <a16:creationId xmlns:a16="http://schemas.microsoft.com/office/drawing/2014/main" id="{5C30EF24-E8D4-607F-C944-3C50FE4CB06B}"/>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2989" name="ellipse_2804">
                <a:extLst>
                  <a:ext uri="{FF2B5EF4-FFF2-40B4-BE49-F238E27FC236}">
                    <a16:creationId xmlns:a16="http://schemas.microsoft.com/office/drawing/2014/main" id="{375E4057-38F9-969C-5695-552ECA1D2009}"/>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990" name="ellipse_2805">
                <a:extLst>
                  <a:ext uri="{FF2B5EF4-FFF2-40B4-BE49-F238E27FC236}">
                    <a16:creationId xmlns:a16="http://schemas.microsoft.com/office/drawing/2014/main" id="{47B0FF60-0AE1-3826-6631-A0335AF21709}"/>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2991" name="ellipse_2806">
                <a:extLst>
                  <a:ext uri="{FF2B5EF4-FFF2-40B4-BE49-F238E27FC236}">
                    <a16:creationId xmlns:a16="http://schemas.microsoft.com/office/drawing/2014/main" id="{4235BB75-ECCF-1146-7277-D5DAFE355D60}"/>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2992" name="ellipse_2807">
                <a:extLst>
                  <a:ext uri="{FF2B5EF4-FFF2-40B4-BE49-F238E27FC236}">
                    <a16:creationId xmlns:a16="http://schemas.microsoft.com/office/drawing/2014/main" id="{F202E8CE-B376-C4AE-927B-79CB8E2B116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2993" name="ellipse_2808">
                <a:extLst>
                  <a:ext uri="{FF2B5EF4-FFF2-40B4-BE49-F238E27FC236}">
                    <a16:creationId xmlns:a16="http://schemas.microsoft.com/office/drawing/2014/main" id="{B0ED1608-5570-0EA8-5949-C25DB5098A0C}"/>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2994" name="ellipse_2809">
                <a:extLst>
                  <a:ext uri="{FF2B5EF4-FFF2-40B4-BE49-F238E27FC236}">
                    <a16:creationId xmlns:a16="http://schemas.microsoft.com/office/drawing/2014/main" id="{464AFD30-920A-E6FE-D705-5CC051739AF3}"/>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995" name="ellipse_2810">
                <a:extLst>
                  <a:ext uri="{FF2B5EF4-FFF2-40B4-BE49-F238E27FC236}">
                    <a16:creationId xmlns:a16="http://schemas.microsoft.com/office/drawing/2014/main" id="{4CF6320A-305A-C194-57BC-B7A092012BB3}"/>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2996" name="ellipse_2811">
                <a:extLst>
                  <a:ext uri="{FF2B5EF4-FFF2-40B4-BE49-F238E27FC236}">
                    <a16:creationId xmlns:a16="http://schemas.microsoft.com/office/drawing/2014/main" id="{88109D1D-2D65-C065-34D5-AD0358401F43}"/>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2997" name="ellipse_2812">
                <a:extLst>
                  <a:ext uri="{FF2B5EF4-FFF2-40B4-BE49-F238E27FC236}">
                    <a16:creationId xmlns:a16="http://schemas.microsoft.com/office/drawing/2014/main" id="{7E4A7D72-FA15-63A9-0C0D-525321A8C9E1}"/>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2998" name="ellipse_2813">
                <a:extLst>
                  <a:ext uri="{FF2B5EF4-FFF2-40B4-BE49-F238E27FC236}">
                    <a16:creationId xmlns:a16="http://schemas.microsoft.com/office/drawing/2014/main" id="{0C4F947A-66B4-8936-027E-6E0FCCF2D07C}"/>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2999" name="ellipse_2814">
                <a:extLst>
                  <a:ext uri="{FF2B5EF4-FFF2-40B4-BE49-F238E27FC236}">
                    <a16:creationId xmlns:a16="http://schemas.microsoft.com/office/drawing/2014/main" id="{8F23797B-3786-0A0F-1EFD-2B2284A293B7}"/>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3000" name="ellipse_2815">
                <a:extLst>
                  <a:ext uri="{FF2B5EF4-FFF2-40B4-BE49-F238E27FC236}">
                    <a16:creationId xmlns:a16="http://schemas.microsoft.com/office/drawing/2014/main" id="{E0FD726D-7BA8-1F16-2DA1-41D9FFA15362}"/>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001" name="ellipse_2816">
                <a:extLst>
                  <a:ext uri="{FF2B5EF4-FFF2-40B4-BE49-F238E27FC236}">
                    <a16:creationId xmlns:a16="http://schemas.microsoft.com/office/drawing/2014/main" id="{0FD8DD79-C93A-D43A-7708-8F26ADA86B78}"/>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3002" name="ellipse_2817">
                <a:extLst>
                  <a:ext uri="{FF2B5EF4-FFF2-40B4-BE49-F238E27FC236}">
                    <a16:creationId xmlns:a16="http://schemas.microsoft.com/office/drawing/2014/main" id="{734F5EFE-4D44-DD9D-7004-F75596684537}"/>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003" name="ellipse_2818">
                <a:extLst>
                  <a:ext uri="{FF2B5EF4-FFF2-40B4-BE49-F238E27FC236}">
                    <a16:creationId xmlns:a16="http://schemas.microsoft.com/office/drawing/2014/main" id="{62D1A38D-F209-E403-FA3B-1DE6D383A8D6}"/>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004" name="ellipse_2819">
                <a:extLst>
                  <a:ext uri="{FF2B5EF4-FFF2-40B4-BE49-F238E27FC236}">
                    <a16:creationId xmlns:a16="http://schemas.microsoft.com/office/drawing/2014/main" id="{0ECCCE77-E930-8ABD-3F19-9C5F06437AC9}"/>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005" name="ellipse_2820">
                <a:extLst>
                  <a:ext uri="{FF2B5EF4-FFF2-40B4-BE49-F238E27FC236}">
                    <a16:creationId xmlns:a16="http://schemas.microsoft.com/office/drawing/2014/main" id="{1113FCFB-3819-95E7-B100-853594DC57B9}"/>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006" name="ellipse_2821">
                <a:extLst>
                  <a:ext uri="{FF2B5EF4-FFF2-40B4-BE49-F238E27FC236}">
                    <a16:creationId xmlns:a16="http://schemas.microsoft.com/office/drawing/2014/main" id="{A37E873A-B91E-924B-0AFB-C31AB8D3622B}"/>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3007" name="ellipse_2822">
                <a:extLst>
                  <a:ext uri="{FF2B5EF4-FFF2-40B4-BE49-F238E27FC236}">
                    <a16:creationId xmlns:a16="http://schemas.microsoft.com/office/drawing/2014/main" id="{CDF04D54-B2A2-3E17-BCF9-E91961A4E29B}"/>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3008" name="ellipse_2823">
                <a:extLst>
                  <a:ext uri="{FF2B5EF4-FFF2-40B4-BE49-F238E27FC236}">
                    <a16:creationId xmlns:a16="http://schemas.microsoft.com/office/drawing/2014/main" id="{545DB3D1-8389-B5AB-2FB2-E84A59C628D2}"/>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3009" name="ellipse_2824">
                <a:extLst>
                  <a:ext uri="{FF2B5EF4-FFF2-40B4-BE49-F238E27FC236}">
                    <a16:creationId xmlns:a16="http://schemas.microsoft.com/office/drawing/2014/main" id="{895C6077-7E91-5CD1-179E-F9343EE7D4A8}"/>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010" name="ellipse_2825">
                <a:extLst>
                  <a:ext uri="{FF2B5EF4-FFF2-40B4-BE49-F238E27FC236}">
                    <a16:creationId xmlns:a16="http://schemas.microsoft.com/office/drawing/2014/main" id="{14800BA9-5B07-0198-920E-9F336A0B5F3E}"/>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3011" name="ellipse_2826">
                <a:extLst>
                  <a:ext uri="{FF2B5EF4-FFF2-40B4-BE49-F238E27FC236}">
                    <a16:creationId xmlns:a16="http://schemas.microsoft.com/office/drawing/2014/main" id="{1CB4439F-9AD3-E7B6-6963-F2A990DBF6A8}"/>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012" name="ellipse_2827">
                <a:extLst>
                  <a:ext uri="{FF2B5EF4-FFF2-40B4-BE49-F238E27FC236}">
                    <a16:creationId xmlns:a16="http://schemas.microsoft.com/office/drawing/2014/main" id="{CE530666-66F6-E8AD-060E-FF1996454C04}"/>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013" name="ellipse_2828">
                <a:extLst>
                  <a:ext uri="{FF2B5EF4-FFF2-40B4-BE49-F238E27FC236}">
                    <a16:creationId xmlns:a16="http://schemas.microsoft.com/office/drawing/2014/main" id="{D9560D9D-C649-CB75-8BE6-23E2C85FF5CA}"/>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014" name="ellipse_2829">
                <a:extLst>
                  <a:ext uri="{FF2B5EF4-FFF2-40B4-BE49-F238E27FC236}">
                    <a16:creationId xmlns:a16="http://schemas.microsoft.com/office/drawing/2014/main" id="{1118D27F-EE37-FBBA-4E1A-C05EE24FE959}"/>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3015" name="ellipse_2830">
                <a:extLst>
                  <a:ext uri="{FF2B5EF4-FFF2-40B4-BE49-F238E27FC236}">
                    <a16:creationId xmlns:a16="http://schemas.microsoft.com/office/drawing/2014/main" id="{C4E75276-731D-84EB-139D-36DC357D0DC3}"/>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3016" name="ellipse_2831">
                <a:extLst>
                  <a:ext uri="{FF2B5EF4-FFF2-40B4-BE49-F238E27FC236}">
                    <a16:creationId xmlns:a16="http://schemas.microsoft.com/office/drawing/2014/main" id="{379DC7C3-98FC-80E5-0D56-0A0118ADD734}"/>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3017" name="ellipse_2832">
                <a:extLst>
                  <a:ext uri="{FF2B5EF4-FFF2-40B4-BE49-F238E27FC236}">
                    <a16:creationId xmlns:a16="http://schemas.microsoft.com/office/drawing/2014/main" id="{917B097F-DE76-7941-2B70-38988F3C50CE}"/>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018" name="ellipse_2833">
                <a:extLst>
                  <a:ext uri="{FF2B5EF4-FFF2-40B4-BE49-F238E27FC236}">
                    <a16:creationId xmlns:a16="http://schemas.microsoft.com/office/drawing/2014/main" id="{70687A5A-3394-1269-C800-94F701A14C95}"/>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3019" name="ellipse_2834">
                <a:extLst>
                  <a:ext uri="{FF2B5EF4-FFF2-40B4-BE49-F238E27FC236}">
                    <a16:creationId xmlns:a16="http://schemas.microsoft.com/office/drawing/2014/main" id="{6989E617-1661-8C7C-FE25-78505398C300}"/>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020" name="ellipse_2835">
                <a:extLst>
                  <a:ext uri="{FF2B5EF4-FFF2-40B4-BE49-F238E27FC236}">
                    <a16:creationId xmlns:a16="http://schemas.microsoft.com/office/drawing/2014/main" id="{27FB9E42-D5B4-3B04-C1CC-B84BF9E2B7A2}"/>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3021" name="ellipse_2836">
                <a:extLst>
                  <a:ext uri="{FF2B5EF4-FFF2-40B4-BE49-F238E27FC236}">
                    <a16:creationId xmlns:a16="http://schemas.microsoft.com/office/drawing/2014/main" id="{FBD13F52-FCBF-7895-D810-06C7837D7329}"/>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3022" name="ellipse_2837">
                <a:extLst>
                  <a:ext uri="{FF2B5EF4-FFF2-40B4-BE49-F238E27FC236}">
                    <a16:creationId xmlns:a16="http://schemas.microsoft.com/office/drawing/2014/main" id="{A8F8BDD8-A53E-2B5F-0D71-5CF53CC6F65D}"/>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023" name="ellipse_2838">
                <a:extLst>
                  <a:ext uri="{FF2B5EF4-FFF2-40B4-BE49-F238E27FC236}">
                    <a16:creationId xmlns:a16="http://schemas.microsoft.com/office/drawing/2014/main" id="{6FDB071F-4E89-B7B7-6D2B-4622FD62CA72}"/>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024" name="ellipse_2839">
                <a:extLst>
                  <a:ext uri="{FF2B5EF4-FFF2-40B4-BE49-F238E27FC236}">
                    <a16:creationId xmlns:a16="http://schemas.microsoft.com/office/drawing/2014/main" id="{FDECC6BD-7222-AC4A-2BFE-1F200429B5B2}"/>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3025" name="ellipse_2840">
                <a:extLst>
                  <a:ext uri="{FF2B5EF4-FFF2-40B4-BE49-F238E27FC236}">
                    <a16:creationId xmlns:a16="http://schemas.microsoft.com/office/drawing/2014/main" id="{6E4BBD7C-8A68-0DAF-C334-71AD9FD08167}"/>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3026" name="ellipse_2841">
                <a:extLst>
                  <a:ext uri="{FF2B5EF4-FFF2-40B4-BE49-F238E27FC236}">
                    <a16:creationId xmlns:a16="http://schemas.microsoft.com/office/drawing/2014/main" id="{F74F91CB-E736-5620-7F8B-11F7301A98EE}"/>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027" name="ellipse_2842">
                <a:extLst>
                  <a:ext uri="{FF2B5EF4-FFF2-40B4-BE49-F238E27FC236}">
                    <a16:creationId xmlns:a16="http://schemas.microsoft.com/office/drawing/2014/main" id="{3573A1B9-C86F-B24E-63B3-F13F47E40ED5}"/>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028" name="ellipse_2843">
                <a:extLst>
                  <a:ext uri="{FF2B5EF4-FFF2-40B4-BE49-F238E27FC236}">
                    <a16:creationId xmlns:a16="http://schemas.microsoft.com/office/drawing/2014/main" id="{AAF04F67-3DBE-AEC1-B511-04A0852A3A18}"/>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029" name="ellipse_2844">
                <a:extLst>
                  <a:ext uri="{FF2B5EF4-FFF2-40B4-BE49-F238E27FC236}">
                    <a16:creationId xmlns:a16="http://schemas.microsoft.com/office/drawing/2014/main" id="{AAC3785B-01F1-B2D6-6B02-864C20007812}"/>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030" name="ellipse_2845">
                <a:extLst>
                  <a:ext uri="{FF2B5EF4-FFF2-40B4-BE49-F238E27FC236}">
                    <a16:creationId xmlns:a16="http://schemas.microsoft.com/office/drawing/2014/main" id="{E11ACD7C-23A0-F4DB-D6C1-D18CB96BF3E4}"/>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3031" name="ellipse_2846">
                <a:extLst>
                  <a:ext uri="{FF2B5EF4-FFF2-40B4-BE49-F238E27FC236}">
                    <a16:creationId xmlns:a16="http://schemas.microsoft.com/office/drawing/2014/main" id="{353950A3-65D5-D82C-2BEB-1C1BA65907DC}"/>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032" name="ellipse_2847">
                <a:extLst>
                  <a:ext uri="{FF2B5EF4-FFF2-40B4-BE49-F238E27FC236}">
                    <a16:creationId xmlns:a16="http://schemas.microsoft.com/office/drawing/2014/main" id="{5957F5EB-140D-B34B-C303-BFC8E400CF30}"/>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033" name="ellipse_2848">
                <a:extLst>
                  <a:ext uri="{FF2B5EF4-FFF2-40B4-BE49-F238E27FC236}">
                    <a16:creationId xmlns:a16="http://schemas.microsoft.com/office/drawing/2014/main" id="{D9D5AF89-4BD9-CA22-DD8E-7196C9110E9E}"/>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034" name="ellipse_2849">
                <a:extLst>
                  <a:ext uri="{FF2B5EF4-FFF2-40B4-BE49-F238E27FC236}">
                    <a16:creationId xmlns:a16="http://schemas.microsoft.com/office/drawing/2014/main" id="{1E77A0EF-8DD4-4277-9A2B-67448E04F1C1}"/>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035" name="ellipse_2850">
                <a:extLst>
                  <a:ext uri="{FF2B5EF4-FFF2-40B4-BE49-F238E27FC236}">
                    <a16:creationId xmlns:a16="http://schemas.microsoft.com/office/drawing/2014/main" id="{8578E8F8-3030-A888-D737-407ADABC3925}"/>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3036" name="ellipse_2851">
                <a:extLst>
                  <a:ext uri="{FF2B5EF4-FFF2-40B4-BE49-F238E27FC236}">
                    <a16:creationId xmlns:a16="http://schemas.microsoft.com/office/drawing/2014/main" id="{0896B222-DFD1-32B9-4E14-A78E1D5395A3}"/>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037" name="ellipse_2852">
                <a:extLst>
                  <a:ext uri="{FF2B5EF4-FFF2-40B4-BE49-F238E27FC236}">
                    <a16:creationId xmlns:a16="http://schemas.microsoft.com/office/drawing/2014/main" id="{C6DE1FF6-A4AD-626D-1CD2-FDE8E5B3320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038" name="ellipse_2853">
                <a:extLst>
                  <a:ext uri="{FF2B5EF4-FFF2-40B4-BE49-F238E27FC236}">
                    <a16:creationId xmlns:a16="http://schemas.microsoft.com/office/drawing/2014/main" id="{CDF851E7-AEE4-DCF9-6B5C-198DD9439A45}"/>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039" name="ellipse_2854">
                <a:extLst>
                  <a:ext uri="{FF2B5EF4-FFF2-40B4-BE49-F238E27FC236}">
                    <a16:creationId xmlns:a16="http://schemas.microsoft.com/office/drawing/2014/main" id="{51623553-F04C-5AAA-BF56-53EC66E77A24}"/>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3040" name="ellipse_2855">
                <a:extLst>
                  <a:ext uri="{FF2B5EF4-FFF2-40B4-BE49-F238E27FC236}">
                    <a16:creationId xmlns:a16="http://schemas.microsoft.com/office/drawing/2014/main" id="{EB19A27F-193A-1CEA-5D2F-B8420DBA352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041" name="ellipse_2856">
                <a:extLst>
                  <a:ext uri="{FF2B5EF4-FFF2-40B4-BE49-F238E27FC236}">
                    <a16:creationId xmlns:a16="http://schemas.microsoft.com/office/drawing/2014/main" id="{AA4E583E-B56F-DFF3-CF9A-32EF5AAE1A8D}"/>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3042" name="ellipse_2857">
                <a:extLst>
                  <a:ext uri="{FF2B5EF4-FFF2-40B4-BE49-F238E27FC236}">
                    <a16:creationId xmlns:a16="http://schemas.microsoft.com/office/drawing/2014/main" id="{093C871A-3B36-47FD-C1B0-7B1DE3F78DE3}"/>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3043" name="ellipse_2858">
                <a:extLst>
                  <a:ext uri="{FF2B5EF4-FFF2-40B4-BE49-F238E27FC236}">
                    <a16:creationId xmlns:a16="http://schemas.microsoft.com/office/drawing/2014/main" id="{465DF4AD-A234-C03C-D9B0-2DC9EEC79032}"/>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3044" name="ellipse_2859">
                <a:extLst>
                  <a:ext uri="{FF2B5EF4-FFF2-40B4-BE49-F238E27FC236}">
                    <a16:creationId xmlns:a16="http://schemas.microsoft.com/office/drawing/2014/main" id="{4696AAB1-E7AE-7BCC-3265-FFD08C35353F}"/>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045" name="ellipse_2860">
                <a:extLst>
                  <a:ext uri="{FF2B5EF4-FFF2-40B4-BE49-F238E27FC236}">
                    <a16:creationId xmlns:a16="http://schemas.microsoft.com/office/drawing/2014/main" id="{84D43CD8-496A-598F-D7D6-AB4490E2582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3046" name="ellipse_2861">
                <a:extLst>
                  <a:ext uri="{FF2B5EF4-FFF2-40B4-BE49-F238E27FC236}">
                    <a16:creationId xmlns:a16="http://schemas.microsoft.com/office/drawing/2014/main" id="{C9C66BA4-8222-194F-D5AA-3F95C902D182}"/>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047" name="ellipse_2862">
                <a:extLst>
                  <a:ext uri="{FF2B5EF4-FFF2-40B4-BE49-F238E27FC236}">
                    <a16:creationId xmlns:a16="http://schemas.microsoft.com/office/drawing/2014/main" id="{C6E6AA3D-B637-EA75-5C85-C71FC5F30064}"/>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048" name="ellipse_2863">
                <a:extLst>
                  <a:ext uri="{FF2B5EF4-FFF2-40B4-BE49-F238E27FC236}">
                    <a16:creationId xmlns:a16="http://schemas.microsoft.com/office/drawing/2014/main" id="{08102224-D137-EC81-6DA3-B310F07E42B3}"/>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049" name="ellipse_2864">
                <a:extLst>
                  <a:ext uri="{FF2B5EF4-FFF2-40B4-BE49-F238E27FC236}">
                    <a16:creationId xmlns:a16="http://schemas.microsoft.com/office/drawing/2014/main" id="{A4767314-248B-4A14-819E-319D8B4569A2}"/>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3050" name="ellipse_2865">
                <a:extLst>
                  <a:ext uri="{FF2B5EF4-FFF2-40B4-BE49-F238E27FC236}">
                    <a16:creationId xmlns:a16="http://schemas.microsoft.com/office/drawing/2014/main" id="{476BFA03-FB30-1552-69F5-936343E352BA}"/>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3051" name="ellipse_2866">
                <a:extLst>
                  <a:ext uri="{FF2B5EF4-FFF2-40B4-BE49-F238E27FC236}">
                    <a16:creationId xmlns:a16="http://schemas.microsoft.com/office/drawing/2014/main" id="{B3D8555E-7593-2116-4AE1-DAE109153E6A}"/>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3052" name="ellipse_2867">
                <a:extLst>
                  <a:ext uri="{FF2B5EF4-FFF2-40B4-BE49-F238E27FC236}">
                    <a16:creationId xmlns:a16="http://schemas.microsoft.com/office/drawing/2014/main" id="{1E9D9DC9-CB1D-0B00-57C5-1C8877795D16}"/>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053" name="ellipse_2868">
                <a:extLst>
                  <a:ext uri="{FF2B5EF4-FFF2-40B4-BE49-F238E27FC236}">
                    <a16:creationId xmlns:a16="http://schemas.microsoft.com/office/drawing/2014/main" id="{13373BF7-F43F-3FD6-0C66-C500254972EB}"/>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3054" name="ellipse_2869">
                <a:extLst>
                  <a:ext uri="{FF2B5EF4-FFF2-40B4-BE49-F238E27FC236}">
                    <a16:creationId xmlns:a16="http://schemas.microsoft.com/office/drawing/2014/main" id="{8DF15382-6C68-A3AD-38A3-9A769B358603}"/>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3055" name="Candidate blob | editable contour">
              <a:extLst>
                <a:ext uri="{FF2B5EF4-FFF2-40B4-BE49-F238E27FC236}">
                  <a16:creationId xmlns:a16="http://schemas.microsoft.com/office/drawing/2014/main" id="{1AC63664-2D30-6E94-66B4-D14316F419D3}"/>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3056" name="ellipse_2871">
              <a:extLst>
                <a:ext uri="{FF2B5EF4-FFF2-40B4-BE49-F238E27FC236}">
                  <a16:creationId xmlns:a16="http://schemas.microsoft.com/office/drawing/2014/main" id="{BA925EFD-3199-FF13-29AA-570C32DB48E4}"/>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3057" name="Text | Site p">
              <a:extLst>
                <a:ext uri="{FF2B5EF4-FFF2-40B4-BE49-F238E27FC236}">
                  <a16:creationId xmlns:a16="http://schemas.microsoft.com/office/drawing/2014/main" id="{B7C24862-8977-E99E-4382-A5E1B3CB8E70}"/>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3058" name="Text | from Find">
              <a:extLst>
                <a:ext uri="{FF2B5EF4-FFF2-40B4-BE49-F238E27FC236}">
                  <a16:creationId xmlns:a16="http://schemas.microsoft.com/office/drawing/2014/main" id="{CDF906BB-FA1B-5286-C6D6-8955B8E3B12F}"/>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3059" name="Text | +">
              <a:extLst>
                <a:ext uri="{FF2B5EF4-FFF2-40B4-BE49-F238E27FC236}">
                  <a16:creationId xmlns:a16="http://schemas.microsoft.com/office/drawing/2014/main" id="{C93CE34C-7406-1F3A-CF80-1E58DA0A8FEC}"/>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3060" name="d | Ligand identity: illustrative molecular graph">
              <a:extLst>
                <a:ext uri="{FF2B5EF4-FFF2-40B4-BE49-F238E27FC236}">
                  <a16:creationId xmlns:a16="http://schemas.microsoft.com/office/drawing/2014/main" id="{6F17B5D4-721F-340C-D6AC-A4CFF07AD109}"/>
                </a:ext>
              </a:extLst>
            </p:cNvPr>
            <p:cNvGrpSpPr/>
            <p:nvPr/>
          </p:nvGrpSpPr>
          <p:grpSpPr>
            <a:xfrm>
              <a:off x="863060" y="5744348"/>
              <a:ext cx="420988" cy="204721"/>
              <a:chOff x="863060" y="5744348"/>
              <a:chExt cx="420988" cy="204721"/>
            </a:xfrm>
          </p:grpSpPr>
          <p:cxnSp>
            <p:nvCxnSpPr>
              <p:cNvPr id="3061" name="path_2875">
                <a:extLst>
                  <a:ext uri="{FF2B5EF4-FFF2-40B4-BE49-F238E27FC236}">
                    <a16:creationId xmlns:a16="http://schemas.microsoft.com/office/drawing/2014/main" id="{15CC3E3C-E5A1-2FBE-ED18-CC29CF2CE169}"/>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3062" name="path_2876">
                <a:extLst>
                  <a:ext uri="{FF2B5EF4-FFF2-40B4-BE49-F238E27FC236}">
                    <a16:creationId xmlns:a16="http://schemas.microsoft.com/office/drawing/2014/main" id="{A4BD2570-DB48-BC9B-36C7-8C2E0F651C50}"/>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3063" name="path_2877">
                <a:extLst>
                  <a:ext uri="{FF2B5EF4-FFF2-40B4-BE49-F238E27FC236}">
                    <a16:creationId xmlns:a16="http://schemas.microsoft.com/office/drawing/2014/main" id="{A51C46EC-60EE-1CC6-B9F2-BD8C912517E4}"/>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3064" name="path_2878">
                <a:extLst>
                  <a:ext uri="{FF2B5EF4-FFF2-40B4-BE49-F238E27FC236}">
                    <a16:creationId xmlns:a16="http://schemas.microsoft.com/office/drawing/2014/main" id="{969BD4A0-F245-DE21-141E-2AEF2F7FC713}"/>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3065" name="path_2879">
                <a:extLst>
                  <a:ext uri="{FF2B5EF4-FFF2-40B4-BE49-F238E27FC236}">
                    <a16:creationId xmlns:a16="http://schemas.microsoft.com/office/drawing/2014/main" id="{2B84DF99-0BD4-C95A-148E-8C7089E554CF}"/>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3066" name="path_2880">
                <a:extLst>
                  <a:ext uri="{FF2B5EF4-FFF2-40B4-BE49-F238E27FC236}">
                    <a16:creationId xmlns:a16="http://schemas.microsoft.com/office/drawing/2014/main" id="{BDC1DE67-8880-4FBC-8BB0-2FBD9EEE0E97}"/>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3067" name="path_2881">
                <a:extLst>
                  <a:ext uri="{FF2B5EF4-FFF2-40B4-BE49-F238E27FC236}">
                    <a16:creationId xmlns:a16="http://schemas.microsoft.com/office/drawing/2014/main" id="{A46DE9C5-4828-051C-AC18-C12AC331E1A3}"/>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3068" name="path_2882">
                <a:extLst>
                  <a:ext uri="{FF2B5EF4-FFF2-40B4-BE49-F238E27FC236}">
                    <a16:creationId xmlns:a16="http://schemas.microsoft.com/office/drawing/2014/main" id="{2A3A5538-5FBF-3166-378E-CBD74F1BE370}"/>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3069" name="path_2883">
                <a:extLst>
                  <a:ext uri="{FF2B5EF4-FFF2-40B4-BE49-F238E27FC236}">
                    <a16:creationId xmlns:a16="http://schemas.microsoft.com/office/drawing/2014/main" id="{636765F3-FA28-F396-63FD-17E52A24F159}"/>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3070" name="path_2884">
                <a:extLst>
                  <a:ext uri="{FF2B5EF4-FFF2-40B4-BE49-F238E27FC236}">
                    <a16:creationId xmlns:a16="http://schemas.microsoft.com/office/drawing/2014/main" id="{4BF1B589-3DD2-C07F-1B98-D20E8BE78DE6}"/>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3071" name="path_2885">
                <a:extLst>
                  <a:ext uri="{FF2B5EF4-FFF2-40B4-BE49-F238E27FC236}">
                    <a16:creationId xmlns:a16="http://schemas.microsoft.com/office/drawing/2014/main" id="{862D822D-CC42-2DF0-4A8F-C0D833288877}"/>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3072" name="Text | O">
                <a:extLst>
                  <a:ext uri="{FF2B5EF4-FFF2-40B4-BE49-F238E27FC236}">
                    <a16:creationId xmlns:a16="http://schemas.microsoft.com/office/drawing/2014/main" id="{235F08C7-C889-CDF4-B335-8D1096BDCEC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3073" name="Text | SMILES">
              <a:extLst>
                <a:ext uri="{FF2B5EF4-FFF2-40B4-BE49-F238E27FC236}">
                  <a16:creationId xmlns:a16="http://schemas.microsoft.com/office/drawing/2014/main" id="{F934CD02-86F5-DE11-2C6C-3B9DE4FE8BC4}"/>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3074" name="Text | +">
              <a:extLst>
                <a:ext uri="{FF2B5EF4-FFF2-40B4-BE49-F238E27FC236}">
                  <a16:creationId xmlns:a16="http://schemas.microsoft.com/office/drawing/2014/main" id="{75F0DDAF-651F-6095-983A-A0A70027D9E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3075" name="d | Pocket: local receptor environment">
              <a:extLst>
                <a:ext uri="{FF2B5EF4-FFF2-40B4-BE49-F238E27FC236}">
                  <a16:creationId xmlns:a16="http://schemas.microsoft.com/office/drawing/2014/main" id="{AC94CD34-0173-AD3B-1A18-F3B55D3A21B4}"/>
                </a:ext>
              </a:extLst>
            </p:cNvPr>
            <p:cNvGrpSpPr/>
            <p:nvPr/>
          </p:nvGrpSpPr>
          <p:grpSpPr>
            <a:xfrm>
              <a:off x="1411968" y="5662376"/>
              <a:ext cx="418007" cy="338292"/>
              <a:chOff x="1411968" y="5662376"/>
              <a:chExt cx="418007" cy="338292"/>
            </a:xfrm>
          </p:grpSpPr>
          <p:sp>
            <p:nvSpPr>
              <p:cNvPr id="3076" name="ellipse_2889">
                <a:extLst>
                  <a:ext uri="{FF2B5EF4-FFF2-40B4-BE49-F238E27FC236}">
                    <a16:creationId xmlns:a16="http://schemas.microsoft.com/office/drawing/2014/main" id="{7B60ECAC-4DEB-A596-73C2-5D1E20B5796E}"/>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077" name="ellipse_2890">
                <a:extLst>
                  <a:ext uri="{FF2B5EF4-FFF2-40B4-BE49-F238E27FC236}">
                    <a16:creationId xmlns:a16="http://schemas.microsoft.com/office/drawing/2014/main" id="{A0E7DAA1-98D8-8BB9-A323-C5C9E0E5B9E4}"/>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078" name="ellipse_2891">
                <a:extLst>
                  <a:ext uri="{FF2B5EF4-FFF2-40B4-BE49-F238E27FC236}">
                    <a16:creationId xmlns:a16="http://schemas.microsoft.com/office/drawing/2014/main" id="{2B7FCAB8-5D8B-CD8F-BBA0-5027B8004BE3}"/>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3079" name="ellipse_2892">
                <a:extLst>
                  <a:ext uri="{FF2B5EF4-FFF2-40B4-BE49-F238E27FC236}">
                    <a16:creationId xmlns:a16="http://schemas.microsoft.com/office/drawing/2014/main" id="{8313D06E-D8D0-3EA8-6AE6-F73DBD7B93BB}"/>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3080" name="ellipse_2893">
                <a:extLst>
                  <a:ext uri="{FF2B5EF4-FFF2-40B4-BE49-F238E27FC236}">
                    <a16:creationId xmlns:a16="http://schemas.microsoft.com/office/drawing/2014/main" id="{B2049CB8-A0E2-2B65-A470-30D80BC1E16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3081" name="ellipse_2894">
                <a:extLst>
                  <a:ext uri="{FF2B5EF4-FFF2-40B4-BE49-F238E27FC236}">
                    <a16:creationId xmlns:a16="http://schemas.microsoft.com/office/drawing/2014/main" id="{09EBB36B-D82A-990C-753E-889C04A4C497}"/>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082" name="ellipse_2895">
                <a:extLst>
                  <a:ext uri="{FF2B5EF4-FFF2-40B4-BE49-F238E27FC236}">
                    <a16:creationId xmlns:a16="http://schemas.microsoft.com/office/drawing/2014/main" id="{76850AD1-DE6D-F49C-1E3E-08BB7C575C0E}"/>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3083" name="ellipse_2896">
                <a:extLst>
                  <a:ext uri="{FF2B5EF4-FFF2-40B4-BE49-F238E27FC236}">
                    <a16:creationId xmlns:a16="http://schemas.microsoft.com/office/drawing/2014/main" id="{534508A2-7920-48BD-2F75-AB81431C630A}"/>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3084" name="ellipse_2897">
                <a:extLst>
                  <a:ext uri="{FF2B5EF4-FFF2-40B4-BE49-F238E27FC236}">
                    <a16:creationId xmlns:a16="http://schemas.microsoft.com/office/drawing/2014/main" id="{BD081836-1C23-0543-3CE9-FD67FB3C88CC}"/>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085" name="ellipse_2898">
                <a:extLst>
                  <a:ext uri="{FF2B5EF4-FFF2-40B4-BE49-F238E27FC236}">
                    <a16:creationId xmlns:a16="http://schemas.microsoft.com/office/drawing/2014/main" id="{733497DA-0728-E058-FC6B-6E14DD0EF80E}"/>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3086" name="ellipse_2899">
                <a:extLst>
                  <a:ext uri="{FF2B5EF4-FFF2-40B4-BE49-F238E27FC236}">
                    <a16:creationId xmlns:a16="http://schemas.microsoft.com/office/drawing/2014/main" id="{6E5D0B72-B6DB-4E3D-F7B9-F01D4688BDB3}"/>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3087" name="ellipse_2900">
                <a:extLst>
                  <a:ext uri="{FF2B5EF4-FFF2-40B4-BE49-F238E27FC236}">
                    <a16:creationId xmlns:a16="http://schemas.microsoft.com/office/drawing/2014/main" id="{A00D7DDE-7129-45A3-277F-34B3CE2909AF}"/>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3088" name="ellipse_2901">
                <a:extLst>
                  <a:ext uri="{FF2B5EF4-FFF2-40B4-BE49-F238E27FC236}">
                    <a16:creationId xmlns:a16="http://schemas.microsoft.com/office/drawing/2014/main" id="{FACBC99E-A2CB-9009-239C-4DEB6950EB8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089" name="ellipse_2902">
                <a:extLst>
                  <a:ext uri="{FF2B5EF4-FFF2-40B4-BE49-F238E27FC236}">
                    <a16:creationId xmlns:a16="http://schemas.microsoft.com/office/drawing/2014/main" id="{289630F6-779B-5B5E-93EC-572CD09F7E58}"/>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090" name="ellipse_2903">
                <a:extLst>
                  <a:ext uri="{FF2B5EF4-FFF2-40B4-BE49-F238E27FC236}">
                    <a16:creationId xmlns:a16="http://schemas.microsoft.com/office/drawing/2014/main" id="{C6A3CD06-DB30-3697-5094-169103753F08}"/>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091" name="ellipse_2904">
                <a:extLst>
                  <a:ext uri="{FF2B5EF4-FFF2-40B4-BE49-F238E27FC236}">
                    <a16:creationId xmlns:a16="http://schemas.microsoft.com/office/drawing/2014/main" id="{A178DB99-131F-2250-C71C-3E5F1D870185}"/>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092" name="ellipse_2905">
                <a:extLst>
                  <a:ext uri="{FF2B5EF4-FFF2-40B4-BE49-F238E27FC236}">
                    <a16:creationId xmlns:a16="http://schemas.microsoft.com/office/drawing/2014/main" id="{35C2C95D-DA96-687E-28EC-A1D318F09496}"/>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3093" name="ellipse_2906">
                <a:extLst>
                  <a:ext uri="{FF2B5EF4-FFF2-40B4-BE49-F238E27FC236}">
                    <a16:creationId xmlns:a16="http://schemas.microsoft.com/office/drawing/2014/main" id="{1F47B549-8E04-D87D-BAD0-4327DA846C5A}"/>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3094" name="ellipse_2907">
                <a:extLst>
                  <a:ext uri="{FF2B5EF4-FFF2-40B4-BE49-F238E27FC236}">
                    <a16:creationId xmlns:a16="http://schemas.microsoft.com/office/drawing/2014/main" id="{089DDF20-9D19-5AB0-AB3D-FA5D424468FB}"/>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095" name="ellipse_2908">
                <a:extLst>
                  <a:ext uri="{FF2B5EF4-FFF2-40B4-BE49-F238E27FC236}">
                    <a16:creationId xmlns:a16="http://schemas.microsoft.com/office/drawing/2014/main" id="{990EFC5C-69E3-ED7B-61F6-B57E82DB1535}"/>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096" name="ellipse_2909">
                <a:extLst>
                  <a:ext uri="{FF2B5EF4-FFF2-40B4-BE49-F238E27FC236}">
                    <a16:creationId xmlns:a16="http://schemas.microsoft.com/office/drawing/2014/main" id="{08DC1147-8FC4-2BAB-3530-0152C73F1D3F}"/>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3097" name="ellipse_2910">
                <a:extLst>
                  <a:ext uri="{FF2B5EF4-FFF2-40B4-BE49-F238E27FC236}">
                    <a16:creationId xmlns:a16="http://schemas.microsoft.com/office/drawing/2014/main" id="{B53A543B-4157-7407-94A0-605959676090}"/>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3098" name="ellipse_2911">
                <a:extLst>
                  <a:ext uri="{FF2B5EF4-FFF2-40B4-BE49-F238E27FC236}">
                    <a16:creationId xmlns:a16="http://schemas.microsoft.com/office/drawing/2014/main" id="{77ED85FB-97E7-DF4B-24F6-D63316FBDE9D}"/>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099" name="ellipse_2912">
                <a:extLst>
                  <a:ext uri="{FF2B5EF4-FFF2-40B4-BE49-F238E27FC236}">
                    <a16:creationId xmlns:a16="http://schemas.microsoft.com/office/drawing/2014/main" id="{42A530FA-F8D5-6041-BBFF-396361AB3562}"/>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3100" name="ellipse_2913">
                <a:extLst>
                  <a:ext uri="{FF2B5EF4-FFF2-40B4-BE49-F238E27FC236}">
                    <a16:creationId xmlns:a16="http://schemas.microsoft.com/office/drawing/2014/main" id="{561D0462-09F3-AFAC-5356-827E4B2A10F9}"/>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3101" name="ellipse_2914">
                <a:extLst>
                  <a:ext uri="{FF2B5EF4-FFF2-40B4-BE49-F238E27FC236}">
                    <a16:creationId xmlns:a16="http://schemas.microsoft.com/office/drawing/2014/main" id="{A82A132E-BF4D-F5CF-0E48-6A6A6717AB3D}"/>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102" name="ellipse_2915">
                <a:extLst>
                  <a:ext uri="{FF2B5EF4-FFF2-40B4-BE49-F238E27FC236}">
                    <a16:creationId xmlns:a16="http://schemas.microsoft.com/office/drawing/2014/main" id="{A7BF37A1-7CA9-8D29-D250-CFDAAB76466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103" name="ellipse_2916">
                <a:extLst>
                  <a:ext uri="{FF2B5EF4-FFF2-40B4-BE49-F238E27FC236}">
                    <a16:creationId xmlns:a16="http://schemas.microsoft.com/office/drawing/2014/main" id="{16C14A85-AC96-210B-720D-E24C03EEEC4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3104" name="ellipse_2917">
                <a:extLst>
                  <a:ext uri="{FF2B5EF4-FFF2-40B4-BE49-F238E27FC236}">
                    <a16:creationId xmlns:a16="http://schemas.microsoft.com/office/drawing/2014/main" id="{73C6DE77-81F2-3AEE-F29C-1530E7CD073A}"/>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3105" name="ellipse_2918">
                <a:extLst>
                  <a:ext uri="{FF2B5EF4-FFF2-40B4-BE49-F238E27FC236}">
                    <a16:creationId xmlns:a16="http://schemas.microsoft.com/office/drawing/2014/main" id="{A3552DF2-1C65-3906-16F4-CE8F6CE380EC}"/>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3106" name="ellipse_2919">
                <a:extLst>
                  <a:ext uri="{FF2B5EF4-FFF2-40B4-BE49-F238E27FC236}">
                    <a16:creationId xmlns:a16="http://schemas.microsoft.com/office/drawing/2014/main" id="{C52CCB76-050D-378A-D802-E7093094169F}"/>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107" name="ellipse_2920">
                <a:extLst>
                  <a:ext uri="{FF2B5EF4-FFF2-40B4-BE49-F238E27FC236}">
                    <a16:creationId xmlns:a16="http://schemas.microsoft.com/office/drawing/2014/main" id="{6FE894F1-E370-A730-22B6-BB3E42052DAE}"/>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3108" name="ellipse_2921">
                <a:extLst>
                  <a:ext uri="{FF2B5EF4-FFF2-40B4-BE49-F238E27FC236}">
                    <a16:creationId xmlns:a16="http://schemas.microsoft.com/office/drawing/2014/main" id="{A17AA37B-7594-6153-4499-5996340789F6}"/>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109" name="ellipse_2922">
                <a:extLst>
                  <a:ext uri="{FF2B5EF4-FFF2-40B4-BE49-F238E27FC236}">
                    <a16:creationId xmlns:a16="http://schemas.microsoft.com/office/drawing/2014/main" id="{32B837C4-CAC1-03B5-7903-D6CFF50B6CB0}"/>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110" name="ellipse_2923">
                <a:extLst>
                  <a:ext uri="{FF2B5EF4-FFF2-40B4-BE49-F238E27FC236}">
                    <a16:creationId xmlns:a16="http://schemas.microsoft.com/office/drawing/2014/main" id="{27C35D5C-0892-E768-F4F5-6F7DC4085B15}"/>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111" name="ellipse_2924">
                <a:extLst>
                  <a:ext uri="{FF2B5EF4-FFF2-40B4-BE49-F238E27FC236}">
                    <a16:creationId xmlns:a16="http://schemas.microsoft.com/office/drawing/2014/main" id="{01008A8D-BDDF-840D-3ED2-BAF59EEAD08E}"/>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112" name="ellipse_2925">
                <a:extLst>
                  <a:ext uri="{FF2B5EF4-FFF2-40B4-BE49-F238E27FC236}">
                    <a16:creationId xmlns:a16="http://schemas.microsoft.com/office/drawing/2014/main" id="{2F07BD2C-BCA6-89DC-A33B-18DFD05E18F9}"/>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3113" name="ellipse_2926">
                <a:extLst>
                  <a:ext uri="{FF2B5EF4-FFF2-40B4-BE49-F238E27FC236}">
                    <a16:creationId xmlns:a16="http://schemas.microsoft.com/office/drawing/2014/main" id="{41154845-2AEF-34C7-B8F4-9717444E83E0}"/>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3114" name="ellipse_2927">
                <a:extLst>
                  <a:ext uri="{FF2B5EF4-FFF2-40B4-BE49-F238E27FC236}">
                    <a16:creationId xmlns:a16="http://schemas.microsoft.com/office/drawing/2014/main" id="{47789115-8539-BAD2-5737-E99499978C04}"/>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3115" name="ellipse_2928">
                <a:extLst>
                  <a:ext uri="{FF2B5EF4-FFF2-40B4-BE49-F238E27FC236}">
                    <a16:creationId xmlns:a16="http://schemas.microsoft.com/office/drawing/2014/main" id="{3B82327E-4E20-068D-8278-156D11E5F90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116" name="ellipse_2929">
                <a:extLst>
                  <a:ext uri="{FF2B5EF4-FFF2-40B4-BE49-F238E27FC236}">
                    <a16:creationId xmlns:a16="http://schemas.microsoft.com/office/drawing/2014/main" id="{DAA9B7C4-77AF-A09E-E5CF-EE14A6E15F3A}"/>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3117" name="ellipse_2930">
                <a:extLst>
                  <a:ext uri="{FF2B5EF4-FFF2-40B4-BE49-F238E27FC236}">
                    <a16:creationId xmlns:a16="http://schemas.microsoft.com/office/drawing/2014/main" id="{93DEC075-7216-4488-89A3-AC730835324B}"/>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118" name="ellipse_2931">
                <a:extLst>
                  <a:ext uri="{FF2B5EF4-FFF2-40B4-BE49-F238E27FC236}">
                    <a16:creationId xmlns:a16="http://schemas.microsoft.com/office/drawing/2014/main" id="{AC389708-7839-2AA1-02F8-006656DB1740}"/>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119" name="ellipse_2932">
                <a:extLst>
                  <a:ext uri="{FF2B5EF4-FFF2-40B4-BE49-F238E27FC236}">
                    <a16:creationId xmlns:a16="http://schemas.microsoft.com/office/drawing/2014/main" id="{2B285204-D12C-5AD0-5CB6-5CF3611B1B06}"/>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120" name="ellipse_2933">
                <a:extLst>
                  <a:ext uri="{FF2B5EF4-FFF2-40B4-BE49-F238E27FC236}">
                    <a16:creationId xmlns:a16="http://schemas.microsoft.com/office/drawing/2014/main" id="{3ECB1817-221C-DFB8-4064-949636952C84}"/>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3121" name="ellipse_2934">
                <a:extLst>
                  <a:ext uri="{FF2B5EF4-FFF2-40B4-BE49-F238E27FC236}">
                    <a16:creationId xmlns:a16="http://schemas.microsoft.com/office/drawing/2014/main" id="{8B396DDB-AB1E-7563-D58B-C2005C20D622}"/>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3122" name="ellipse_2935">
                <a:extLst>
                  <a:ext uri="{FF2B5EF4-FFF2-40B4-BE49-F238E27FC236}">
                    <a16:creationId xmlns:a16="http://schemas.microsoft.com/office/drawing/2014/main" id="{EECCC90D-CA9E-F377-513C-6B6461DD2625}"/>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3123" name="ellipse_2936">
                <a:extLst>
                  <a:ext uri="{FF2B5EF4-FFF2-40B4-BE49-F238E27FC236}">
                    <a16:creationId xmlns:a16="http://schemas.microsoft.com/office/drawing/2014/main" id="{1C892696-0BDA-1108-2054-6A83B60D8358}"/>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124" name="ellipse_2937">
                <a:extLst>
                  <a:ext uri="{FF2B5EF4-FFF2-40B4-BE49-F238E27FC236}">
                    <a16:creationId xmlns:a16="http://schemas.microsoft.com/office/drawing/2014/main" id="{44E2CABD-5D69-8C7B-4FEC-8ACBC2165D39}"/>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3125" name="ellipse_2938">
                <a:extLst>
                  <a:ext uri="{FF2B5EF4-FFF2-40B4-BE49-F238E27FC236}">
                    <a16:creationId xmlns:a16="http://schemas.microsoft.com/office/drawing/2014/main" id="{ABA868C9-4E77-C466-5BC4-FA511D707719}"/>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126" name="ellipse_2939">
                <a:extLst>
                  <a:ext uri="{FF2B5EF4-FFF2-40B4-BE49-F238E27FC236}">
                    <a16:creationId xmlns:a16="http://schemas.microsoft.com/office/drawing/2014/main" id="{E8F733A9-678C-530E-C886-59A19B6B7D88}"/>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3127" name="ellipse_2940">
                <a:extLst>
                  <a:ext uri="{FF2B5EF4-FFF2-40B4-BE49-F238E27FC236}">
                    <a16:creationId xmlns:a16="http://schemas.microsoft.com/office/drawing/2014/main" id="{C6713295-20D6-E39F-6879-C3CD69DF2AED}"/>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3128" name="ellipse_2941">
                <a:extLst>
                  <a:ext uri="{FF2B5EF4-FFF2-40B4-BE49-F238E27FC236}">
                    <a16:creationId xmlns:a16="http://schemas.microsoft.com/office/drawing/2014/main" id="{4D9FB5C8-716A-4C4B-5902-093C8B78240C}"/>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129" name="ellipse_2942">
                <a:extLst>
                  <a:ext uri="{FF2B5EF4-FFF2-40B4-BE49-F238E27FC236}">
                    <a16:creationId xmlns:a16="http://schemas.microsoft.com/office/drawing/2014/main" id="{2B7A2F4A-23BC-09E0-FF58-311575DFD680}"/>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130" name="ellipse_2943">
                <a:extLst>
                  <a:ext uri="{FF2B5EF4-FFF2-40B4-BE49-F238E27FC236}">
                    <a16:creationId xmlns:a16="http://schemas.microsoft.com/office/drawing/2014/main" id="{CD730999-5CB8-2BDD-FB2B-6E13F26B7A6B}"/>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3131" name="ellipse_2944">
                <a:extLst>
                  <a:ext uri="{FF2B5EF4-FFF2-40B4-BE49-F238E27FC236}">
                    <a16:creationId xmlns:a16="http://schemas.microsoft.com/office/drawing/2014/main" id="{F7FCE6C9-A029-CF25-E4F6-401A98011A5D}"/>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3132" name="ellipse_2945">
                <a:extLst>
                  <a:ext uri="{FF2B5EF4-FFF2-40B4-BE49-F238E27FC236}">
                    <a16:creationId xmlns:a16="http://schemas.microsoft.com/office/drawing/2014/main" id="{A7E78520-B78F-D4CC-5BA4-C47BD5192889}"/>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133" name="ellipse_2946">
                <a:extLst>
                  <a:ext uri="{FF2B5EF4-FFF2-40B4-BE49-F238E27FC236}">
                    <a16:creationId xmlns:a16="http://schemas.microsoft.com/office/drawing/2014/main" id="{7ECCE54B-5FCF-70EF-2FF4-8ECB55F854DE}"/>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134" name="ellipse_2947">
                <a:extLst>
                  <a:ext uri="{FF2B5EF4-FFF2-40B4-BE49-F238E27FC236}">
                    <a16:creationId xmlns:a16="http://schemas.microsoft.com/office/drawing/2014/main" id="{729F2615-50A7-F35F-1132-F26A55603182}"/>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135" name="ellipse_2948">
                <a:extLst>
                  <a:ext uri="{FF2B5EF4-FFF2-40B4-BE49-F238E27FC236}">
                    <a16:creationId xmlns:a16="http://schemas.microsoft.com/office/drawing/2014/main" id="{80645BB8-7D5C-ACF6-F048-CE3F3DEDEAE8}"/>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136" name="ellipse_2949">
                <a:extLst>
                  <a:ext uri="{FF2B5EF4-FFF2-40B4-BE49-F238E27FC236}">
                    <a16:creationId xmlns:a16="http://schemas.microsoft.com/office/drawing/2014/main" id="{60728E19-4019-1271-AA1C-53CABD3EB876}"/>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3137" name="ellipse_2950">
                <a:extLst>
                  <a:ext uri="{FF2B5EF4-FFF2-40B4-BE49-F238E27FC236}">
                    <a16:creationId xmlns:a16="http://schemas.microsoft.com/office/drawing/2014/main" id="{A8588EC4-F259-3E04-0A15-1C05CC51AC47}"/>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138" name="ellipse_2951">
                <a:extLst>
                  <a:ext uri="{FF2B5EF4-FFF2-40B4-BE49-F238E27FC236}">
                    <a16:creationId xmlns:a16="http://schemas.microsoft.com/office/drawing/2014/main" id="{E48B2A55-4E7A-C7C3-9544-B1018293A902}"/>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139" name="ellipse_2952">
                <a:extLst>
                  <a:ext uri="{FF2B5EF4-FFF2-40B4-BE49-F238E27FC236}">
                    <a16:creationId xmlns:a16="http://schemas.microsoft.com/office/drawing/2014/main" id="{9C5D0C5B-6838-6C12-8B07-3ACA2AAE35BC}"/>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140" name="ellipse_2953">
                <a:extLst>
                  <a:ext uri="{FF2B5EF4-FFF2-40B4-BE49-F238E27FC236}">
                    <a16:creationId xmlns:a16="http://schemas.microsoft.com/office/drawing/2014/main" id="{DE15A3C1-FA6C-1F03-06E0-3305983E6A64}"/>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141" name="ellipse_2954">
                <a:extLst>
                  <a:ext uri="{FF2B5EF4-FFF2-40B4-BE49-F238E27FC236}">
                    <a16:creationId xmlns:a16="http://schemas.microsoft.com/office/drawing/2014/main" id="{FDD99691-0B98-4821-34C3-492FE8D08D09}"/>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3142" name="ellipse_2955">
                <a:extLst>
                  <a:ext uri="{FF2B5EF4-FFF2-40B4-BE49-F238E27FC236}">
                    <a16:creationId xmlns:a16="http://schemas.microsoft.com/office/drawing/2014/main" id="{0C073321-0FAE-F6E5-D02B-2DD0F582B034}"/>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143" name="ellipse_2956">
                <a:extLst>
                  <a:ext uri="{FF2B5EF4-FFF2-40B4-BE49-F238E27FC236}">
                    <a16:creationId xmlns:a16="http://schemas.microsoft.com/office/drawing/2014/main" id="{F5269315-C377-9D5F-34E0-884BE943EC1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144" name="ellipse_2957">
                <a:extLst>
                  <a:ext uri="{FF2B5EF4-FFF2-40B4-BE49-F238E27FC236}">
                    <a16:creationId xmlns:a16="http://schemas.microsoft.com/office/drawing/2014/main" id="{B5A4409D-A67A-1104-D4E2-930E4A90AD7D}"/>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145" name="ellipse_2958">
                <a:extLst>
                  <a:ext uri="{FF2B5EF4-FFF2-40B4-BE49-F238E27FC236}">
                    <a16:creationId xmlns:a16="http://schemas.microsoft.com/office/drawing/2014/main" id="{BEF22B4A-2484-30F2-C294-49759D46061A}"/>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3146" name="ellipse_2959">
                <a:extLst>
                  <a:ext uri="{FF2B5EF4-FFF2-40B4-BE49-F238E27FC236}">
                    <a16:creationId xmlns:a16="http://schemas.microsoft.com/office/drawing/2014/main" id="{090992C4-2232-F259-F7BC-A63C12893961}"/>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147" name="ellipse_2960">
                <a:extLst>
                  <a:ext uri="{FF2B5EF4-FFF2-40B4-BE49-F238E27FC236}">
                    <a16:creationId xmlns:a16="http://schemas.microsoft.com/office/drawing/2014/main" id="{BA2C4105-7E04-8855-1AFE-56930A40CD18}"/>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3148" name="ellipse_2961">
                <a:extLst>
                  <a:ext uri="{FF2B5EF4-FFF2-40B4-BE49-F238E27FC236}">
                    <a16:creationId xmlns:a16="http://schemas.microsoft.com/office/drawing/2014/main" id="{318C385F-F418-6463-1A6F-DF3CAF3ABE39}"/>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3149" name="ellipse_2962">
                <a:extLst>
                  <a:ext uri="{FF2B5EF4-FFF2-40B4-BE49-F238E27FC236}">
                    <a16:creationId xmlns:a16="http://schemas.microsoft.com/office/drawing/2014/main" id="{DECDA775-088F-F86C-EB63-D6DD45AEA2A5}"/>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3150" name="ellipse_2963">
                <a:extLst>
                  <a:ext uri="{FF2B5EF4-FFF2-40B4-BE49-F238E27FC236}">
                    <a16:creationId xmlns:a16="http://schemas.microsoft.com/office/drawing/2014/main" id="{9D07AF43-8A48-B325-969B-44C45DBC08AB}"/>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151" name="ellipse_2964">
                <a:extLst>
                  <a:ext uri="{FF2B5EF4-FFF2-40B4-BE49-F238E27FC236}">
                    <a16:creationId xmlns:a16="http://schemas.microsoft.com/office/drawing/2014/main" id="{5337FE8C-390F-D871-A8D8-B47EB00226A7}"/>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3152" name="ellipse_2965">
                <a:extLst>
                  <a:ext uri="{FF2B5EF4-FFF2-40B4-BE49-F238E27FC236}">
                    <a16:creationId xmlns:a16="http://schemas.microsoft.com/office/drawing/2014/main" id="{6960AD52-5543-967F-757A-217FF86B0F3C}"/>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153" name="ellipse_2966">
                <a:extLst>
                  <a:ext uri="{FF2B5EF4-FFF2-40B4-BE49-F238E27FC236}">
                    <a16:creationId xmlns:a16="http://schemas.microsoft.com/office/drawing/2014/main" id="{A4176389-C0FC-ECE2-9470-593908D59A78}"/>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154" name="ellipse_2967">
                <a:extLst>
                  <a:ext uri="{FF2B5EF4-FFF2-40B4-BE49-F238E27FC236}">
                    <a16:creationId xmlns:a16="http://schemas.microsoft.com/office/drawing/2014/main" id="{0008A716-1CC4-1C77-122B-68BF09A19A23}"/>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155" name="ellipse_2968">
                <a:extLst>
                  <a:ext uri="{FF2B5EF4-FFF2-40B4-BE49-F238E27FC236}">
                    <a16:creationId xmlns:a16="http://schemas.microsoft.com/office/drawing/2014/main" id="{536CEEC7-35E3-B5B7-3041-29BBE0CC8092}"/>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3156" name="ellipse_2969">
                <a:extLst>
                  <a:ext uri="{FF2B5EF4-FFF2-40B4-BE49-F238E27FC236}">
                    <a16:creationId xmlns:a16="http://schemas.microsoft.com/office/drawing/2014/main" id="{4500E735-448F-49F5-B5BF-F40E2D05D6B9}"/>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3157" name="ellipse_2970">
                <a:extLst>
                  <a:ext uri="{FF2B5EF4-FFF2-40B4-BE49-F238E27FC236}">
                    <a16:creationId xmlns:a16="http://schemas.microsoft.com/office/drawing/2014/main" id="{4FFBE785-4E0B-5FCC-D3E9-A591F7BF082F}"/>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3158" name="ellipse_2971">
                <a:extLst>
                  <a:ext uri="{FF2B5EF4-FFF2-40B4-BE49-F238E27FC236}">
                    <a16:creationId xmlns:a16="http://schemas.microsoft.com/office/drawing/2014/main" id="{0024E344-243F-C52D-F8AB-1B636596741E}"/>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159" name="ellipse_2972">
                <a:extLst>
                  <a:ext uri="{FF2B5EF4-FFF2-40B4-BE49-F238E27FC236}">
                    <a16:creationId xmlns:a16="http://schemas.microsoft.com/office/drawing/2014/main" id="{66C7779F-4F14-E9FD-C1FD-3262491DE72C}"/>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3160" name="ellipse_2973">
                <a:extLst>
                  <a:ext uri="{FF2B5EF4-FFF2-40B4-BE49-F238E27FC236}">
                    <a16:creationId xmlns:a16="http://schemas.microsoft.com/office/drawing/2014/main" id="{D8291694-7E0A-B797-09FD-C9F7B220AB5B}"/>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3161" name="Text | Pocket">
              <a:extLst>
                <a:ext uri="{FF2B5EF4-FFF2-40B4-BE49-F238E27FC236}">
                  <a16:creationId xmlns:a16="http://schemas.microsoft.com/office/drawing/2014/main" id="{0A51F45A-9AC6-F9AE-42D1-5E4817A63958}"/>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3168" name="d | Route card: Default PocketXMol">
              <a:extLst>
                <a:ext uri="{FF2B5EF4-FFF2-40B4-BE49-F238E27FC236}">
                  <a16:creationId xmlns:a16="http://schemas.microsoft.com/office/drawing/2014/main" id="{1351C070-F532-2423-B950-3F7AF04C3DF2}"/>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16001" name="Density voxel illustration | exp" descr="Synthetic voxel-grid density schematic">
              <a:extLst>
                <a:ext uri="{FF2B5EF4-FFF2-40B4-BE49-F238E27FC236}">
                  <a16:creationId xmlns:a16="http://schemas.microsoft.com/office/drawing/2014/main" id="{89221B44-3EAA-FC37-4EBD-802CF2890090}"/>
                </a:ext>
              </a:extLst>
            </p:cNvPr>
            <p:cNvPicPr>
              <a:picLocks noChangeAspect="1"/>
            </p:cNvPicPr>
            <p:nvPr/>
          </p:nvPicPr>
          <p:blipFill>
            <a:blip r:embed="rId3"/>
            <a:stretch/>
          </p:blipFill>
          <p:spPr>
            <a:xfrm>
              <a:off x="2197099" y="5635440"/>
              <a:ext cx="135682" cy="131400"/>
            </a:xfrm>
            <a:prstGeom prst="rect">
              <a:avLst/>
            </a:prstGeom>
          </p:spPr>
        </p:pic>
        <p:sp>
          <p:nvSpPr>
            <p:cNvPr id="3296" name="Text | Default · PocketXMol">
              <a:extLst>
                <a:ext uri="{FF2B5EF4-FFF2-40B4-BE49-F238E27FC236}">
                  <a16:creationId xmlns:a16="http://schemas.microsoft.com/office/drawing/2014/main" id="{F445A6D2-EA3B-D2B0-94D9-B46F97DD242C}"/>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3297" name="Text | Density-conditioned fine-tuning">
              <a:extLst>
                <a:ext uri="{FF2B5EF4-FFF2-40B4-BE49-F238E27FC236}">
                  <a16:creationId xmlns:a16="http://schemas.microsoft.com/office/drawing/2014/main" id="{847B75D3-BE3E-CDA7-E1C7-CC1C5F789DF2}"/>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3298" name="d | Route card: Docking tools">
              <a:extLst>
                <a:ext uri="{FF2B5EF4-FFF2-40B4-BE49-F238E27FC236}">
                  <a16:creationId xmlns:a16="http://schemas.microsoft.com/office/drawing/2014/main" id="{48585DDE-F5A3-5F3C-8ED9-094886F61226}"/>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3299" name="Text | Docking tools">
              <a:extLst>
                <a:ext uri="{FF2B5EF4-FFF2-40B4-BE49-F238E27FC236}">
                  <a16:creationId xmlns:a16="http://schemas.microsoft.com/office/drawing/2014/main" id="{B804F539-4525-4079-71A1-8BF9F9CB5F8D}"/>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3300" name="Text | Vina · DiffDock · EMERALD">
              <a:extLst>
                <a:ext uri="{FF2B5EF4-FFF2-40B4-BE49-F238E27FC236}">
                  <a16:creationId xmlns:a16="http://schemas.microsoft.com/office/drawing/2014/main" id="{7A3A6428-D5CD-84D4-0D71-3EA26644A56D}"/>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3307" name="d | All-atom ligand pose: local receptor environment">
              <a:extLst>
                <a:ext uri="{FF2B5EF4-FFF2-40B4-BE49-F238E27FC236}">
                  <a16:creationId xmlns:a16="http://schemas.microsoft.com/office/drawing/2014/main" id="{0FBCCE21-F39F-E6FA-0710-D6668793FBA8}"/>
                </a:ext>
              </a:extLst>
            </p:cNvPr>
            <p:cNvGrpSpPr/>
            <p:nvPr/>
          </p:nvGrpSpPr>
          <p:grpSpPr>
            <a:xfrm>
              <a:off x="4251809" y="5604959"/>
              <a:ext cx="702691" cy="463459"/>
              <a:chOff x="4251809" y="5604959"/>
              <a:chExt cx="702691" cy="463459"/>
            </a:xfrm>
          </p:grpSpPr>
          <p:sp>
            <p:nvSpPr>
              <p:cNvPr id="3308" name="ellipse_3111">
                <a:extLst>
                  <a:ext uri="{FF2B5EF4-FFF2-40B4-BE49-F238E27FC236}">
                    <a16:creationId xmlns:a16="http://schemas.microsoft.com/office/drawing/2014/main" id="{0C794D42-51C6-1747-C0F3-F9546C18FCE4}"/>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309" name="ellipse_3112">
                <a:extLst>
                  <a:ext uri="{FF2B5EF4-FFF2-40B4-BE49-F238E27FC236}">
                    <a16:creationId xmlns:a16="http://schemas.microsoft.com/office/drawing/2014/main" id="{2D99FFA0-3095-FAC2-9FCA-742B6C39F501}"/>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310" name="ellipse_3113">
                <a:extLst>
                  <a:ext uri="{FF2B5EF4-FFF2-40B4-BE49-F238E27FC236}">
                    <a16:creationId xmlns:a16="http://schemas.microsoft.com/office/drawing/2014/main" id="{550D0568-D371-CE5A-0BA4-716E25A196F6}"/>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3311" name="ellipse_3114">
                <a:extLst>
                  <a:ext uri="{FF2B5EF4-FFF2-40B4-BE49-F238E27FC236}">
                    <a16:creationId xmlns:a16="http://schemas.microsoft.com/office/drawing/2014/main" id="{9842837D-6285-93E0-91FF-E2528628D354}"/>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3312" name="ellipse_3115">
                <a:extLst>
                  <a:ext uri="{FF2B5EF4-FFF2-40B4-BE49-F238E27FC236}">
                    <a16:creationId xmlns:a16="http://schemas.microsoft.com/office/drawing/2014/main" id="{6342F46B-388E-9275-C240-1612173EA72E}"/>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3313" name="ellipse_3116">
                <a:extLst>
                  <a:ext uri="{FF2B5EF4-FFF2-40B4-BE49-F238E27FC236}">
                    <a16:creationId xmlns:a16="http://schemas.microsoft.com/office/drawing/2014/main" id="{D96C51BC-865C-9C5C-FB39-59ED040E1778}"/>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314" name="ellipse_3117">
                <a:extLst>
                  <a:ext uri="{FF2B5EF4-FFF2-40B4-BE49-F238E27FC236}">
                    <a16:creationId xmlns:a16="http://schemas.microsoft.com/office/drawing/2014/main" id="{74688A28-ACE4-7A1F-BB6B-17CF5FEFC5BD}"/>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3315" name="ellipse_3118">
                <a:extLst>
                  <a:ext uri="{FF2B5EF4-FFF2-40B4-BE49-F238E27FC236}">
                    <a16:creationId xmlns:a16="http://schemas.microsoft.com/office/drawing/2014/main" id="{FF5873C4-9DDB-B3B1-FC47-105A2C0AD09E}"/>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3316" name="ellipse_3119">
                <a:extLst>
                  <a:ext uri="{FF2B5EF4-FFF2-40B4-BE49-F238E27FC236}">
                    <a16:creationId xmlns:a16="http://schemas.microsoft.com/office/drawing/2014/main" id="{D9851498-87CE-E118-E786-7D453F2CC538}"/>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317" name="ellipse_3120">
                <a:extLst>
                  <a:ext uri="{FF2B5EF4-FFF2-40B4-BE49-F238E27FC236}">
                    <a16:creationId xmlns:a16="http://schemas.microsoft.com/office/drawing/2014/main" id="{5FDF3635-0BB4-B8AE-6693-8DCFDB52A579}"/>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3318" name="ellipse_3121">
                <a:extLst>
                  <a:ext uri="{FF2B5EF4-FFF2-40B4-BE49-F238E27FC236}">
                    <a16:creationId xmlns:a16="http://schemas.microsoft.com/office/drawing/2014/main" id="{01305F66-9091-ADED-EBB5-6F897A17E752}"/>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3319" name="ellipse_3122">
                <a:extLst>
                  <a:ext uri="{FF2B5EF4-FFF2-40B4-BE49-F238E27FC236}">
                    <a16:creationId xmlns:a16="http://schemas.microsoft.com/office/drawing/2014/main" id="{38A72908-C7D4-F530-56BF-0342A4EB25EC}"/>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3320" name="ellipse_3123">
                <a:extLst>
                  <a:ext uri="{FF2B5EF4-FFF2-40B4-BE49-F238E27FC236}">
                    <a16:creationId xmlns:a16="http://schemas.microsoft.com/office/drawing/2014/main" id="{F5270F39-31A6-18BC-650E-D59D14E70B02}"/>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321" name="ellipse_3124">
                <a:extLst>
                  <a:ext uri="{FF2B5EF4-FFF2-40B4-BE49-F238E27FC236}">
                    <a16:creationId xmlns:a16="http://schemas.microsoft.com/office/drawing/2014/main" id="{ECA930D9-7E70-4539-D746-91FB8E5596B3}"/>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322" name="ellipse_3125">
                <a:extLst>
                  <a:ext uri="{FF2B5EF4-FFF2-40B4-BE49-F238E27FC236}">
                    <a16:creationId xmlns:a16="http://schemas.microsoft.com/office/drawing/2014/main" id="{F17ED8CA-ADD3-BBF8-4DE1-AAD0B2B8F320}"/>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323" name="ellipse_3126">
                <a:extLst>
                  <a:ext uri="{FF2B5EF4-FFF2-40B4-BE49-F238E27FC236}">
                    <a16:creationId xmlns:a16="http://schemas.microsoft.com/office/drawing/2014/main" id="{A77CEB50-DFBF-7044-6B50-09F904695E50}"/>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324" name="ellipse_3127">
                <a:extLst>
                  <a:ext uri="{FF2B5EF4-FFF2-40B4-BE49-F238E27FC236}">
                    <a16:creationId xmlns:a16="http://schemas.microsoft.com/office/drawing/2014/main" id="{2BAA23FE-5D61-D79F-EC5D-D67140506FF3}"/>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3325" name="ellipse_3128">
                <a:extLst>
                  <a:ext uri="{FF2B5EF4-FFF2-40B4-BE49-F238E27FC236}">
                    <a16:creationId xmlns:a16="http://schemas.microsoft.com/office/drawing/2014/main" id="{1A0AEC81-7D2B-5AEA-A96E-919846C884C6}"/>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3326" name="ellipse_3129">
                <a:extLst>
                  <a:ext uri="{FF2B5EF4-FFF2-40B4-BE49-F238E27FC236}">
                    <a16:creationId xmlns:a16="http://schemas.microsoft.com/office/drawing/2014/main" id="{AC674F99-4469-7926-C5A0-39363606096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327" name="ellipse_3130">
                <a:extLst>
                  <a:ext uri="{FF2B5EF4-FFF2-40B4-BE49-F238E27FC236}">
                    <a16:creationId xmlns:a16="http://schemas.microsoft.com/office/drawing/2014/main" id="{453C6817-9604-1CBD-501A-F78CD5073E45}"/>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328" name="ellipse_3131">
                <a:extLst>
                  <a:ext uri="{FF2B5EF4-FFF2-40B4-BE49-F238E27FC236}">
                    <a16:creationId xmlns:a16="http://schemas.microsoft.com/office/drawing/2014/main" id="{41EEFA83-976A-53C7-1BC0-AF43248CDE58}"/>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3329" name="ellipse_3132">
                <a:extLst>
                  <a:ext uri="{FF2B5EF4-FFF2-40B4-BE49-F238E27FC236}">
                    <a16:creationId xmlns:a16="http://schemas.microsoft.com/office/drawing/2014/main" id="{208AC8EE-C5AB-5C30-3C57-0D00DFE129F7}"/>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3330" name="ellipse_3133">
                <a:extLst>
                  <a:ext uri="{FF2B5EF4-FFF2-40B4-BE49-F238E27FC236}">
                    <a16:creationId xmlns:a16="http://schemas.microsoft.com/office/drawing/2014/main" id="{7A3D37F0-1D27-0320-4E13-F374EB16EE59}"/>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331" name="ellipse_3134">
                <a:extLst>
                  <a:ext uri="{FF2B5EF4-FFF2-40B4-BE49-F238E27FC236}">
                    <a16:creationId xmlns:a16="http://schemas.microsoft.com/office/drawing/2014/main" id="{9768B24C-C213-6326-9777-E58C03F2451C}"/>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3332" name="ellipse_3135">
                <a:extLst>
                  <a:ext uri="{FF2B5EF4-FFF2-40B4-BE49-F238E27FC236}">
                    <a16:creationId xmlns:a16="http://schemas.microsoft.com/office/drawing/2014/main" id="{2980F7B9-A7D0-CBB3-C12A-DAF9E079033C}"/>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3333" name="ellipse_3136">
                <a:extLst>
                  <a:ext uri="{FF2B5EF4-FFF2-40B4-BE49-F238E27FC236}">
                    <a16:creationId xmlns:a16="http://schemas.microsoft.com/office/drawing/2014/main" id="{60286B1C-BBCE-91F2-A5C6-F9B6376A11C6}"/>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334" name="ellipse_3137">
                <a:extLst>
                  <a:ext uri="{FF2B5EF4-FFF2-40B4-BE49-F238E27FC236}">
                    <a16:creationId xmlns:a16="http://schemas.microsoft.com/office/drawing/2014/main" id="{00E5C61D-F1EA-39E4-EF7D-B17FE29BA11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335" name="ellipse_3138">
                <a:extLst>
                  <a:ext uri="{FF2B5EF4-FFF2-40B4-BE49-F238E27FC236}">
                    <a16:creationId xmlns:a16="http://schemas.microsoft.com/office/drawing/2014/main" id="{EE46BAD9-2B0C-6169-8953-D07E7421F731}"/>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3336" name="ellipse_3139">
                <a:extLst>
                  <a:ext uri="{FF2B5EF4-FFF2-40B4-BE49-F238E27FC236}">
                    <a16:creationId xmlns:a16="http://schemas.microsoft.com/office/drawing/2014/main" id="{FECFF243-E432-E665-C44B-D2B8D946089B}"/>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3337" name="ellipse_3140">
                <a:extLst>
                  <a:ext uri="{FF2B5EF4-FFF2-40B4-BE49-F238E27FC236}">
                    <a16:creationId xmlns:a16="http://schemas.microsoft.com/office/drawing/2014/main" id="{E3FB4C52-1BC6-6D76-3041-9919684A345E}"/>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3338" name="ellipse_3141">
                <a:extLst>
                  <a:ext uri="{FF2B5EF4-FFF2-40B4-BE49-F238E27FC236}">
                    <a16:creationId xmlns:a16="http://schemas.microsoft.com/office/drawing/2014/main" id="{D8DC648A-28E3-5200-3BD5-B87125B7682A}"/>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339" name="ellipse_3142">
                <a:extLst>
                  <a:ext uri="{FF2B5EF4-FFF2-40B4-BE49-F238E27FC236}">
                    <a16:creationId xmlns:a16="http://schemas.microsoft.com/office/drawing/2014/main" id="{C2C9CBA6-CD29-5F56-3C0B-FC6B1051E016}"/>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3340" name="ellipse_3143">
                <a:extLst>
                  <a:ext uri="{FF2B5EF4-FFF2-40B4-BE49-F238E27FC236}">
                    <a16:creationId xmlns:a16="http://schemas.microsoft.com/office/drawing/2014/main" id="{695DD569-3D61-9CF0-06FF-BBD097DAC797}"/>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341" name="ellipse_3144">
                <a:extLst>
                  <a:ext uri="{FF2B5EF4-FFF2-40B4-BE49-F238E27FC236}">
                    <a16:creationId xmlns:a16="http://schemas.microsoft.com/office/drawing/2014/main" id="{7154EC69-D803-3A68-5517-813070FA2D40}"/>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342" name="ellipse_3145">
                <a:extLst>
                  <a:ext uri="{FF2B5EF4-FFF2-40B4-BE49-F238E27FC236}">
                    <a16:creationId xmlns:a16="http://schemas.microsoft.com/office/drawing/2014/main" id="{D087F3EF-BD8C-245C-CF76-DC1232C2CA61}"/>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343" name="ellipse_3146">
                <a:extLst>
                  <a:ext uri="{FF2B5EF4-FFF2-40B4-BE49-F238E27FC236}">
                    <a16:creationId xmlns:a16="http://schemas.microsoft.com/office/drawing/2014/main" id="{49212F27-21C3-F675-D025-A19C1C24E7B1}"/>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344" name="ellipse_3147">
                <a:extLst>
                  <a:ext uri="{FF2B5EF4-FFF2-40B4-BE49-F238E27FC236}">
                    <a16:creationId xmlns:a16="http://schemas.microsoft.com/office/drawing/2014/main" id="{802E2F63-3F5B-A602-E84D-EB37568F761D}"/>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3345" name="ellipse_3148">
                <a:extLst>
                  <a:ext uri="{FF2B5EF4-FFF2-40B4-BE49-F238E27FC236}">
                    <a16:creationId xmlns:a16="http://schemas.microsoft.com/office/drawing/2014/main" id="{C6ADE4C6-9CD5-2F54-6F8D-B4E04E3A83DA}"/>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3346" name="ellipse_3149">
                <a:extLst>
                  <a:ext uri="{FF2B5EF4-FFF2-40B4-BE49-F238E27FC236}">
                    <a16:creationId xmlns:a16="http://schemas.microsoft.com/office/drawing/2014/main" id="{739F7ECD-EC27-08BA-D85D-C1DAE776F521}"/>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3347" name="ellipse_3150">
                <a:extLst>
                  <a:ext uri="{FF2B5EF4-FFF2-40B4-BE49-F238E27FC236}">
                    <a16:creationId xmlns:a16="http://schemas.microsoft.com/office/drawing/2014/main" id="{67990CF4-6618-3617-7215-8146E22F66CB}"/>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348" name="ellipse_3151">
                <a:extLst>
                  <a:ext uri="{FF2B5EF4-FFF2-40B4-BE49-F238E27FC236}">
                    <a16:creationId xmlns:a16="http://schemas.microsoft.com/office/drawing/2014/main" id="{F6595EB7-8C98-F782-3970-7971E634DEBC}"/>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3349" name="ellipse_3152">
                <a:extLst>
                  <a:ext uri="{FF2B5EF4-FFF2-40B4-BE49-F238E27FC236}">
                    <a16:creationId xmlns:a16="http://schemas.microsoft.com/office/drawing/2014/main" id="{8A1BD6F8-76B3-451E-E79C-A5D5D0E08876}"/>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350" name="ellipse_3153">
                <a:extLst>
                  <a:ext uri="{FF2B5EF4-FFF2-40B4-BE49-F238E27FC236}">
                    <a16:creationId xmlns:a16="http://schemas.microsoft.com/office/drawing/2014/main" id="{9D92EACC-F965-3482-8175-A52853FDCA4E}"/>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351" name="ellipse_3154">
                <a:extLst>
                  <a:ext uri="{FF2B5EF4-FFF2-40B4-BE49-F238E27FC236}">
                    <a16:creationId xmlns:a16="http://schemas.microsoft.com/office/drawing/2014/main" id="{9D594701-0657-CA3B-31EA-15D1255C80D0}"/>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352" name="ellipse_3155">
                <a:extLst>
                  <a:ext uri="{FF2B5EF4-FFF2-40B4-BE49-F238E27FC236}">
                    <a16:creationId xmlns:a16="http://schemas.microsoft.com/office/drawing/2014/main" id="{866AB910-2681-EF12-C9DB-930B5D63B63E}"/>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3353" name="ellipse_3156">
                <a:extLst>
                  <a:ext uri="{FF2B5EF4-FFF2-40B4-BE49-F238E27FC236}">
                    <a16:creationId xmlns:a16="http://schemas.microsoft.com/office/drawing/2014/main" id="{C43E465A-E07A-A576-7B76-EEA47798CBAE}"/>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3354" name="ellipse_3157">
                <a:extLst>
                  <a:ext uri="{FF2B5EF4-FFF2-40B4-BE49-F238E27FC236}">
                    <a16:creationId xmlns:a16="http://schemas.microsoft.com/office/drawing/2014/main" id="{D0175084-CB57-3EE0-ABC2-EACD372A858B}"/>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3355" name="ellipse_3158">
                <a:extLst>
                  <a:ext uri="{FF2B5EF4-FFF2-40B4-BE49-F238E27FC236}">
                    <a16:creationId xmlns:a16="http://schemas.microsoft.com/office/drawing/2014/main" id="{A8BF8DBD-737B-1BF6-1123-F85F3F1D2C7D}"/>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3356" name="ellipse_3159">
                <a:extLst>
                  <a:ext uri="{FF2B5EF4-FFF2-40B4-BE49-F238E27FC236}">
                    <a16:creationId xmlns:a16="http://schemas.microsoft.com/office/drawing/2014/main" id="{81778969-0497-5479-0587-2F151869C99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3357" name="ellipse_3160">
                <a:extLst>
                  <a:ext uri="{FF2B5EF4-FFF2-40B4-BE49-F238E27FC236}">
                    <a16:creationId xmlns:a16="http://schemas.microsoft.com/office/drawing/2014/main" id="{265B2BDD-0562-368D-C262-4AD4E9583917}"/>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358" name="ellipse_3161">
                <a:extLst>
                  <a:ext uri="{FF2B5EF4-FFF2-40B4-BE49-F238E27FC236}">
                    <a16:creationId xmlns:a16="http://schemas.microsoft.com/office/drawing/2014/main" id="{2020A746-5671-8356-745F-4C651947B26F}"/>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3359" name="ellipse_3162">
                <a:extLst>
                  <a:ext uri="{FF2B5EF4-FFF2-40B4-BE49-F238E27FC236}">
                    <a16:creationId xmlns:a16="http://schemas.microsoft.com/office/drawing/2014/main" id="{180956A0-78BB-271C-A0D5-513B0F8BCE4C}"/>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3360" name="ellipse_3163">
                <a:extLst>
                  <a:ext uri="{FF2B5EF4-FFF2-40B4-BE49-F238E27FC236}">
                    <a16:creationId xmlns:a16="http://schemas.microsoft.com/office/drawing/2014/main" id="{A72C69DD-EA49-34B6-A25A-8A02863C6BA4}"/>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3361" name="ellipse_3164">
                <a:extLst>
                  <a:ext uri="{FF2B5EF4-FFF2-40B4-BE49-F238E27FC236}">
                    <a16:creationId xmlns:a16="http://schemas.microsoft.com/office/drawing/2014/main" id="{306AB2DF-35B2-1FDB-55F4-5C4DF01C6F17}"/>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362" name="ellipse_3165">
                <a:extLst>
                  <a:ext uri="{FF2B5EF4-FFF2-40B4-BE49-F238E27FC236}">
                    <a16:creationId xmlns:a16="http://schemas.microsoft.com/office/drawing/2014/main" id="{9EFE0C24-2F0E-ACC2-6945-9A06448A129C}"/>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3363" name="ellipse_3166">
                <a:extLst>
                  <a:ext uri="{FF2B5EF4-FFF2-40B4-BE49-F238E27FC236}">
                    <a16:creationId xmlns:a16="http://schemas.microsoft.com/office/drawing/2014/main" id="{645034C0-41C9-0FE1-01CC-3B2BE465FA9E}"/>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3364" name="ellipse_3167">
                <a:extLst>
                  <a:ext uri="{FF2B5EF4-FFF2-40B4-BE49-F238E27FC236}">
                    <a16:creationId xmlns:a16="http://schemas.microsoft.com/office/drawing/2014/main" id="{A5318162-D2EA-92FB-1985-401AF54DF2B8}"/>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365" name="ellipse_3168">
                <a:extLst>
                  <a:ext uri="{FF2B5EF4-FFF2-40B4-BE49-F238E27FC236}">
                    <a16:creationId xmlns:a16="http://schemas.microsoft.com/office/drawing/2014/main" id="{6D039BA1-3684-7327-F27A-7C1834D239FB}"/>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366" name="ellipse_3169">
                <a:extLst>
                  <a:ext uri="{FF2B5EF4-FFF2-40B4-BE49-F238E27FC236}">
                    <a16:creationId xmlns:a16="http://schemas.microsoft.com/office/drawing/2014/main" id="{FC00E1CF-98E2-C6AC-E01B-4CC96F716B78}"/>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3367" name="ellipse_3170">
                <a:extLst>
                  <a:ext uri="{FF2B5EF4-FFF2-40B4-BE49-F238E27FC236}">
                    <a16:creationId xmlns:a16="http://schemas.microsoft.com/office/drawing/2014/main" id="{262CD634-CF53-CFF0-73AD-17C254E93CD2}"/>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3368" name="ellipse_3171">
                <a:extLst>
                  <a:ext uri="{FF2B5EF4-FFF2-40B4-BE49-F238E27FC236}">
                    <a16:creationId xmlns:a16="http://schemas.microsoft.com/office/drawing/2014/main" id="{D4746CD5-65C3-FEC7-69F9-5E0CDBB2768B}"/>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3369" name="ellipse_3172">
                <a:extLst>
                  <a:ext uri="{FF2B5EF4-FFF2-40B4-BE49-F238E27FC236}">
                    <a16:creationId xmlns:a16="http://schemas.microsoft.com/office/drawing/2014/main" id="{A0B0B251-52E7-0A44-7B2F-E352051A2251}"/>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370" name="ellipse_3173">
                <a:extLst>
                  <a:ext uri="{FF2B5EF4-FFF2-40B4-BE49-F238E27FC236}">
                    <a16:creationId xmlns:a16="http://schemas.microsoft.com/office/drawing/2014/main" id="{FA7F48AE-878F-201C-33D6-D5F74B69B2D9}"/>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371" name="ellipse_3174">
                <a:extLst>
                  <a:ext uri="{FF2B5EF4-FFF2-40B4-BE49-F238E27FC236}">
                    <a16:creationId xmlns:a16="http://schemas.microsoft.com/office/drawing/2014/main" id="{65249DC3-2F7B-6459-0570-1F024C22BC5B}"/>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3372" name="ellipse_3175">
                <a:extLst>
                  <a:ext uri="{FF2B5EF4-FFF2-40B4-BE49-F238E27FC236}">
                    <a16:creationId xmlns:a16="http://schemas.microsoft.com/office/drawing/2014/main" id="{6D4B5F9B-74F3-2884-D1BE-7CBFBC449ED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373" name="ellipse_3176">
                <a:extLst>
                  <a:ext uri="{FF2B5EF4-FFF2-40B4-BE49-F238E27FC236}">
                    <a16:creationId xmlns:a16="http://schemas.microsoft.com/office/drawing/2014/main" id="{BA112262-E0D4-B7B6-C4BA-844E96ABF899}"/>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3374" name="ellipse_3177">
                <a:extLst>
                  <a:ext uri="{FF2B5EF4-FFF2-40B4-BE49-F238E27FC236}">
                    <a16:creationId xmlns:a16="http://schemas.microsoft.com/office/drawing/2014/main" id="{F1561D2A-8600-4BBD-7837-80A59A9A581E}"/>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3375" name="ellipse_3178">
                <a:extLst>
                  <a:ext uri="{FF2B5EF4-FFF2-40B4-BE49-F238E27FC236}">
                    <a16:creationId xmlns:a16="http://schemas.microsoft.com/office/drawing/2014/main" id="{D8EC8B90-61C0-4C4E-CC7D-ECC262CB1F1A}"/>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3376" name="ellipse_3179">
                <a:extLst>
                  <a:ext uri="{FF2B5EF4-FFF2-40B4-BE49-F238E27FC236}">
                    <a16:creationId xmlns:a16="http://schemas.microsoft.com/office/drawing/2014/main" id="{6069AB03-E385-F24F-FAA0-740AA194DC1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3377" name="ellipse_3180">
                <a:extLst>
                  <a:ext uri="{FF2B5EF4-FFF2-40B4-BE49-F238E27FC236}">
                    <a16:creationId xmlns:a16="http://schemas.microsoft.com/office/drawing/2014/main" id="{95469556-225A-9540-13CD-B55AB5ED48DE}"/>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3378" name="ellipse_3181">
                <a:extLst>
                  <a:ext uri="{FF2B5EF4-FFF2-40B4-BE49-F238E27FC236}">
                    <a16:creationId xmlns:a16="http://schemas.microsoft.com/office/drawing/2014/main" id="{C8533292-0399-1478-C63D-8D7DB588ACC0}"/>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3379" name="ellipse_3182">
                <a:extLst>
                  <a:ext uri="{FF2B5EF4-FFF2-40B4-BE49-F238E27FC236}">
                    <a16:creationId xmlns:a16="http://schemas.microsoft.com/office/drawing/2014/main" id="{6E4064F6-EC88-CACF-3465-BEFDECDEB1BB}"/>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3380" name="ellipse_3183">
                <a:extLst>
                  <a:ext uri="{FF2B5EF4-FFF2-40B4-BE49-F238E27FC236}">
                    <a16:creationId xmlns:a16="http://schemas.microsoft.com/office/drawing/2014/main" id="{4EE39281-C05F-6ACA-5815-0C9B4E54C740}"/>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3381" name="ellipse_3184">
                <a:extLst>
                  <a:ext uri="{FF2B5EF4-FFF2-40B4-BE49-F238E27FC236}">
                    <a16:creationId xmlns:a16="http://schemas.microsoft.com/office/drawing/2014/main" id="{4A11960F-8214-AD68-F339-8646BA087EC1}"/>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3382" name="ellipse_3185">
                <a:extLst>
                  <a:ext uri="{FF2B5EF4-FFF2-40B4-BE49-F238E27FC236}">
                    <a16:creationId xmlns:a16="http://schemas.microsoft.com/office/drawing/2014/main" id="{F440539E-43DF-2D33-C8E5-75E4E0B813EF}"/>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3383" name="ellipse_3186">
                <a:extLst>
                  <a:ext uri="{FF2B5EF4-FFF2-40B4-BE49-F238E27FC236}">
                    <a16:creationId xmlns:a16="http://schemas.microsoft.com/office/drawing/2014/main" id="{4971629E-C1F2-4871-5412-E94A86B5F50C}"/>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3384" name="ellipse_3187">
                <a:extLst>
                  <a:ext uri="{FF2B5EF4-FFF2-40B4-BE49-F238E27FC236}">
                    <a16:creationId xmlns:a16="http://schemas.microsoft.com/office/drawing/2014/main" id="{7562E280-D0F2-2699-7466-D2B6912EBB0B}"/>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385" name="ellipse_3188">
                <a:extLst>
                  <a:ext uri="{FF2B5EF4-FFF2-40B4-BE49-F238E27FC236}">
                    <a16:creationId xmlns:a16="http://schemas.microsoft.com/office/drawing/2014/main" id="{77B35517-246F-532E-88C9-A6EA64416E37}"/>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386" name="ellipse_3189">
                <a:extLst>
                  <a:ext uri="{FF2B5EF4-FFF2-40B4-BE49-F238E27FC236}">
                    <a16:creationId xmlns:a16="http://schemas.microsoft.com/office/drawing/2014/main" id="{F92668D5-E5CC-7CAA-1A54-53DAF5585165}"/>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3387" name="ellipse_3190">
                <a:extLst>
                  <a:ext uri="{FF2B5EF4-FFF2-40B4-BE49-F238E27FC236}">
                    <a16:creationId xmlns:a16="http://schemas.microsoft.com/office/drawing/2014/main" id="{B983A746-3CAA-DFE1-767D-AD91A5E92950}"/>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3388" name="ellipse_3191">
                <a:extLst>
                  <a:ext uri="{FF2B5EF4-FFF2-40B4-BE49-F238E27FC236}">
                    <a16:creationId xmlns:a16="http://schemas.microsoft.com/office/drawing/2014/main" id="{95117694-A7EA-1B5E-3F65-B8AEC2D3534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3389" name="ellipse_3192">
                <a:extLst>
                  <a:ext uri="{FF2B5EF4-FFF2-40B4-BE49-F238E27FC236}">
                    <a16:creationId xmlns:a16="http://schemas.microsoft.com/office/drawing/2014/main" id="{15629293-0E5F-CFFE-3525-DE89AC007D64}"/>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3390" name="ellipse_3193">
                <a:extLst>
                  <a:ext uri="{FF2B5EF4-FFF2-40B4-BE49-F238E27FC236}">
                    <a16:creationId xmlns:a16="http://schemas.microsoft.com/office/drawing/2014/main" id="{32AF9F97-6898-1A9B-8AA3-976D2BA36351}"/>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3391" name="ellipse_3194">
                <a:extLst>
                  <a:ext uri="{FF2B5EF4-FFF2-40B4-BE49-F238E27FC236}">
                    <a16:creationId xmlns:a16="http://schemas.microsoft.com/office/drawing/2014/main" id="{62A74531-418C-AB5F-A633-01767797A4F7}"/>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3392" name="ellipse_3195">
                <a:extLst>
                  <a:ext uri="{FF2B5EF4-FFF2-40B4-BE49-F238E27FC236}">
                    <a16:creationId xmlns:a16="http://schemas.microsoft.com/office/drawing/2014/main" id="{02640F91-E0F4-E438-1F4E-2B687941939F}"/>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3393" name="Ligand identity | illustrative molecular graph">
                <a:extLst>
                  <a:ext uri="{FF2B5EF4-FFF2-40B4-BE49-F238E27FC236}">
                    <a16:creationId xmlns:a16="http://schemas.microsoft.com/office/drawing/2014/main" id="{37C9189B-128C-E71A-F4D8-5FDD0E05F2BB}"/>
                  </a:ext>
                </a:extLst>
              </p:cNvPr>
              <p:cNvGrpSpPr/>
              <p:nvPr/>
            </p:nvGrpSpPr>
            <p:grpSpPr>
              <a:xfrm>
                <a:off x="4471951" y="5748405"/>
                <a:ext cx="309662" cy="197297"/>
                <a:chOff x="4471951" y="5748405"/>
                <a:chExt cx="309662" cy="197297"/>
              </a:xfrm>
            </p:grpSpPr>
            <p:cxnSp>
              <p:nvCxnSpPr>
                <p:cNvPr id="3394" name="path_3196">
                  <a:extLst>
                    <a:ext uri="{FF2B5EF4-FFF2-40B4-BE49-F238E27FC236}">
                      <a16:creationId xmlns:a16="http://schemas.microsoft.com/office/drawing/2014/main" id="{ADF936CF-75EB-FE55-6244-C0CB9531A924}"/>
                    </a:ext>
                  </a:extLst>
                </p:cNvPr>
                <p:cNvCxnSpPr/>
                <p:nvPr/>
              </p:nvCxnSpPr>
              <p:spPr>
                <a:xfrm flipH="1">
                  <a:off x="4564393" y="5889808"/>
                  <a:ext cx="79301" cy="42754"/>
                </a:xfrm>
                <a:prstGeom prst="line">
                  <a:avLst/>
                </a:prstGeom>
                <a:noFill/>
                <a:ln w="12700" cap="rnd" cmpd="sng" algn="ctr">
                  <a:solidFill>
                    <a:srgbClr val="238777"/>
                  </a:solidFill>
                  <a:prstDash val="solid"/>
                  <a:round/>
                  <a:headEnd type="none" w="med" len="med"/>
                  <a:tailEnd type="none" w="med" len="med"/>
                </a:ln>
                <a:effectLst/>
              </p:spPr>
            </p:cxnSp>
            <p:cxnSp>
              <p:nvCxnSpPr>
                <p:cNvPr id="3395" name="path_3197">
                  <a:extLst>
                    <a:ext uri="{FF2B5EF4-FFF2-40B4-BE49-F238E27FC236}">
                      <a16:creationId xmlns:a16="http://schemas.microsoft.com/office/drawing/2014/main" id="{831DB7BE-9C57-BDF2-EF4F-B847D7AB04F8}"/>
                    </a:ext>
                  </a:extLst>
                </p:cNvPr>
                <p:cNvCxnSpPr/>
                <p:nvPr/>
              </p:nvCxnSpPr>
              <p:spPr>
                <a:xfrm flipH="1" flipV="1">
                  <a:off x="4485091" y="5889808"/>
                  <a:ext cx="79301" cy="42754"/>
                </a:xfrm>
                <a:prstGeom prst="line">
                  <a:avLst/>
                </a:prstGeom>
                <a:noFill/>
                <a:ln w="12700" cap="rnd" cmpd="sng" algn="ctr">
                  <a:solidFill>
                    <a:srgbClr val="238777"/>
                  </a:solidFill>
                  <a:prstDash val="solid"/>
                  <a:round/>
                  <a:headEnd type="none" w="med" len="med"/>
                  <a:tailEnd type="none" w="med" len="med"/>
                </a:ln>
                <a:effectLst/>
              </p:spPr>
            </p:cxnSp>
            <p:cxnSp>
              <p:nvCxnSpPr>
                <p:cNvPr id="3396" name="path_3198">
                  <a:extLst>
                    <a:ext uri="{FF2B5EF4-FFF2-40B4-BE49-F238E27FC236}">
                      <a16:creationId xmlns:a16="http://schemas.microsoft.com/office/drawing/2014/main" id="{015F4BD8-B075-C765-203B-224C405C89F3}"/>
                    </a:ext>
                  </a:extLst>
                </p:cNvPr>
                <p:cNvCxnSpPr/>
                <p:nvPr/>
              </p:nvCxnSpPr>
              <p:spPr>
                <a:xfrm flipV="1">
                  <a:off x="4485091" y="5804299"/>
                  <a:ext cx="0" cy="85509"/>
                </a:xfrm>
                <a:prstGeom prst="line">
                  <a:avLst/>
                </a:prstGeom>
                <a:noFill/>
                <a:ln w="12700" cap="rnd" cmpd="sng" algn="ctr">
                  <a:solidFill>
                    <a:srgbClr val="238777"/>
                  </a:solidFill>
                  <a:prstDash val="solid"/>
                  <a:round/>
                  <a:headEnd type="none" w="med" len="med"/>
                  <a:tailEnd type="none" w="med" len="med"/>
                </a:ln>
                <a:effectLst/>
              </p:spPr>
            </p:cxnSp>
            <p:cxnSp>
              <p:nvCxnSpPr>
                <p:cNvPr id="3397" name="path_3199">
                  <a:extLst>
                    <a:ext uri="{FF2B5EF4-FFF2-40B4-BE49-F238E27FC236}">
                      <a16:creationId xmlns:a16="http://schemas.microsoft.com/office/drawing/2014/main" id="{8D46D993-6A52-0184-8359-522510C112D3}"/>
                    </a:ext>
                  </a:extLst>
                </p:cNvPr>
                <p:cNvCxnSpPr/>
                <p:nvPr/>
              </p:nvCxnSpPr>
              <p:spPr>
                <a:xfrm flipV="1">
                  <a:off x="4485091" y="5761545"/>
                  <a:ext cx="79301" cy="42754"/>
                </a:xfrm>
                <a:prstGeom prst="line">
                  <a:avLst/>
                </a:prstGeom>
                <a:noFill/>
                <a:ln w="12700" cap="rnd" cmpd="sng" algn="ctr">
                  <a:solidFill>
                    <a:srgbClr val="238777"/>
                  </a:solidFill>
                  <a:prstDash val="solid"/>
                  <a:round/>
                  <a:headEnd type="none" w="med" len="med"/>
                  <a:tailEnd type="none" w="med" len="med"/>
                </a:ln>
                <a:effectLst/>
              </p:spPr>
            </p:cxnSp>
            <p:cxnSp>
              <p:nvCxnSpPr>
                <p:cNvPr id="3398" name="path_3200">
                  <a:extLst>
                    <a:ext uri="{FF2B5EF4-FFF2-40B4-BE49-F238E27FC236}">
                      <a16:creationId xmlns:a16="http://schemas.microsoft.com/office/drawing/2014/main" id="{F9B8E81D-6377-58A2-6A30-FDB1D5A869DD}"/>
                    </a:ext>
                  </a:extLst>
                </p:cNvPr>
                <p:cNvCxnSpPr/>
                <p:nvPr/>
              </p:nvCxnSpPr>
              <p:spPr>
                <a:xfrm>
                  <a:off x="4564393" y="5761545"/>
                  <a:ext cx="79301" cy="42754"/>
                </a:xfrm>
                <a:prstGeom prst="line">
                  <a:avLst/>
                </a:prstGeom>
                <a:noFill/>
                <a:ln w="12700" cap="rnd" cmpd="sng" algn="ctr">
                  <a:solidFill>
                    <a:srgbClr val="238777"/>
                  </a:solidFill>
                  <a:prstDash val="solid"/>
                  <a:round/>
                  <a:headEnd type="none" w="med" len="med"/>
                  <a:tailEnd type="none" w="med" len="med"/>
                </a:ln>
                <a:effectLst/>
              </p:spPr>
            </p:cxnSp>
            <p:cxnSp>
              <p:nvCxnSpPr>
                <p:cNvPr id="3399" name="path_3201">
                  <a:extLst>
                    <a:ext uri="{FF2B5EF4-FFF2-40B4-BE49-F238E27FC236}">
                      <a16:creationId xmlns:a16="http://schemas.microsoft.com/office/drawing/2014/main" id="{83E2ADEC-4C02-E845-69EE-1A54F82CC4D5}"/>
                    </a:ext>
                  </a:extLst>
                </p:cNvPr>
                <p:cNvCxnSpPr/>
                <p:nvPr/>
              </p:nvCxnSpPr>
              <p:spPr>
                <a:xfrm>
                  <a:off x="4643694" y="5804299"/>
                  <a:ext cx="0" cy="85509"/>
                </a:xfrm>
                <a:prstGeom prst="line">
                  <a:avLst/>
                </a:prstGeom>
                <a:noFill/>
                <a:ln w="12700" cap="rnd" cmpd="sng" algn="ctr">
                  <a:solidFill>
                    <a:srgbClr val="238777"/>
                  </a:solidFill>
                  <a:prstDash val="solid"/>
                  <a:round/>
                  <a:headEnd type="none" w="med" len="med"/>
                  <a:tailEnd type="none" w="med" len="med"/>
                </a:ln>
                <a:effectLst/>
              </p:spPr>
            </p:cxnSp>
            <p:cxnSp>
              <p:nvCxnSpPr>
                <p:cNvPr id="3400" name="path_3202">
                  <a:extLst>
                    <a:ext uri="{FF2B5EF4-FFF2-40B4-BE49-F238E27FC236}">
                      <a16:creationId xmlns:a16="http://schemas.microsoft.com/office/drawing/2014/main" id="{5F1B3FC3-57BB-0282-8E13-7F20B2A88265}"/>
                    </a:ext>
                  </a:extLst>
                </p:cNvPr>
                <p:cNvCxnSpPr/>
                <p:nvPr/>
              </p:nvCxnSpPr>
              <p:spPr>
                <a:xfrm flipV="1">
                  <a:off x="4643694" y="5781797"/>
                  <a:ext cx="70872" cy="108011"/>
                </a:xfrm>
                <a:prstGeom prst="line">
                  <a:avLst/>
                </a:prstGeom>
                <a:noFill/>
                <a:ln w="12700" cap="rnd" cmpd="sng" algn="ctr">
                  <a:solidFill>
                    <a:srgbClr val="238777"/>
                  </a:solidFill>
                  <a:prstDash val="solid"/>
                  <a:round/>
                  <a:headEnd type="none" w="med" len="med"/>
                  <a:tailEnd type="none" w="med" len="med"/>
                </a:ln>
                <a:effectLst/>
              </p:spPr>
            </p:cxnSp>
            <p:cxnSp>
              <p:nvCxnSpPr>
                <p:cNvPr id="3401" name="path_3203">
                  <a:extLst>
                    <a:ext uri="{FF2B5EF4-FFF2-40B4-BE49-F238E27FC236}">
                      <a16:creationId xmlns:a16="http://schemas.microsoft.com/office/drawing/2014/main" id="{C8340DB8-01AF-1863-FB59-53A582D87106}"/>
                    </a:ext>
                  </a:extLst>
                </p:cNvPr>
                <p:cNvCxnSpPr/>
                <p:nvPr/>
              </p:nvCxnSpPr>
              <p:spPr>
                <a:xfrm>
                  <a:off x="4714566" y="5781797"/>
                  <a:ext cx="51279" cy="47255"/>
                </a:xfrm>
                <a:prstGeom prst="line">
                  <a:avLst/>
                </a:prstGeom>
                <a:noFill/>
                <a:ln w="12700" cap="rnd" cmpd="sng" algn="ctr">
                  <a:solidFill>
                    <a:srgbClr val="238777"/>
                  </a:solidFill>
                  <a:prstDash val="solid"/>
                  <a:round/>
                  <a:headEnd type="none" w="med" len="med"/>
                  <a:tailEnd type="none" w="med" len="med"/>
                </a:ln>
                <a:effectLst/>
              </p:spPr>
            </p:cxnSp>
            <p:sp>
              <p:nvSpPr>
                <p:cNvPr id="3402" name="ellipse_3204">
                  <a:extLst>
                    <a:ext uri="{FF2B5EF4-FFF2-40B4-BE49-F238E27FC236}">
                      <a16:creationId xmlns:a16="http://schemas.microsoft.com/office/drawing/2014/main" id="{BA0B95CA-9F7D-3388-7255-C0E0D9D53031}"/>
                    </a:ext>
                  </a:extLst>
                </p:cNvPr>
                <p:cNvSpPr/>
                <p:nvPr/>
              </p:nvSpPr>
              <p:spPr>
                <a:xfrm>
                  <a:off x="4630554" y="5876668"/>
                  <a:ext cx="26280" cy="26280"/>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403" name="ellipse_3205">
                  <a:extLst>
                    <a:ext uri="{FF2B5EF4-FFF2-40B4-BE49-F238E27FC236}">
                      <a16:creationId xmlns:a16="http://schemas.microsoft.com/office/drawing/2014/main" id="{83F91E2F-5841-E387-616E-37F5F4CF1B74}"/>
                    </a:ext>
                  </a:extLst>
                </p:cNvPr>
                <p:cNvSpPr/>
                <p:nvPr/>
              </p:nvSpPr>
              <p:spPr>
                <a:xfrm>
                  <a:off x="4551253" y="5919422"/>
                  <a:ext cx="26280" cy="26280"/>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404" name="ellipse_3206">
                  <a:extLst>
                    <a:ext uri="{FF2B5EF4-FFF2-40B4-BE49-F238E27FC236}">
                      <a16:creationId xmlns:a16="http://schemas.microsoft.com/office/drawing/2014/main" id="{42AF1FF8-12C3-DEB9-1310-5FA9A5E28D17}"/>
                    </a:ext>
                  </a:extLst>
                </p:cNvPr>
                <p:cNvSpPr/>
                <p:nvPr/>
              </p:nvSpPr>
              <p:spPr>
                <a:xfrm>
                  <a:off x="4471951" y="5876668"/>
                  <a:ext cx="26280" cy="26280"/>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405" name="ellipse_3207">
                  <a:extLst>
                    <a:ext uri="{FF2B5EF4-FFF2-40B4-BE49-F238E27FC236}">
                      <a16:creationId xmlns:a16="http://schemas.microsoft.com/office/drawing/2014/main" id="{618C2BF8-4747-8796-141D-68033B71DB66}"/>
                    </a:ext>
                  </a:extLst>
                </p:cNvPr>
                <p:cNvSpPr/>
                <p:nvPr/>
              </p:nvSpPr>
              <p:spPr>
                <a:xfrm>
                  <a:off x="4471951" y="5791159"/>
                  <a:ext cx="26280" cy="26280"/>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406" name="ellipse_3208">
                  <a:extLst>
                    <a:ext uri="{FF2B5EF4-FFF2-40B4-BE49-F238E27FC236}">
                      <a16:creationId xmlns:a16="http://schemas.microsoft.com/office/drawing/2014/main" id="{3193F908-A070-1A45-32DC-285C10DB5ABB}"/>
                    </a:ext>
                  </a:extLst>
                </p:cNvPr>
                <p:cNvSpPr/>
                <p:nvPr/>
              </p:nvSpPr>
              <p:spPr>
                <a:xfrm>
                  <a:off x="4551253" y="5748405"/>
                  <a:ext cx="26280" cy="26280"/>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407" name="ellipse_3209">
                  <a:extLst>
                    <a:ext uri="{FF2B5EF4-FFF2-40B4-BE49-F238E27FC236}">
                      <a16:creationId xmlns:a16="http://schemas.microsoft.com/office/drawing/2014/main" id="{75CA217D-73AD-9E30-D3DF-E2E8E261F1C8}"/>
                    </a:ext>
                  </a:extLst>
                </p:cNvPr>
                <p:cNvSpPr/>
                <p:nvPr/>
              </p:nvSpPr>
              <p:spPr>
                <a:xfrm>
                  <a:off x="4630554" y="5791159"/>
                  <a:ext cx="26280" cy="26280"/>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408" name="ellipse_3210">
                  <a:extLst>
                    <a:ext uri="{FF2B5EF4-FFF2-40B4-BE49-F238E27FC236}">
                      <a16:creationId xmlns:a16="http://schemas.microsoft.com/office/drawing/2014/main" id="{09517BE4-4A19-573F-EE05-4878924DC353}"/>
                    </a:ext>
                  </a:extLst>
                </p:cNvPr>
                <p:cNvSpPr/>
                <p:nvPr/>
              </p:nvSpPr>
              <p:spPr>
                <a:xfrm>
                  <a:off x="4698798" y="5766029"/>
                  <a:ext cx="31536" cy="31536"/>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3409" name="ellipse_3211">
                  <a:extLst>
                    <a:ext uri="{FF2B5EF4-FFF2-40B4-BE49-F238E27FC236}">
                      <a16:creationId xmlns:a16="http://schemas.microsoft.com/office/drawing/2014/main" id="{916EFA00-A739-62FA-5CBD-05E5945D5CB1}"/>
                    </a:ext>
                  </a:extLst>
                </p:cNvPr>
                <p:cNvSpPr/>
                <p:nvPr/>
              </p:nvSpPr>
              <p:spPr>
                <a:xfrm>
                  <a:off x="4750077" y="5813284"/>
                  <a:ext cx="31536" cy="31536"/>
                </a:xfrm>
                <a:prstGeom prst="ellipse">
                  <a:avLst/>
                </a:prstGeom>
                <a:gradFill flip="none" rotWithShape="1">
                  <a:gsLst>
                    <a:gs pos="0">
                      <a:srgbClr val="F8E2E4"/>
                    </a:gs>
                    <a:gs pos="43000">
                      <a:srgbClr val="DC767B"/>
                    </a:gs>
                    <a:gs pos="100000">
                      <a:srgbClr val="B4434B"/>
                    </a:gs>
                  </a:gsLst>
                  <a:lin ang="2700000" scaled="1"/>
                  <a:tileRect/>
                </a:gradFill>
                <a:ln w="1807" cap="rnd" cmpd="sng" algn="ctr">
                  <a:noFill/>
                  <a:prstDash val="solid"/>
                  <a:round/>
                  <a:headEnd type="none" w="med" len="med"/>
                  <a:tailEnd type="none" w="med" len="med"/>
                </a:ln>
                <a:effectLst/>
              </p:spPr>
            </p:sp>
          </p:grpSp>
        </p:grpSp>
        <p:sp>
          <p:nvSpPr>
            <p:cNvPr id="3410" name="Text | All-atom ligand pose">
              <a:extLst>
                <a:ext uri="{FF2B5EF4-FFF2-40B4-BE49-F238E27FC236}">
                  <a16:creationId xmlns:a16="http://schemas.microsoft.com/office/drawing/2014/main" id="{95E96FB6-F757-126A-AB4C-F5D6E7603C40}"/>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5846" name="Build inputs | shared junction">
              <a:extLst>
                <a:ext uri="{FF2B5EF4-FFF2-40B4-BE49-F238E27FC236}">
                  <a16:creationId xmlns:a16="http://schemas.microsoft.com/office/drawing/2014/main" id="{DA97EFE7-6F65-A233-988B-5E92DAB67BC6}"/>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5849" name="Build inputs → default PocketXMol | editable route">
              <a:extLst>
                <a:ext uri="{FF2B5EF4-FFF2-40B4-BE49-F238E27FC236}">
                  <a16:creationId xmlns:a16="http://schemas.microsoft.com/office/drawing/2014/main" id="{80CE332C-E322-E0FA-5CD1-A77C62D47F12}"/>
                </a:ext>
              </a:extLst>
            </p:cNvPr>
            <p:cNvGrpSpPr/>
            <p:nvPr/>
          </p:nvGrpSpPr>
          <p:grpSpPr>
            <a:xfrm>
              <a:off x="1987200" y="5702400"/>
              <a:ext cx="154440" cy="142200"/>
              <a:chOff x="1987200" y="5702400"/>
              <a:chExt cx="154440" cy="142200"/>
            </a:xfrm>
          </p:grpSpPr>
          <p:sp>
            <p:nvSpPr>
              <p:cNvPr id="5847" name="Build inputs → default PocketXMol">
                <a:extLst>
                  <a:ext uri="{FF2B5EF4-FFF2-40B4-BE49-F238E27FC236}">
                    <a16:creationId xmlns:a16="http://schemas.microsoft.com/office/drawing/2014/main" id="{FFB2D5C4-4B46-FBB7-D516-2B07BB1972AD}"/>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5848" name="Build inputs → default PocketXMol | arrowhead">
                <a:extLst>
                  <a:ext uri="{FF2B5EF4-FFF2-40B4-BE49-F238E27FC236}">
                    <a16:creationId xmlns:a16="http://schemas.microsoft.com/office/drawing/2014/main" id="{A8DC8B42-1CA1-46B6-5F2B-AB38C09BE541}"/>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5852" name="Build inputs → docking tools | editable route">
              <a:extLst>
                <a:ext uri="{FF2B5EF4-FFF2-40B4-BE49-F238E27FC236}">
                  <a16:creationId xmlns:a16="http://schemas.microsoft.com/office/drawing/2014/main" id="{2C90BDD4-2C54-CA23-8D75-A41B8D1E60D8}"/>
                </a:ext>
              </a:extLst>
            </p:cNvPr>
            <p:cNvGrpSpPr/>
            <p:nvPr/>
          </p:nvGrpSpPr>
          <p:grpSpPr>
            <a:xfrm>
              <a:off x="1987200" y="5844600"/>
              <a:ext cx="154440" cy="159120"/>
              <a:chOff x="1987200" y="5844600"/>
              <a:chExt cx="154440" cy="159120"/>
            </a:xfrm>
          </p:grpSpPr>
          <p:sp>
            <p:nvSpPr>
              <p:cNvPr id="5850" name="Build inputs → docking tools">
                <a:extLst>
                  <a:ext uri="{FF2B5EF4-FFF2-40B4-BE49-F238E27FC236}">
                    <a16:creationId xmlns:a16="http://schemas.microsoft.com/office/drawing/2014/main" id="{BBE52C71-E103-2C14-228C-9C84594D4F37}"/>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5851" name="Build inputs → docking tools | arrowhead">
                <a:extLst>
                  <a:ext uri="{FF2B5EF4-FFF2-40B4-BE49-F238E27FC236}">
                    <a16:creationId xmlns:a16="http://schemas.microsoft.com/office/drawing/2014/main" id="{8D74BD8D-9E1A-0344-5582-291FA3AAAB4F}"/>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5853" name="Default PocketXMol → pose merge">
              <a:extLst>
                <a:ext uri="{FF2B5EF4-FFF2-40B4-BE49-F238E27FC236}">
                  <a16:creationId xmlns:a16="http://schemas.microsoft.com/office/drawing/2014/main" id="{29A0AA0F-EB28-7FC2-2B5B-FE9F04FC3FF2}"/>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5854" name="Docking tools → pose merge">
              <a:extLst>
                <a:ext uri="{FF2B5EF4-FFF2-40B4-BE49-F238E27FC236}">
                  <a16:creationId xmlns:a16="http://schemas.microsoft.com/office/drawing/2014/main" id="{40F94277-7315-6B9D-31BD-A9125C26D735}"/>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5857" name="Pose merge → all-atom pose | editable route">
              <a:extLst>
                <a:ext uri="{FF2B5EF4-FFF2-40B4-BE49-F238E27FC236}">
                  <a16:creationId xmlns:a16="http://schemas.microsoft.com/office/drawing/2014/main" id="{E2C06523-3D7C-3667-F1A0-CD9FC74D0BC0}"/>
                </a:ext>
              </a:extLst>
            </p:cNvPr>
            <p:cNvGrpSpPr/>
            <p:nvPr/>
          </p:nvGrpSpPr>
          <p:grpSpPr>
            <a:xfrm>
              <a:off x="3801600" y="5839920"/>
              <a:ext cx="410400" cy="20160"/>
              <a:chOff x="3801600" y="5839920"/>
              <a:chExt cx="410400" cy="20160"/>
            </a:xfrm>
          </p:grpSpPr>
          <p:sp>
            <p:nvSpPr>
              <p:cNvPr id="5855" name="Pose merge → all-atom pose">
                <a:extLst>
                  <a:ext uri="{FF2B5EF4-FFF2-40B4-BE49-F238E27FC236}">
                    <a16:creationId xmlns:a16="http://schemas.microsoft.com/office/drawing/2014/main" id="{C220D978-A683-D28C-4C40-B98511F6D2B0}"/>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5856" name="Pose merge → all-atom pose | arrowhead">
                <a:extLst>
                  <a:ext uri="{FF2B5EF4-FFF2-40B4-BE49-F238E27FC236}">
                    <a16:creationId xmlns:a16="http://schemas.microsoft.com/office/drawing/2014/main" id="{8F1A9CC1-96D5-38C9-C24B-8FFC3D7C8197}"/>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16002" name="a | density cube M_exp" descr="Synthetic voxel-grid density schematic">
            <a:extLst>
              <a:ext uri="{FF2B5EF4-FFF2-40B4-BE49-F238E27FC236}">
                <a16:creationId xmlns:a16="http://schemas.microsoft.com/office/drawing/2014/main" id="{73E042F5-4587-09E8-71FA-8ADD670BF84B}"/>
              </a:ext>
            </a:extLst>
          </p:cNvPr>
          <p:cNvPicPr>
            <a:picLocks noChangeAspect="1"/>
          </p:cNvPicPr>
          <p:nvPr/>
        </p:nvPicPr>
        <p:blipFill>
          <a:blip r:embed="rId4"/>
          <a:stretch/>
        </p:blipFill>
        <p:spPr>
          <a:xfrm>
            <a:off x="1475540" y="489690"/>
            <a:ext cx="206784" cy="200257"/>
          </a:xfrm>
          <a:prstGeom prst="rect">
            <a:avLst/>
          </a:prstGeom>
        </p:spPr>
      </p:pic>
      <p:pic>
        <p:nvPicPr>
          <p:cNvPr id="16003" name="a | density cube M_sim" descr="Synthetic voxel-grid density schematic">
            <a:extLst>
              <a:ext uri="{FF2B5EF4-FFF2-40B4-BE49-F238E27FC236}">
                <a16:creationId xmlns:a16="http://schemas.microsoft.com/office/drawing/2014/main" id="{24EF3A8B-AA92-EBC2-850E-A274E061B699}"/>
              </a:ext>
            </a:extLst>
          </p:cNvPr>
          <p:cNvPicPr>
            <a:picLocks noChangeAspect="1"/>
          </p:cNvPicPr>
          <p:nvPr/>
        </p:nvPicPr>
        <p:blipFill>
          <a:blip r:embed="rId3"/>
          <a:stretch/>
        </p:blipFill>
        <p:spPr>
          <a:xfrm>
            <a:off x="1768581" y="489690"/>
            <a:ext cx="206784" cy="200257"/>
          </a:xfrm>
          <a:prstGeom prst="rect">
            <a:avLst/>
          </a:prstGeom>
        </p:spPr>
      </p:pic>
      <p:pic>
        <p:nvPicPr>
          <p:cNvPr id="16004" name="a | density cube M_diff" descr="Synthetic voxel-grid density schematic">
            <a:extLst>
              <a:ext uri="{FF2B5EF4-FFF2-40B4-BE49-F238E27FC236}">
                <a16:creationId xmlns:a16="http://schemas.microsoft.com/office/drawing/2014/main" id="{ED296ED2-EA00-2AF4-44D6-0F8D1A71D145}"/>
              </a:ext>
            </a:extLst>
          </p:cNvPr>
          <p:cNvPicPr>
            <a:picLocks noChangeAspect="1"/>
          </p:cNvPicPr>
          <p:nvPr/>
        </p:nvPicPr>
        <p:blipFill>
          <a:blip r:embed="rId5"/>
          <a:stretch/>
        </p:blipFill>
        <p:spPr>
          <a:xfrm>
            <a:off x="1475540" y="824741"/>
            <a:ext cx="206784" cy="200257"/>
          </a:xfrm>
          <a:prstGeom prst="rect">
            <a:avLst/>
          </a:prstGeom>
        </p:spPr>
      </p:pic>
      <p:pic>
        <p:nvPicPr>
          <p:cNvPr id="16005" name="a | density cube M_diff+" descr="Synthetic voxel-grid density schematic">
            <a:extLst>
              <a:ext uri="{FF2B5EF4-FFF2-40B4-BE49-F238E27FC236}">
                <a16:creationId xmlns:a16="http://schemas.microsoft.com/office/drawing/2014/main" id="{D47A380F-D943-D298-ECBD-CF9476C7C450}"/>
              </a:ext>
            </a:extLst>
          </p:cNvPr>
          <p:cNvPicPr>
            <a:picLocks noChangeAspect="1"/>
          </p:cNvPicPr>
          <p:nvPr/>
        </p:nvPicPr>
        <p:blipFill>
          <a:blip r:embed="rId6"/>
          <a:stretch/>
        </p:blipFill>
        <p:spPr>
          <a:xfrm>
            <a:off x="1768581" y="824741"/>
            <a:ext cx="206784" cy="200257"/>
          </a:xfrm>
          <a:prstGeom prst="rect">
            <a:avLst/>
          </a:prstGeom>
        </p:spPr>
      </p:pic>
      <p:grpSp>
        <p:nvGrpSpPr>
          <p:cNvPr id="2" name="a | Raw distribution">
            <a:extLst>
              <a:ext uri="{FF2B5EF4-FFF2-40B4-BE49-F238E27FC236}">
                <a16:creationId xmlns:a16="http://schemas.microsoft.com/office/drawing/2014/main" id="{9ACE6BF8-80FD-257B-A113-22806FA0A85D}"/>
              </a:ext>
            </a:extLst>
          </p:cNvPr>
          <p:cNvGrpSpPr/>
          <p:nvPr/>
        </p:nvGrpSpPr>
        <p:grpSpPr>
          <a:xfrm>
            <a:off x="1476870" y="1592780"/>
            <a:ext cx="201031" cy="116005"/>
            <a:chOff x="165240" y="2224800"/>
            <a:chExt cx="280800" cy="162036"/>
          </a:xfrm>
        </p:grpSpPr>
        <p:sp>
          <p:nvSpPr>
            <p:cNvPr id="8" name="part_3415_0">
              <a:extLst>
                <a:ext uri="{FF2B5EF4-FFF2-40B4-BE49-F238E27FC236}">
                  <a16:creationId xmlns:a16="http://schemas.microsoft.com/office/drawing/2014/main" id="{549F03B1-247F-FF19-455F-48B6A4465868}"/>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 name="part_3415_1">
              <a:extLst>
                <a:ext uri="{FF2B5EF4-FFF2-40B4-BE49-F238E27FC236}">
                  <a16:creationId xmlns:a16="http://schemas.microsoft.com/office/drawing/2014/main" id="{D9147FCE-7BCF-E84E-6667-5FA4393F15A1}"/>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2" name="part_3415_2">
              <a:extLst>
                <a:ext uri="{FF2B5EF4-FFF2-40B4-BE49-F238E27FC236}">
                  <a16:creationId xmlns:a16="http://schemas.microsoft.com/office/drawing/2014/main" id="{5FD6871F-AC09-2518-AB3F-0ABFD5C8B075}"/>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3416" name="a | Z-score histogram">
            <a:extLst>
              <a:ext uri="{FF2B5EF4-FFF2-40B4-BE49-F238E27FC236}">
                <a16:creationId xmlns:a16="http://schemas.microsoft.com/office/drawing/2014/main" id="{4CA5955C-A557-9B08-11CC-8CCEB2D3423E}"/>
              </a:ext>
            </a:extLst>
          </p:cNvPr>
          <p:cNvGrpSpPr/>
          <p:nvPr/>
        </p:nvGrpSpPr>
        <p:grpSpPr>
          <a:xfrm>
            <a:off x="1762437" y="1569346"/>
            <a:ext cx="219072" cy="134388"/>
            <a:chOff x="564120" y="2192067"/>
            <a:chExt cx="306000" cy="187713"/>
          </a:xfrm>
        </p:grpSpPr>
        <p:sp>
          <p:nvSpPr>
            <p:cNvPr id="15270" name="hist_3416_0">
              <a:extLst>
                <a:ext uri="{FF2B5EF4-FFF2-40B4-BE49-F238E27FC236}">
                  <a16:creationId xmlns:a16="http://schemas.microsoft.com/office/drawing/2014/main" id="{1807182E-4FFE-6A10-4D52-5A9D2BCE4BD5}"/>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5271" name="hist_3416_1">
              <a:extLst>
                <a:ext uri="{FF2B5EF4-FFF2-40B4-BE49-F238E27FC236}">
                  <a16:creationId xmlns:a16="http://schemas.microsoft.com/office/drawing/2014/main" id="{C8844B29-10F9-9A96-8280-57EA1463644A}"/>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5272" name="hist_3416_2">
              <a:extLst>
                <a:ext uri="{FF2B5EF4-FFF2-40B4-BE49-F238E27FC236}">
                  <a16:creationId xmlns:a16="http://schemas.microsoft.com/office/drawing/2014/main" id="{14218149-01F7-9335-73A8-90C97BEA3115}"/>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5273" name="hist_3416_3">
              <a:extLst>
                <a:ext uri="{FF2B5EF4-FFF2-40B4-BE49-F238E27FC236}">
                  <a16:creationId xmlns:a16="http://schemas.microsoft.com/office/drawing/2014/main" id="{BD841E25-CB9A-BCA7-4FB3-6C01F98CE3A4}"/>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5274" name="hist_3416_4">
              <a:extLst>
                <a:ext uri="{FF2B5EF4-FFF2-40B4-BE49-F238E27FC236}">
                  <a16:creationId xmlns:a16="http://schemas.microsoft.com/office/drawing/2014/main" id="{41DFE94F-3256-2448-A922-F8B9425254FB}"/>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5275" name="hist_3416_5">
              <a:extLst>
                <a:ext uri="{FF2B5EF4-FFF2-40B4-BE49-F238E27FC236}">
                  <a16:creationId xmlns:a16="http://schemas.microsoft.com/office/drawing/2014/main" id="{BEA0FDD5-AACD-606D-7381-DEA21C945781}"/>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5276" name="hist_3416_6">
              <a:extLst>
                <a:ext uri="{FF2B5EF4-FFF2-40B4-BE49-F238E27FC236}">
                  <a16:creationId xmlns:a16="http://schemas.microsoft.com/office/drawing/2014/main" id="{A9BF5D9C-9CE0-112D-16B5-28CD15E901BC}"/>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5277" name="hist_3416_7">
              <a:extLst>
                <a:ext uri="{FF2B5EF4-FFF2-40B4-BE49-F238E27FC236}">
                  <a16:creationId xmlns:a16="http://schemas.microsoft.com/office/drawing/2014/main" id="{C279D279-6531-A4E8-6FF8-AFEF9BEADD3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5278" name="hist_3416_8">
              <a:extLst>
                <a:ext uri="{FF2B5EF4-FFF2-40B4-BE49-F238E27FC236}">
                  <a16:creationId xmlns:a16="http://schemas.microsoft.com/office/drawing/2014/main" id="{807106E0-F5D3-4FD5-8510-BE30BB935EA3}"/>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5279" name="hist_3416_9">
              <a:extLst>
                <a:ext uri="{FF2B5EF4-FFF2-40B4-BE49-F238E27FC236}">
                  <a16:creationId xmlns:a16="http://schemas.microsoft.com/office/drawing/2014/main" id="{027499EF-B03E-10C4-5D94-1603B9085E6C}"/>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5280" name="hist_3416_10">
              <a:extLst>
                <a:ext uri="{FF2B5EF4-FFF2-40B4-BE49-F238E27FC236}">
                  <a16:creationId xmlns:a16="http://schemas.microsoft.com/office/drawing/2014/main" id="{C93EAF9A-8692-8E14-8DA4-02C89F51D532}"/>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5281" name="hist_3416_11">
              <a:extLst>
                <a:ext uri="{FF2B5EF4-FFF2-40B4-BE49-F238E27FC236}">
                  <a16:creationId xmlns:a16="http://schemas.microsoft.com/office/drawing/2014/main" id="{4129D868-0D36-AD93-3F07-E1A46FD01EA0}"/>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5282" name="hist_3416_12">
              <a:extLst>
                <a:ext uri="{FF2B5EF4-FFF2-40B4-BE49-F238E27FC236}">
                  <a16:creationId xmlns:a16="http://schemas.microsoft.com/office/drawing/2014/main" id="{F079C37C-5C25-D13B-040C-C06C491C19C7}"/>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5283" name="hist_3416_13">
              <a:extLst>
                <a:ext uri="{FF2B5EF4-FFF2-40B4-BE49-F238E27FC236}">
                  <a16:creationId xmlns:a16="http://schemas.microsoft.com/office/drawing/2014/main" id="{DE1A5D60-2991-36C0-5FAB-2CE8F3F36FA4}"/>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5284" name="hist_3416_14">
              <a:extLst>
                <a:ext uri="{FF2B5EF4-FFF2-40B4-BE49-F238E27FC236}">
                  <a16:creationId xmlns:a16="http://schemas.microsoft.com/office/drawing/2014/main" id="{24AA86B6-44B3-7137-7605-700B5628574A}"/>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5285" name="hist_3416_15">
              <a:extLst>
                <a:ext uri="{FF2B5EF4-FFF2-40B4-BE49-F238E27FC236}">
                  <a16:creationId xmlns:a16="http://schemas.microsoft.com/office/drawing/2014/main" id="{4B1E2D48-0A4D-1867-4D49-83440ADDFEDA}"/>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5286" name="hist_3416_16">
              <a:extLst>
                <a:ext uri="{FF2B5EF4-FFF2-40B4-BE49-F238E27FC236}">
                  <a16:creationId xmlns:a16="http://schemas.microsoft.com/office/drawing/2014/main" id="{14F719D0-75A7-6485-3185-FDF6E3BA8532}"/>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5287" name="hist_3416_17">
              <a:extLst>
                <a:ext uri="{FF2B5EF4-FFF2-40B4-BE49-F238E27FC236}">
                  <a16:creationId xmlns:a16="http://schemas.microsoft.com/office/drawing/2014/main" id="{0AA7F61D-5E99-5E87-E49E-F3E7E5B0EC81}"/>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5288" name="hist_3416_18">
              <a:extLst>
                <a:ext uri="{FF2B5EF4-FFF2-40B4-BE49-F238E27FC236}">
                  <a16:creationId xmlns:a16="http://schemas.microsoft.com/office/drawing/2014/main" id="{6962CBBA-7EEA-DAE7-0F62-540D98A74396}"/>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5289" name="hist_3416_19">
              <a:extLst>
                <a:ext uri="{FF2B5EF4-FFF2-40B4-BE49-F238E27FC236}">
                  <a16:creationId xmlns:a16="http://schemas.microsoft.com/office/drawing/2014/main" id="{82B3C9E8-1B91-93BA-4B0B-C47AE21F9529}"/>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5290" name="hist_3416_20">
              <a:extLst>
                <a:ext uri="{FF2B5EF4-FFF2-40B4-BE49-F238E27FC236}">
                  <a16:creationId xmlns:a16="http://schemas.microsoft.com/office/drawing/2014/main" id="{FB818CCB-CA19-209C-A8E5-9E9DA7C09EDB}"/>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5291" name="hist_3416_21">
              <a:extLst>
                <a:ext uri="{FF2B5EF4-FFF2-40B4-BE49-F238E27FC236}">
                  <a16:creationId xmlns:a16="http://schemas.microsoft.com/office/drawing/2014/main" id="{D8AE239D-B285-86BB-A2CA-D6DCAC304127}"/>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5292" name="hist_3416_22">
              <a:extLst>
                <a:ext uri="{FF2B5EF4-FFF2-40B4-BE49-F238E27FC236}">
                  <a16:creationId xmlns:a16="http://schemas.microsoft.com/office/drawing/2014/main" id="{8AF22EF0-0CFA-78EC-BA25-9C586973023E}"/>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5293" name="hist_3416_23">
              <a:extLst>
                <a:ext uri="{FF2B5EF4-FFF2-40B4-BE49-F238E27FC236}">
                  <a16:creationId xmlns:a16="http://schemas.microsoft.com/office/drawing/2014/main" id="{EC58E463-C2A8-2207-C918-8207A311B43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5294" name="hist_3416_24">
              <a:extLst>
                <a:ext uri="{FF2B5EF4-FFF2-40B4-BE49-F238E27FC236}">
                  <a16:creationId xmlns:a16="http://schemas.microsoft.com/office/drawing/2014/main" id="{F7793864-F5EF-C91A-1702-11D465A3E1CE}"/>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5295" name="hist_3416_25">
              <a:extLst>
                <a:ext uri="{FF2B5EF4-FFF2-40B4-BE49-F238E27FC236}">
                  <a16:creationId xmlns:a16="http://schemas.microsoft.com/office/drawing/2014/main" id="{2707E320-ACD7-6513-5C94-EC1C4FA7BE52}"/>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5296" name="hist_3416_26">
              <a:extLst>
                <a:ext uri="{FF2B5EF4-FFF2-40B4-BE49-F238E27FC236}">
                  <a16:creationId xmlns:a16="http://schemas.microsoft.com/office/drawing/2014/main" id="{1A6EA835-410D-8856-9EA3-9DF3D67A7775}"/>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5297" name="hist_3416_baseline">
              <a:extLst>
                <a:ext uri="{FF2B5EF4-FFF2-40B4-BE49-F238E27FC236}">
                  <a16:creationId xmlns:a16="http://schemas.microsoft.com/office/drawing/2014/main" id="{9FAB9D5C-77E1-C360-7BE5-F62CCBFA778B}"/>
                </a:ext>
              </a:extLst>
            </p:cNvPr>
            <p:cNvSpPr>
              <a:spLocks/>
            </p:cNvSpPr>
            <p:nvPr/>
          </p:nvSpPr>
          <p:spPr>
            <a:xfrm>
              <a:off x="564120" y="2377800"/>
              <a:ext cx="306000" cy="1980"/>
            </a:xfrm>
            <a:prstGeom prst="rect">
              <a:avLst/>
            </a:prstGeom>
            <a:solidFill>
              <a:srgbClr val="D7E1EF"/>
            </a:solidFill>
            <a:ln w="0">
              <a:noFill/>
            </a:ln>
          </p:spPr>
        </p:sp>
      </p:grpSp>
      <p:pic>
        <p:nvPicPr>
          <p:cNvPr id="16006" name="a | spatial view identity" descr="Synthetic voxel-grid density schematic">
            <a:extLst>
              <a:ext uri="{FF2B5EF4-FFF2-40B4-BE49-F238E27FC236}">
                <a16:creationId xmlns:a16="http://schemas.microsoft.com/office/drawing/2014/main" id="{7E6ED023-7D96-067A-5EF6-E3FB86A7EEEE}"/>
              </a:ext>
            </a:extLst>
          </p:cNvPr>
          <p:cNvPicPr>
            <a:picLocks noChangeAspect="1"/>
          </p:cNvPicPr>
          <p:nvPr/>
        </p:nvPicPr>
        <p:blipFill>
          <a:blip r:embed="rId3"/>
          <a:stretch/>
        </p:blipFill>
        <p:spPr>
          <a:xfrm>
            <a:off x="1501222" y="2033501"/>
            <a:ext cx="155421" cy="150515"/>
          </a:xfrm>
          <a:prstGeom prst="rect">
            <a:avLst/>
          </a:prstGeom>
        </p:spPr>
      </p:pic>
      <p:pic>
        <p:nvPicPr>
          <p:cNvPr id="16007" name="a | spatial view gaussian x2" descr="Synthetic voxel-grid density schematic">
            <a:extLst>
              <a:ext uri="{FF2B5EF4-FFF2-40B4-BE49-F238E27FC236}">
                <a16:creationId xmlns:a16="http://schemas.microsoft.com/office/drawing/2014/main" id="{1DEC3A3D-A050-7AC0-A154-CD94D4A1B437}"/>
              </a:ext>
            </a:extLst>
          </p:cNvPr>
          <p:cNvPicPr>
            <a:picLocks noChangeAspect="1"/>
          </p:cNvPicPr>
          <p:nvPr/>
        </p:nvPicPr>
        <p:blipFill>
          <a:blip r:embed="rId4"/>
          <a:stretch/>
        </p:blipFill>
        <p:spPr>
          <a:xfrm>
            <a:off x="1794262" y="2033501"/>
            <a:ext cx="155421" cy="150515"/>
          </a:xfrm>
          <a:prstGeom prst="rect">
            <a:avLst/>
          </a:prstGeom>
        </p:spPr>
      </p:pic>
      <p:pic>
        <p:nvPicPr>
          <p:cNvPr id="16008" name="a | spatial view dog x2" descr="Synthetic voxel-grid density schematic">
            <a:extLst>
              <a:ext uri="{FF2B5EF4-FFF2-40B4-BE49-F238E27FC236}">
                <a16:creationId xmlns:a16="http://schemas.microsoft.com/office/drawing/2014/main" id="{743F9568-B74F-B153-654C-6157FF947634}"/>
              </a:ext>
            </a:extLst>
          </p:cNvPr>
          <p:cNvPicPr>
            <a:picLocks noChangeAspect="1"/>
          </p:cNvPicPr>
          <p:nvPr/>
        </p:nvPicPr>
        <p:blipFill>
          <a:blip r:embed="rId3"/>
          <a:stretch/>
        </p:blipFill>
        <p:spPr>
          <a:xfrm>
            <a:off x="1501222" y="2319583"/>
            <a:ext cx="155421" cy="150515"/>
          </a:xfrm>
          <a:prstGeom prst="rect">
            <a:avLst/>
          </a:prstGeom>
        </p:spPr>
      </p:pic>
      <p:pic>
        <p:nvPicPr>
          <p:cNvPr id="16009" name="a | spatial view receptor suppression x2" descr="Synthetic voxel-grid density schematic">
            <a:extLst>
              <a:ext uri="{FF2B5EF4-FFF2-40B4-BE49-F238E27FC236}">
                <a16:creationId xmlns:a16="http://schemas.microsoft.com/office/drawing/2014/main" id="{92E1929A-617E-3223-A80B-A4A36723A4B4}"/>
              </a:ext>
            </a:extLst>
          </p:cNvPr>
          <p:cNvPicPr>
            <a:picLocks noChangeAspect="1"/>
          </p:cNvPicPr>
          <p:nvPr/>
        </p:nvPicPr>
        <p:blipFill>
          <a:blip r:embed="rId6"/>
          <a:stretch/>
        </p:blipFill>
        <p:spPr>
          <a:xfrm>
            <a:off x="1794262" y="2319583"/>
            <a:ext cx="155421" cy="150515"/>
          </a:xfrm>
          <a:prstGeom prst="rect">
            <a:avLst/>
          </a:prstGeom>
        </p:spPr>
      </p:pic>
      <p:pic>
        <p:nvPicPr>
          <p:cNvPr id="16010" name="a | 56-channel tensor stack" descr="Synthetic voxel-grid density schematic">
            <a:extLst>
              <a:ext uri="{FF2B5EF4-FFF2-40B4-BE49-F238E27FC236}">
                <a16:creationId xmlns:a16="http://schemas.microsoft.com/office/drawing/2014/main" id="{4012475A-1DEC-BDAE-C595-D585CD368549}"/>
              </a:ext>
            </a:extLst>
          </p:cNvPr>
          <p:cNvPicPr>
            <a:picLocks noChangeAspect="1"/>
          </p:cNvPicPr>
          <p:nvPr/>
        </p:nvPicPr>
        <p:blipFill>
          <a:blip r:embed="rId7"/>
          <a:stretch/>
        </p:blipFill>
        <p:spPr>
          <a:xfrm>
            <a:off x="1546335" y="2762108"/>
            <a:ext cx="343801" cy="237886"/>
          </a:xfrm>
          <a:prstGeom prst="rect">
            <a:avLst/>
          </a:prstGeom>
        </p:spPr>
      </p:pic>
      <p:grpSp>
        <p:nvGrpSpPr>
          <p:cNvPr id="3422" name="a | receptor atom cloud">
            <a:extLst>
              <a:ext uri="{FF2B5EF4-FFF2-40B4-BE49-F238E27FC236}">
                <a16:creationId xmlns:a16="http://schemas.microsoft.com/office/drawing/2014/main" id="{DC764474-4B58-432D-2DB0-7421D2CF00F8}"/>
              </a:ext>
            </a:extLst>
          </p:cNvPr>
          <p:cNvGrpSpPr/>
          <p:nvPr/>
        </p:nvGrpSpPr>
        <p:grpSpPr>
          <a:xfrm>
            <a:off x="1480189" y="3442117"/>
            <a:ext cx="164024" cy="174466"/>
            <a:chOff x="169875" y="4807960"/>
            <a:chExt cx="229109" cy="243694"/>
          </a:xfrm>
        </p:grpSpPr>
        <p:sp>
          <p:nvSpPr>
            <p:cNvPr id="5650" name="asset_3422_0">
              <a:extLst>
                <a:ext uri="{FF2B5EF4-FFF2-40B4-BE49-F238E27FC236}">
                  <a16:creationId xmlns:a16="http://schemas.microsoft.com/office/drawing/2014/main" id="{6A476962-3124-4A12-8B5B-C3E50BC7FCA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5651" name="asset_3422_1">
              <a:extLst>
                <a:ext uri="{FF2B5EF4-FFF2-40B4-BE49-F238E27FC236}">
                  <a16:creationId xmlns:a16="http://schemas.microsoft.com/office/drawing/2014/main" id="{61841CAB-0118-FA24-9EB3-36A939E2A2EE}"/>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5652" name="asset_3422_2">
              <a:extLst>
                <a:ext uri="{FF2B5EF4-FFF2-40B4-BE49-F238E27FC236}">
                  <a16:creationId xmlns:a16="http://schemas.microsoft.com/office/drawing/2014/main" id="{161B3F77-F66C-2E89-2DBA-44EF56E5E134}"/>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53" name="asset_3422_3">
              <a:extLst>
                <a:ext uri="{FF2B5EF4-FFF2-40B4-BE49-F238E27FC236}">
                  <a16:creationId xmlns:a16="http://schemas.microsoft.com/office/drawing/2014/main" id="{EA4D1CE0-13F8-DF15-DA3E-22ED57530950}"/>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5654" name="asset_3422_4">
              <a:extLst>
                <a:ext uri="{FF2B5EF4-FFF2-40B4-BE49-F238E27FC236}">
                  <a16:creationId xmlns:a16="http://schemas.microsoft.com/office/drawing/2014/main" id="{F7EB6133-A77B-2F86-F933-2696BEACAC74}"/>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55" name="asset_3422_5">
              <a:extLst>
                <a:ext uri="{FF2B5EF4-FFF2-40B4-BE49-F238E27FC236}">
                  <a16:creationId xmlns:a16="http://schemas.microsoft.com/office/drawing/2014/main" id="{1287AAB0-0A6D-2B8A-4745-4A0D3C9FCAFB}"/>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5656" name="asset_3422_6">
              <a:extLst>
                <a:ext uri="{FF2B5EF4-FFF2-40B4-BE49-F238E27FC236}">
                  <a16:creationId xmlns:a16="http://schemas.microsoft.com/office/drawing/2014/main" id="{0DCEE443-FCEF-8274-7433-FA8BD115B9E6}"/>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57" name="asset_3422_7">
              <a:extLst>
                <a:ext uri="{FF2B5EF4-FFF2-40B4-BE49-F238E27FC236}">
                  <a16:creationId xmlns:a16="http://schemas.microsoft.com/office/drawing/2014/main" id="{D06684DC-EA53-BE0C-4F7A-7FA5AB373804}"/>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5658" name="asset_3422_8">
              <a:extLst>
                <a:ext uri="{FF2B5EF4-FFF2-40B4-BE49-F238E27FC236}">
                  <a16:creationId xmlns:a16="http://schemas.microsoft.com/office/drawing/2014/main" id="{C7E370E1-6EF6-E178-3D27-D2C9A8B2380A}"/>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59" name="asset_3422_9">
              <a:extLst>
                <a:ext uri="{FF2B5EF4-FFF2-40B4-BE49-F238E27FC236}">
                  <a16:creationId xmlns:a16="http://schemas.microsoft.com/office/drawing/2014/main" id="{3A2B789E-D54F-910E-D653-984191153D09}"/>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5660" name="asset_3422_10">
              <a:extLst>
                <a:ext uri="{FF2B5EF4-FFF2-40B4-BE49-F238E27FC236}">
                  <a16:creationId xmlns:a16="http://schemas.microsoft.com/office/drawing/2014/main" id="{C060EE30-358F-4C31-5496-569FBD25130C}"/>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61" name="asset_3422_11">
              <a:extLst>
                <a:ext uri="{FF2B5EF4-FFF2-40B4-BE49-F238E27FC236}">
                  <a16:creationId xmlns:a16="http://schemas.microsoft.com/office/drawing/2014/main" id="{E5CD63FD-8C45-8873-A0A6-4B0502492891}"/>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5662" name="asset_3422_12">
              <a:extLst>
                <a:ext uri="{FF2B5EF4-FFF2-40B4-BE49-F238E27FC236}">
                  <a16:creationId xmlns:a16="http://schemas.microsoft.com/office/drawing/2014/main" id="{518521A0-B549-D572-0E1E-4960D9C44C2D}"/>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63" name="asset_3422_13">
              <a:extLst>
                <a:ext uri="{FF2B5EF4-FFF2-40B4-BE49-F238E27FC236}">
                  <a16:creationId xmlns:a16="http://schemas.microsoft.com/office/drawing/2014/main" id="{BF32FC32-C8D7-A865-5583-5372C4B549B3}"/>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5664" name="asset_3422_14">
              <a:extLst>
                <a:ext uri="{FF2B5EF4-FFF2-40B4-BE49-F238E27FC236}">
                  <a16:creationId xmlns:a16="http://schemas.microsoft.com/office/drawing/2014/main" id="{11BBE6DA-FA52-9E10-E0B3-2D8002F3A2BE}"/>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65" name="asset_3422_15">
              <a:extLst>
                <a:ext uri="{FF2B5EF4-FFF2-40B4-BE49-F238E27FC236}">
                  <a16:creationId xmlns:a16="http://schemas.microsoft.com/office/drawing/2014/main" id="{DC250206-227F-3146-90D9-3B03DEFF6DCB}"/>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5666" name="asset_3422_16">
              <a:extLst>
                <a:ext uri="{FF2B5EF4-FFF2-40B4-BE49-F238E27FC236}">
                  <a16:creationId xmlns:a16="http://schemas.microsoft.com/office/drawing/2014/main" id="{C190CD6A-975E-E668-B957-F01C9DE2945C}"/>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67" name="asset_3422_17">
              <a:extLst>
                <a:ext uri="{FF2B5EF4-FFF2-40B4-BE49-F238E27FC236}">
                  <a16:creationId xmlns:a16="http://schemas.microsoft.com/office/drawing/2014/main" id="{EE7B16E9-C1D8-83C5-CB06-F7354A660561}"/>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5668" name="asset_3422_18">
              <a:extLst>
                <a:ext uri="{FF2B5EF4-FFF2-40B4-BE49-F238E27FC236}">
                  <a16:creationId xmlns:a16="http://schemas.microsoft.com/office/drawing/2014/main" id="{C84C4463-6935-97EE-5775-519F3BE11B8F}"/>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69" name="asset_3422_19">
              <a:extLst>
                <a:ext uri="{FF2B5EF4-FFF2-40B4-BE49-F238E27FC236}">
                  <a16:creationId xmlns:a16="http://schemas.microsoft.com/office/drawing/2014/main" id="{03C0EEF2-0D67-26BC-BC05-2714DC4D5FD6}"/>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5670" name="asset_3422_20">
              <a:extLst>
                <a:ext uri="{FF2B5EF4-FFF2-40B4-BE49-F238E27FC236}">
                  <a16:creationId xmlns:a16="http://schemas.microsoft.com/office/drawing/2014/main" id="{C30B573A-7AA2-2873-AA10-4B2D54BAC023}"/>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71" name="asset_3422_21">
              <a:extLst>
                <a:ext uri="{FF2B5EF4-FFF2-40B4-BE49-F238E27FC236}">
                  <a16:creationId xmlns:a16="http://schemas.microsoft.com/office/drawing/2014/main" id="{73E6E1C5-82A0-FFFA-0ED5-C5FB8B87266D}"/>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5672" name="asset_3422_22">
              <a:extLst>
                <a:ext uri="{FF2B5EF4-FFF2-40B4-BE49-F238E27FC236}">
                  <a16:creationId xmlns:a16="http://schemas.microsoft.com/office/drawing/2014/main" id="{7D995167-185D-2EA5-9B7E-A573E73C567F}"/>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5673" name="asset_3422_23">
              <a:extLst>
                <a:ext uri="{FF2B5EF4-FFF2-40B4-BE49-F238E27FC236}">
                  <a16:creationId xmlns:a16="http://schemas.microsoft.com/office/drawing/2014/main" id="{A39991ED-30B4-B03F-137B-08948C98F6BF}"/>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5674" name="asset_3422_24">
              <a:extLst>
                <a:ext uri="{FF2B5EF4-FFF2-40B4-BE49-F238E27FC236}">
                  <a16:creationId xmlns:a16="http://schemas.microsoft.com/office/drawing/2014/main" id="{E6E22851-3810-9A82-4549-936AC35947E9}"/>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75" name="asset_3422_25">
              <a:extLst>
                <a:ext uri="{FF2B5EF4-FFF2-40B4-BE49-F238E27FC236}">
                  <a16:creationId xmlns:a16="http://schemas.microsoft.com/office/drawing/2014/main" id="{2AA3D2A2-FD4C-DC23-99CD-339538410926}"/>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5676" name="asset_3422_26">
              <a:extLst>
                <a:ext uri="{FF2B5EF4-FFF2-40B4-BE49-F238E27FC236}">
                  <a16:creationId xmlns:a16="http://schemas.microsoft.com/office/drawing/2014/main" id="{B8A316B4-F2CB-F2B7-D477-146D7F943F7B}"/>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5677" name="asset_3422_27">
              <a:extLst>
                <a:ext uri="{FF2B5EF4-FFF2-40B4-BE49-F238E27FC236}">
                  <a16:creationId xmlns:a16="http://schemas.microsoft.com/office/drawing/2014/main" id="{58A89F08-5FBB-57AC-CEEA-F06DDFCC7CD2}"/>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5678" name="asset_3422_28">
              <a:extLst>
                <a:ext uri="{FF2B5EF4-FFF2-40B4-BE49-F238E27FC236}">
                  <a16:creationId xmlns:a16="http://schemas.microsoft.com/office/drawing/2014/main" id="{BD38F356-6B4E-6AF4-51B0-ABB935D511F2}"/>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79" name="asset_3422_29">
              <a:extLst>
                <a:ext uri="{FF2B5EF4-FFF2-40B4-BE49-F238E27FC236}">
                  <a16:creationId xmlns:a16="http://schemas.microsoft.com/office/drawing/2014/main" id="{1144378F-32F5-97C1-FD82-40FDEA2059F9}"/>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5680" name="asset_3422_30">
              <a:extLst>
                <a:ext uri="{FF2B5EF4-FFF2-40B4-BE49-F238E27FC236}">
                  <a16:creationId xmlns:a16="http://schemas.microsoft.com/office/drawing/2014/main" id="{8147D2ED-D17B-2AB3-4A16-E41F938CF54F}"/>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81" name="asset_3422_31">
              <a:extLst>
                <a:ext uri="{FF2B5EF4-FFF2-40B4-BE49-F238E27FC236}">
                  <a16:creationId xmlns:a16="http://schemas.microsoft.com/office/drawing/2014/main" id="{0D8C2A89-9E4B-BF71-397A-5D87D561A02A}"/>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5682" name="asset_3422_32">
              <a:extLst>
                <a:ext uri="{FF2B5EF4-FFF2-40B4-BE49-F238E27FC236}">
                  <a16:creationId xmlns:a16="http://schemas.microsoft.com/office/drawing/2014/main" id="{AF8FB841-D1DC-496D-578C-110A0F01C189}"/>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83" name="asset_3422_33">
              <a:extLst>
                <a:ext uri="{FF2B5EF4-FFF2-40B4-BE49-F238E27FC236}">
                  <a16:creationId xmlns:a16="http://schemas.microsoft.com/office/drawing/2014/main" id="{6E7DC24E-1072-A7A5-9072-700CBB2464FE}"/>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5684" name="asset_3422_34">
              <a:extLst>
                <a:ext uri="{FF2B5EF4-FFF2-40B4-BE49-F238E27FC236}">
                  <a16:creationId xmlns:a16="http://schemas.microsoft.com/office/drawing/2014/main" id="{087C1956-4190-096C-6969-C2E0DE24FC2E}"/>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85" name="asset_3422_35">
              <a:extLst>
                <a:ext uri="{FF2B5EF4-FFF2-40B4-BE49-F238E27FC236}">
                  <a16:creationId xmlns:a16="http://schemas.microsoft.com/office/drawing/2014/main" id="{3547ADE2-E5D7-7270-2130-A978A114D64F}"/>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5686" name="asset_3422_36">
              <a:extLst>
                <a:ext uri="{FF2B5EF4-FFF2-40B4-BE49-F238E27FC236}">
                  <a16:creationId xmlns:a16="http://schemas.microsoft.com/office/drawing/2014/main" id="{15F11BD0-A2FD-0A92-F21F-A42AC37097C8}"/>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87" name="asset_3422_37">
              <a:extLst>
                <a:ext uri="{FF2B5EF4-FFF2-40B4-BE49-F238E27FC236}">
                  <a16:creationId xmlns:a16="http://schemas.microsoft.com/office/drawing/2014/main" id="{07F0EFE4-626A-B003-4C6C-B4FFE95A3B73}"/>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5688" name="asset_3422_38">
              <a:extLst>
                <a:ext uri="{FF2B5EF4-FFF2-40B4-BE49-F238E27FC236}">
                  <a16:creationId xmlns:a16="http://schemas.microsoft.com/office/drawing/2014/main" id="{D7E3056D-C818-C6CE-9DEA-E7502ADB87FF}"/>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89" name="asset_3422_39">
              <a:extLst>
                <a:ext uri="{FF2B5EF4-FFF2-40B4-BE49-F238E27FC236}">
                  <a16:creationId xmlns:a16="http://schemas.microsoft.com/office/drawing/2014/main" id="{060FD1BA-7E08-D407-5AD2-F7459A52B9C1}"/>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5690" name="asset_3422_40">
              <a:extLst>
                <a:ext uri="{FF2B5EF4-FFF2-40B4-BE49-F238E27FC236}">
                  <a16:creationId xmlns:a16="http://schemas.microsoft.com/office/drawing/2014/main" id="{067A51BE-938B-116B-2DCD-F25064E3510C}"/>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91" name="asset_3422_41">
              <a:extLst>
                <a:ext uri="{FF2B5EF4-FFF2-40B4-BE49-F238E27FC236}">
                  <a16:creationId xmlns:a16="http://schemas.microsoft.com/office/drawing/2014/main" id="{0F3D3890-1876-8DBD-9981-0330947FBF82}"/>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5692" name="asset_3422_42">
              <a:extLst>
                <a:ext uri="{FF2B5EF4-FFF2-40B4-BE49-F238E27FC236}">
                  <a16:creationId xmlns:a16="http://schemas.microsoft.com/office/drawing/2014/main" id="{94A31EA7-61EA-5CF0-91E0-6B6060541445}"/>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93" name="asset_3422_43">
              <a:extLst>
                <a:ext uri="{FF2B5EF4-FFF2-40B4-BE49-F238E27FC236}">
                  <a16:creationId xmlns:a16="http://schemas.microsoft.com/office/drawing/2014/main" id="{EADA3918-99C3-0BB8-07AD-0A23EB8F4C4D}"/>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5694" name="asset_3422_44">
              <a:extLst>
                <a:ext uri="{FF2B5EF4-FFF2-40B4-BE49-F238E27FC236}">
                  <a16:creationId xmlns:a16="http://schemas.microsoft.com/office/drawing/2014/main" id="{BC95E8FF-E2A8-F6BE-2117-5075D97FEB17}"/>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5695" name="asset_3422_45">
              <a:extLst>
                <a:ext uri="{FF2B5EF4-FFF2-40B4-BE49-F238E27FC236}">
                  <a16:creationId xmlns:a16="http://schemas.microsoft.com/office/drawing/2014/main" id="{9D4F6EE4-830A-D0CB-E8BA-810963BD47A4}"/>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5696" name="asset_3422_46">
              <a:extLst>
                <a:ext uri="{FF2B5EF4-FFF2-40B4-BE49-F238E27FC236}">
                  <a16:creationId xmlns:a16="http://schemas.microsoft.com/office/drawing/2014/main" id="{10CDE5AF-9E89-E7A4-F769-D365D5C5BA94}"/>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97" name="asset_3422_47">
              <a:extLst>
                <a:ext uri="{FF2B5EF4-FFF2-40B4-BE49-F238E27FC236}">
                  <a16:creationId xmlns:a16="http://schemas.microsoft.com/office/drawing/2014/main" id="{2186C9BA-3F75-7CC8-445C-84565FBAB850}"/>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5698" name="asset_3422_48">
              <a:extLst>
                <a:ext uri="{FF2B5EF4-FFF2-40B4-BE49-F238E27FC236}">
                  <a16:creationId xmlns:a16="http://schemas.microsoft.com/office/drawing/2014/main" id="{D1934DB4-10A9-051D-FF0F-F56D2C1C77BB}"/>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699" name="asset_3422_49">
              <a:extLst>
                <a:ext uri="{FF2B5EF4-FFF2-40B4-BE49-F238E27FC236}">
                  <a16:creationId xmlns:a16="http://schemas.microsoft.com/office/drawing/2014/main" id="{28787F22-B681-156F-F0A0-942B6FC401F7}"/>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5700" name="asset_3422_50">
              <a:extLst>
                <a:ext uri="{FF2B5EF4-FFF2-40B4-BE49-F238E27FC236}">
                  <a16:creationId xmlns:a16="http://schemas.microsoft.com/office/drawing/2014/main" id="{B6D9E2ED-AD52-17FF-7F16-A02F54709189}"/>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01" name="asset_3422_51">
              <a:extLst>
                <a:ext uri="{FF2B5EF4-FFF2-40B4-BE49-F238E27FC236}">
                  <a16:creationId xmlns:a16="http://schemas.microsoft.com/office/drawing/2014/main" id="{968E7F0C-5DCD-9F6F-AEAB-BF18C364EBF5}"/>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5702" name="asset_3422_52">
              <a:extLst>
                <a:ext uri="{FF2B5EF4-FFF2-40B4-BE49-F238E27FC236}">
                  <a16:creationId xmlns:a16="http://schemas.microsoft.com/office/drawing/2014/main" id="{352E24E0-9815-22EB-1482-DECC13EE44EC}"/>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5703" name="asset_3422_53">
              <a:extLst>
                <a:ext uri="{FF2B5EF4-FFF2-40B4-BE49-F238E27FC236}">
                  <a16:creationId xmlns:a16="http://schemas.microsoft.com/office/drawing/2014/main" id="{9C513130-5D30-9ECB-4130-BC2D8053A580}"/>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5704" name="asset_3422_54">
              <a:extLst>
                <a:ext uri="{FF2B5EF4-FFF2-40B4-BE49-F238E27FC236}">
                  <a16:creationId xmlns:a16="http://schemas.microsoft.com/office/drawing/2014/main" id="{B7863B74-079C-7EF8-FD9E-FFEBF5CF36D3}"/>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05" name="asset_3422_55">
              <a:extLst>
                <a:ext uri="{FF2B5EF4-FFF2-40B4-BE49-F238E27FC236}">
                  <a16:creationId xmlns:a16="http://schemas.microsoft.com/office/drawing/2014/main" id="{CD26D558-1BC1-63D5-9F2A-8A3F01CFFA0F}"/>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5706" name="asset_3422_56">
              <a:extLst>
                <a:ext uri="{FF2B5EF4-FFF2-40B4-BE49-F238E27FC236}">
                  <a16:creationId xmlns:a16="http://schemas.microsoft.com/office/drawing/2014/main" id="{69A554C8-22C0-44DA-D9BF-4384E8FD01A8}"/>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07" name="asset_3422_57">
              <a:extLst>
                <a:ext uri="{FF2B5EF4-FFF2-40B4-BE49-F238E27FC236}">
                  <a16:creationId xmlns:a16="http://schemas.microsoft.com/office/drawing/2014/main" id="{4C2B2A67-029A-992D-D2B8-A0893EB05050}"/>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5708" name="asset_3422_58">
              <a:extLst>
                <a:ext uri="{FF2B5EF4-FFF2-40B4-BE49-F238E27FC236}">
                  <a16:creationId xmlns:a16="http://schemas.microsoft.com/office/drawing/2014/main" id="{83B9A7A4-F979-F498-17C8-51DB38A48E5A}"/>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09" name="asset_3422_59">
              <a:extLst>
                <a:ext uri="{FF2B5EF4-FFF2-40B4-BE49-F238E27FC236}">
                  <a16:creationId xmlns:a16="http://schemas.microsoft.com/office/drawing/2014/main" id="{20BF98F0-EDA5-637D-F1A8-447D5E21FF55}"/>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5710" name="asset_3422_60">
              <a:extLst>
                <a:ext uri="{FF2B5EF4-FFF2-40B4-BE49-F238E27FC236}">
                  <a16:creationId xmlns:a16="http://schemas.microsoft.com/office/drawing/2014/main" id="{A21A926A-4792-D596-F24E-ECD01E065DC5}"/>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11" name="asset_3422_61">
              <a:extLst>
                <a:ext uri="{FF2B5EF4-FFF2-40B4-BE49-F238E27FC236}">
                  <a16:creationId xmlns:a16="http://schemas.microsoft.com/office/drawing/2014/main" id="{A90261DD-E056-6216-CE0B-5B25725C62DD}"/>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5712" name="asset_3422_62">
              <a:extLst>
                <a:ext uri="{FF2B5EF4-FFF2-40B4-BE49-F238E27FC236}">
                  <a16:creationId xmlns:a16="http://schemas.microsoft.com/office/drawing/2014/main" id="{3CF1950D-0F93-DFBF-AD7E-FDBA7A4E8F2A}"/>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13" name="asset_3422_63">
              <a:extLst>
                <a:ext uri="{FF2B5EF4-FFF2-40B4-BE49-F238E27FC236}">
                  <a16:creationId xmlns:a16="http://schemas.microsoft.com/office/drawing/2014/main" id="{A8D5848C-2F05-EBB6-DCE7-73898A1BB0E4}"/>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5714" name="asset_3422_64">
              <a:extLst>
                <a:ext uri="{FF2B5EF4-FFF2-40B4-BE49-F238E27FC236}">
                  <a16:creationId xmlns:a16="http://schemas.microsoft.com/office/drawing/2014/main" id="{F36D0D0E-AD41-5827-77B9-5BAE4DD98846}"/>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15" name="asset_3422_65">
              <a:extLst>
                <a:ext uri="{FF2B5EF4-FFF2-40B4-BE49-F238E27FC236}">
                  <a16:creationId xmlns:a16="http://schemas.microsoft.com/office/drawing/2014/main" id="{7CA58C82-BD38-EF7E-05F9-3CE266FE19B8}"/>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5716" name="asset_3422_66">
              <a:extLst>
                <a:ext uri="{FF2B5EF4-FFF2-40B4-BE49-F238E27FC236}">
                  <a16:creationId xmlns:a16="http://schemas.microsoft.com/office/drawing/2014/main" id="{AA578977-3C0C-78E9-5F14-674804C49BEB}"/>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5717" name="asset_3422_67">
              <a:extLst>
                <a:ext uri="{FF2B5EF4-FFF2-40B4-BE49-F238E27FC236}">
                  <a16:creationId xmlns:a16="http://schemas.microsoft.com/office/drawing/2014/main" id="{49B2D2CF-11CE-1D67-6826-021E39217C33}"/>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5718" name="asset_3422_68">
              <a:extLst>
                <a:ext uri="{FF2B5EF4-FFF2-40B4-BE49-F238E27FC236}">
                  <a16:creationId xmlns:a16="http://schemas.microsoft.com/office/drawing/2014/main" id="{950CC324-3247-7BBC-4191-D612BCDD6CF3}"/>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19" name="asset_3422_69">
              <a:extLst>
                <a:ext uri="{FF2B5EF4-FFF2-40B4-BE49-F238E27FC236}">
                  <a16:creationId xmlns:a16="http://schemas.microsoft.com/office/drawing/2014/main" id="{69E3D1D9-EE34-596E-CCBE-49ECF8C11A66}"/>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5720" name="asset_3422_70">
              <a:extLst>
                <a:ext uri="{FF2B5EF4-FFF2-40B4-BE49-F238E27FC236}">
                  <a16:creationId xmlns:a16="http://schemas.microsoft.com/office/drawing/2014/main" id="{F52011B5-1322-4873-F193-57EF536273B4}"/>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21" name="asset_3422_71">
              <a:extLst>
                <a:ext uri="{FF2B5EF4-FFF2-40B4-BE49-F238E27FC236}">
                  <a16:creationId xmlns:a16="http://schemas.microsoft.com/office/drawing/2014/main" id="{4C190070-D0F8-85B1-BB79-E58DA0D9A77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5722" name="asset_3422_72">
              <a:extLst>
                <a:ext uri="{FF2B5EF4-FFF2-40B4-BE49-F238E27FC236}">
                  <a16:creationId xmlns:a16="http://schemas.microsoft.com/office/drawing/2014/main" id="{3F7FF34E-877C-CF21-7135-88E77A043A7E}"/>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23" name="asset_3422_73">
              <a:extLst>
                <a:ext uri="{FF2B5EF4-FFF2-40B4-BE49-F238E27FC236}">
                  <a16:creationId xmlns:a16="http://schemas.microsoft.com/office/drawing/2014/main" id="{2F589690-81DF-992D-CC87-F576D7ED52F7}"/>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5724" name="asset_3422_74">
              <a:extLst>
                <a:ext uri="{FF2B5EF4-FFF2-40B4-BE49-F238E27FC236}">
                  <a16:creationId xmlns:a16="http://schemas.microsoft.com/office/drawing/2014/main" id="{83762840-09AD-85F6-90F6-1A66E9943BAD}"/>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25" name="asset_3422_75">
              <a:extLst>
                <a:ext uri="{FF2B5EF4-FFF2-40B4-BE49-F238E27FC236}">
                  <a16:creationId xmlns:a16="http://schemas.microsoft.com/office/drawing/2014/main" id="{D8D8A867-EAD9-F315-152B-FA949B9DBC50}"/>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5726" name="asset_3422_76">
              <a:extLst>
                <a:ext uri="{FF2B5EF4-FFF2-40B4-BE49-F238E27FC236}">
                  <a16:creationId xmlns:a16="http://schemas.microsoft.com/office/drawing/2014/main" id="{74684B6B-7E63-EA13-173F-5FB03B9CD9A8}"/>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27" name="asset_3422_77">
              <a:extLst>
                <a:ext uri="{FF2B5EF4-FFF2-40B4-BE49-F238E27FC236}">
                  <a16:creationId xmlns:a16="http://schemas.microsoft.com/office/drawing/2014/main" id="{C69B70BF-1D77-2E8B-EF35-7A581FA73F0A}"/>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5728" name="asset_3422_78">
              <a:extLst>
                <a:ext uri="{FF2B5EF4-FFF2-40B4-BE49-F238E27FC236}">
                  <a16:creationId xmlns:a16="http://schemas.microsoft.com/office/drawing/2014/main" id="{E9C1CB83-34CD-5051-B06A-2BF72FD90EB6}"/>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5729" name="asset_3422_79">
              <a:extLst>
                <a:ext uri="{FF2B5EF4-FFF2-40B4-BE49-F238E27FC236}">
                  <a16:creationId xmlns:a16="http://schemas.microsoft.com/office/drawing/2014/main" id="{4A4353EF-774C-E0A7-563B-D736741A66BA}"/>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5730" name="asset_3422_80">
              <a:extLst>
                <a:ext uri="{FF2B5EF4-FFF2-40B4-BE49-F238E27FC236}">
                  <a16:creationId xmlns:a16="http://schemas.microsoft.com/office/drawing/2014/main" id="{2F72C327-FD2C-F4B8-8F1A-F5890EE5C875}"/>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31" name="asset_3422_81">
              <a:extLst>
                <a:ext uri="{FF2B5EF4-FFF2-40B4-BE49-F238E27FC236}">
                  <a16:creationId xmlns:a16="http://schemas.microsoft.com/office/drawing/2014/main" id="{20FE9C3D-BF02-6625-D615-D2419CB492B3}"/>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5732" name="asset_3422_82">
              <a:extLst>
                <a:ext uri="{FF2B5EF4-FFF2-40B4-BE49-F238E27FC236}">
                  <a16:creationId xmlns:a16="http://schemas.microsoft.com/office/drawing/2014/main" id="{50756ADB-F99A-1B2B-9B08-55788CD9BBCD}"/>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33" name="asset_3422_83">
              <a:extLst>
                <a:ext uri="{FF2B5EF4-FFF2-40B4-BE49-F238E27FC236}">
                  <a16:creationId xmlns:a16="http://schemas.microsoft.com/office/drawing/2014/main" id="{E23F8D3F-7E5F-CB41-4486-38CA05E715D6}"/>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5734" name="asset_3422_84">
              <a:extLst>
                <a:ext uri="{FF2B5EF4-FFF2-40B4-BE49-F238E27FC236}">
                  <a16:creationId xmlns:a16="http://schemas.microsoft.com/office/drawing/2014/main" id="{ADA42DFE-055D-8B92-EE79-265D9F194930}"/>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35" name="asset_3422_85">
              <a:extLst>
                <a:ext uri="{FF2B5EF4-FFF2-40B4-BE49-F238E27FC236}">
                  <a16:creationId xmlns:a16="http://schemas.microsoft.com/office/drawing/2014/main" id="{D93D3DF0-5F7E-B568-87E9-CFE1685687A9}"/>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5736" name="asset_3422_86">
              <a:extLst>
                <a:ext uri="{FF2B5EF4-FFF2-40B4-BE49-F238E27FC236}">
                  <a16:creationId xmlns:a16="http://schemas.microsoft.com/office/drawing/2014/main" id="{2332F439-1A63-02DC-10C4-A9DBE1E4E2C2}"/>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37" name="asset_3422_87">
              <a:extLst>
                <a:ext uri="{FF2B5EF4-FFF2-40B4-BE49-F238E27FC236}">
                  <a16:creationId xmlns:a16="http://schemas.microsoft.com/office/drawing/2014/main" id="{E0E56907-7AFB-A554-0FE7-4CA4DFFAC192}"/>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5738" name="asset_3422_88">
              <a:extLst>
                <a:ext uri="{FF2B5EF4-FFF2-40B4-BE49-F238E27FC236}">
                  <a16:creationId xmlns:a16="http://schemas.microsoft.com/office/drawing/2014/main" id="{E61F5AAE-CF20-CF7A-3BC5-6C546400A86E}"/>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5739" name="asset_3422_89">
              <a:extLst>
                <a:ext uri="{FF2B5EF4-FFF2-40B4-BE49-F238E27FC236}">
                  <a16:creationId xmlns:a16="http://schemas.microsoft.com/office/drawing/2014/main" id="{B1857FB5-1DAA-D250-D68D-F6BE5679226E}"/>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5740" name="asset_3422_90">
              <a:extLst>
                <a:ext uri="{FF2B5EF4-FFF2-40B4-BE49-F238E27FC236}">
                  <a16:creationId xmlns:a16="http://schemas.microsoft.com/office/drawing/2014/main" id="{F9AB827C-92D6-3EE3-C29D-70DFC76D9C60}"/>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41" name="asset_3422_91">
              <a:extLst>
                <a:ext uri="{FF2B5EF4-FFF2-40B4-BE49-F238E27FC236}">
                  <a16:creationId xmlns:a16="http://schemas.microsoft.com/office/drawing/2014/main" id="{AA7D3BD0-63E9-1523-6E78-AB789742C1F7}"/>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5742" name="asset_3422_92">
              <a:extLst>
                <a:ext uri="{FF2B5EF4-FFF2-40B4-BE49-F238E27FC236}">
                  <a16:creationId xmlns:a16="http://schemas.microsoft.com/office/drawing/2014/main" id="{39F343DE-4DE8-3590-8C31-C51F590FAF39}"/>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43" name="asset_3422_93">
              <a:extLst>
                <a:ext uri="{FF2B5EF4-FFF2-40B4-BE49-F238E27FC236}">
                  <a16:creationId xmlns:a16="http://schemas.microsoft.com/office/drawing/2014/main" id="{A88246BA-C402-CF66-EE98-28CD89999F80}"/>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5744" name="asset_3422_94">
              <a:extLst>
                <a:ext uri="{FF2B5EF4-FFF2-40B4-BE49-F238E27FC236}">
                  <a16:creationId xmlns:a16="http://schemas.microsoft.com/office/drawing/2014/main" id="{1D31998B-389A-3C3B-1836-AFCEACAE46C9}"/>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45" name="asset_3422_95">
              <a:extLst>
                <a:ext uri="{FF2B5EF4-FFF2-40B4-BE49-F238E27FC236}">
                  <a16:creationId xmlns:a16="http://schemas.microsoft.com/office/drawing/2014/main" id="{0177F90C-946E-A76D-49A7-7A94B4B2A67D}"/>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5746" name="asset_3422_96">
              <a:extLst>
                <a:ext uri="{FF2B5EF4-FFF2-40B4-BE49-F238E27FC236}">
                  <a16:creationId xmlns:a16="http://schemas.microsoft.com/office/drawing/2014/main" id="{D7850AE6-DA45-FF82-93F2-E264101187E7}"/>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47" name="asset_3422_97">
              <a:extLst>
                <a:ext uri="{FF2B5EF4-FFF2-40B4-BE49-F238E27FC236}">
                  <a16:creationId xmlns:a16="http://schemas.microsoft.com/office/drawing/2014/main" id="{23C42737-B38E-3DB9-F10F-F69237651712}"/>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5748" name="asset_3422_98">
              <a:extLst>
                <a:ext uri="{FF2B5EF4-FFF2-40B4-BE49-F238E27FC236}">
                  <a16:creationId xmlns:a16="http://schemas.microsoft.com/office/drawing/2014/main" id="{E652B9FA-5B85-D1C5-5FD8-C0FD37402FED}"/>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49" name="asset_3422_99">
              <a:extLst>
                <a:ext uri="{FF2B5EF4-FFF2-40B4-BE49-F238E27FC236}">
                  <a16:creationId xmlns:a16="http://schemas.microsoft.com/office/drawing/2014/main" id="{0C598DF7-1014-5E90-A692-7CE145DF8668}"/>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5750" name="asset_3422_100">
              <a:extLst>
                <a:ext uri="{FF2B5EF4-FFF2-40B4-BE49-F238E27FC236}">
                  <a16:creationId xmlns:a16="http://schemas.microsoft.com/office/drawing/2014/main" id="{39C1B102-04F2-1739-4EA2-73793DD32E42}"/>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51" name="asset_3422_101">
              <a:extLst>
                <a:ext uri="{FF2B5EF4-FFF2-40B4-BE49-F238E27FC236}">
                  <a16:creationId xmlns:a16="http://schemas.microsoft.com/office/drawing/2014/main" id="{E7CFA3D7-3725-E633-6164-3C658204FE48}"/>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5752" name="asset_3422_102">
              <a:extLst>
                <a:ext uri="{FF2B5EF4-FFF2-40B4-BE49-F238E27FC236}">
                  <a16:creationId xmlns:a16="http://schemas.microsoft.com/office/drawing/2014/main" id="{ABD0DB63-84C3-C234-9D41-A794FE8855DE}"/>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53" name="asset_3422_103">
              <a:extLst>
                <a:ext uri="{FF2B5EF4-FFF2-40B4-BE49-F238E27FC236}">
                  <a16:creationId xmlns:a16="http://schemas.microsoft.com/office/drawing/2014/main" id="{E516DDAD-F44F-1743-1008-24C23109E9FB}"/>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5754" name="asset_3422_104">
              <a:extLst>
                <a:ext uri="{FF2B5EF4-FFF2-40B4-BE49-F238E27FC236}">
                  <a16:creationId xmlns:a16="http://schemas.microsoft.com/office/drawing/2014/main" id="{1772BBBA-9D72-EF0F-6CE5-B8F10AAADBB2}"/>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5755" name="asset_3422_105">
              <a:extLst>
                <a:ext uri="{FF2B5EF4-FFF2-40B4-BE49-F238E27FC236}">
                  <a16:creationId xmlns:a16="http://schemas.microsoft.com/office/drawing/2014/main" id="{A9A6CA53-5028-F0C4-6E28-F654C5DE2C5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5756" name="asset_3422_106">
              <a:extLst>
                <a:ext uri="{FF2B5EF4-FFF2-40B4-BE49-F238E27FC236}">
                  <a16:creationId xmlns:a16="http://schemas.microsoft.com/office/drawing/2014/main" id="{38C4C609-F3C1-E7E7-E87A-A97967ECD5CF}"/>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57" name="asset_3422_107">
              <a:extLst>
                <a:ext uri="{FF2B5EF4-FFF2-40B4-BE49-F238E27FC236}">
                  <a16:creationId xmlns:a16="http://schemas.microsoft.com/office/drawing/2014/main" id="{EF4A9919-D10D-786F-A991-44D413F64019}"/>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5758" name="asset_3422_108">
              <a:extLst>
                <a:ext uri="{FF2B5EF4-FFF2-40B4-BE49-F238E27FC236}">
                  <a16:creationId xmlns:a16="http://schemas.microsoft.com/office/drawing/2014/main" id="{B28E4755-8BF5-AA57-EA54-29E5A8A18FAD}"/>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59" name="asset_3422_109">
              <a:extLst>
                <a:ext uri="{FF2B5EF4-FFF2-40B4-BE49-F238E27FC236}">
                  <a16:creationId xmlns:a16="http://schemas.microsoft.com/office/drawing/2014/main" id="{E1BECEF6-0D57-601E-86AB-84A42D879C12}"/>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5760" name="asset_3422_110">
              <a:extLst>
                <a:ext uri="{FF2B5EF4-FFF2-40B4-BE49-F238E27FC236}">
                  <a16:creationId xmlns:a16="http://schemas.microsoft.com/office/drawing/2014/main" id="{CEE71C65-E238-5C23-7445-0B763C29B715}"/>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5761" name="asset_3422_111">
              <a:extLst>
                <a:ext uri="{FF2B5EF4-FFF2-40B4-BE49-F238E27FC236}">
                  <a16:creationId xmlns:a16="http://schemas.microsoft.com/office/drawing/2014/main" id="{F6C791BD-5151-A63F-0A48-AA7F17B172C6}"/>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5762" name="asset_3422_112">
              <a:extLst>
                <a:ext uri="{FF2B5EF4-FFF2-40B4-BE49-F238E27FC236}">
                  <a16:creationId xmlns:a16="http://schemas.microsoft.com/office/drawing/2014/main" id="{73A401C4-33FD-F18D-C29F-23BAFC26F942}"/>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63" name="asset_3422_113">
              <a:extLst>
                <a:ext uri="{FF2B5EF4-FFF2-40B4-BE49-F238E27FC236}">
                  <a16:creationId xmlns:a16="http://schemas.microsoft.com/office/drawing/2014/main" id="{B9BCDEEB-12A7-4055-50BF-DFD43FDABDE9}"/>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5764" name="asset_3422_114">
              <a:extLst>
                <a:ext uri="{FF2B5EF4-FFF2-40B4-BE49-F238E27FC236}">
                  <a16:creationId xmlns:a16="http://schemas.microsoft.com/office/drawing/2014/main" id="{F82F41A5-35AF-AACA-F27D-5F9F69BAFCCD}"/>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65" name="asset_3422_115">
              <a:extLst>
                <a:ext uri="{FF2B5EF4-FFF2-40B4-BE49-F238E27FC236}">
                  <a16:creationId xmlns:a16="http://schemas.microsoft.com/office/drawing/2014/main" id="{7A5E50F0-3494-1338-CBBF-9D12CE75E4D2}"/>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5766" name="asset_3422_116">
              <a:extLst>
                <a:ext uri="{FF2B5EF4-FFF2-40B4-BE49-F238E27FC236}">
                  <a16:creationId xmlns:a16="http://schemas.microsoft.com/office/drawing/2014/main" id="{D846AB1E-E1F5-7BF6-E022-EA3E53D23878}"/>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67" name="asset_3422_117">
              <a:extLst>
                <a:ext uri="{FF2B5EF4-FFF2-40B4-BE49-F238E27FC236}">
                  <a16:creationId xmlns:a16="http://schemas.microsoft.com/office/drawing/2014/main" id="{9B978363-D609-F5B2-B270-B2C4900526C1}"/>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5768" name="asset_3422_118">
              <a:extLst>
                <a:ext uri="{FF2B5EF4-FFF2-40B4-BE49-F238E27FC236}">
                  <a16:creationId xmlns:a16="http://schemas.microsoft.com/office/drawing/2014/main" id="{8E5D529D-FE35-1054-6FF8-76065AA1C0BC}"/>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69" name="asset_3422_119">
              <a:extLst>
                <a:ext uri="{FF2B5EF4-FFF2-40B4-BE49-F238E27FC236}">
                  <a16:creationId xmlns:a16="http://schemas.microsoft.com/office/drawing/2014/main" id="{A015A21A-2CFE-FC94-61B8-F208727DCD9F}"/>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5770" name="asset_3422_120">
              <a:extLst>
                <a:ext uri="{FF2B5EF4-FFF2-40B4-BE49-F238E27FC236}">
                  <a16:creationId xmlns:a16="http://schemas.microsoft.com/office/drawing/2014/main" id="{E98895FB-F9FB-400C-A6F6-6192E68D19E1}"/>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71" name="asset_3422_121">
              <a:extLst>
                <a:ext uri="{FF2B5EF4-FFF2-40B4-BE49-F238E27FC236}">
                  <a16:creationId xmlns:a16="http://schemas.microsoft.com/office/drawing/2014/main" id="{C8771FDD-D7A1-6C2E-0EEF-E6E0D7607718}"/>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5772" name="asset_3422_122">
              <a:extLst>
                <a:ext uri="{FF2B5EF4-FFF2-40B4-BE49-F238E27FC236}">
                  <a16:creationId xmlns:a16="http://schemas.microsoft.com/office/drawing/2014/main" id="{EBA1910A-D6A7-2304-45B1-1F99035E5287}"/>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5773" name="asset_3422_123">
              <a:extLst>
                <a:ext uri="{FF2B5EF4-FFF2-40B4-BE49-F238E27FC236}">
                  <a16:creationId xmlns:a16="http://schemas.microsoft.com/office/drawing/2014/main" id="{17C6B4AB-3B9B-ECC2-CF64-A24EAA697A4D}"/>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3423" name="a | 50D atom feature bar" descr="bar.png">
            <a:extLst>
              <a:ext uri="{FF2B5EF4-FFF2-40B4-BE49-F238E27FC236}">
                <a16:creationId xmlns:a16="http://schemas.microsoft.com/office/drawing/2014/main" id="{EB119FF3-2372-78EF-5AFE-F2C004EF6290}"/>
              </a:ext>
            </a:extLst>
          </p:cNvPr>
          <p:cNvPicPr>
            <a:picLocks noChangeAspect="1"/>
          </p:cNvPicPr>
          <p:nvPr/>
        </p:nvPicPr>
        <p:blipFill>
          <a:blip r:embed="rId8"/>
          <a:stretch>
            <a:fillRect/>
          </a:stretch>
        </p:blipFill>
        <p:spPr>
          <a:xfrm>
            <a:off x="1784247" y="3501830"/>
            <a:ext cx="204607" cy="54091"/>
          </a:xfrm>
          <a:prstGeom prst="rect">
            <a:avLst/>
          </a:prstGeom>
        </p:spPr>
      </p:pic>
      <p:sp>
        <p:nvSpPr>
          <p:cNvPr id="11" name="b | panel background">
            <a:extLst>
              <a:ext uri="{FF2B5EF4-FFF2-40B4-BE49-F238E27FC236}">
                <a16:creationId xmlns:a16="http://schemas.microsoft.com/office/drawing/2014/main" id="{C93D8334-71A7-B5EA-DF37-556A6E550973}"/>
              </a:ext>
            </a:extLst>
          </p:cNvPr>
          <p:cNvSpPr>
            <a:spLocks noGrp="1"/>
          </p:cNvSpPr>
          <p:nvPr/>
        </p:nvSpPr>
        <p:spPr>
          <a:xfrm>
            <a:off x="2111148" y="47036"/>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3" name="图片 12">
            <a:extLst>
              <a:ext uri="{FF2B5EF4-FFF2-40B4-BE49-F238E27FC236}">
                <a16:creationId xmlns:a16="http://schemas.microsoft.com/office/drawing/2014/main" id="{978488FA-4728-6E24-494E-4D5024E80E72}"/>
              </a:ext>
            </a:extLst>
          </p:cNvPr>
          <p:cNvPicPr>
            <a:picLocks noChangeAspect="1"/>
          </p:cNvPicPr>
          <p:nvPr/>
        </p:nvPicPr>
        <p:blipFill>
          <a:blip r:embed="rId9"/>
          <a:stretch/>
        </p:blipFill>
        <p:spPr>
          <a:xfrm>
            <a:off x="2923374" y="526649"/>
            <a:ext cx="1398292" cy="274055"/>
          </a:xfrm>
          <a:prstGeom prst="rect">
            <a:avLst/>
          </a:prstGeom>
        </p:spPr>
      </p:pic>
      <p:sp>
        <p:nvSpPr>
          <p:cNvPr id="14" name="b | panel label">
            <a:extLst>
              <a:ext uri="{FF2B5EF4-FFF2-40B4-BE49-F238E27FC236}">
                <a16:creationId xmlns:a16="http://schemas.microsoft.com/office/drawing/2014/main" id="{6955B358-D257-AE08-279D-6D24862565B8}"/>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5" name="b | title">
            <a:extLst>
              <a:ext uri="{FF2B5EF4-FFF2-40B4-BE49-F238E27FC236}">
                <a16:creationId xmlns:a16="http://schemas.microsoft.com/office/drawing/2014/main" id="{2F0A5828-AB94-545F-197E-C2908C00149C}"/>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6" name="b | density input frame">
            <a:extLst>
              <a:ext uri="{FF2B5EF4-FFF2-40B4-BE49-F238E27FC236}">
                <a16:creationId xmlns:a16="http://schemas.microsoft.com/office/drawing/2014/main" id="{E1FC32B4-2C98-5F67-9A1E-6BE338D1C42D}"/>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7" name="b | receptor input frame">
            <a:extLst>
              <a:ext uri="{FF2B5EF4-FFF2-40B4-BE49-F238E27FC236}">
                <a16:creationId xmlns:a16="http://schemas.microsoft.com/office/drawing/2014/main" id="{E6B898E4-6F16-FE63-DFEE-FC1AE42193E7}"/>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8" name="b | pseudo input frame">
            <a:extLst>
              <a:ext uri="{FF2B5EF4-FFF2-40B4-BE49-F238E27FC236}">
                <a16:creationId xmlns:a16="http://schemas.microsoft.com/office/drawing/2014/main" id="{7342B3C6-E8BB-9330-9630-A668B12E0807}"/>
              </a:ext>
            </a:extLst>
          </p:cNvPr>
          <p:cNvSpPr>
            <a:spLocks noGrp="1"/>
          </p:cNvSpPr>
          <p:nvPr/>
        </p:nvSpPr>
        <p:spPr>
          <a:xfrm>
            <a:off x="2155240" y="1321011"/>
            <a:ext cx="416709" cy="238906"/>
          </a:xfrm>
          <a:prstGeom prst="roundRect">
            <a:avLst>
              <a:gd name="adj" fmla="val 6202"/>
            </a:avLst>
          </a:prstGeom>
          <a:noFill/>
          <a:ln w="4010">
            <a:solidFill>
              <a:srgbClr val="DEC6A0"/>
            </a:solidFill>
            <a:prstDash val="solid"/>
          </a:ln>
        </p:spPr>
      </p:sp>
      <p:sp>
        <p:nvSpPr>
          <p:cNvPr id="19" name="b | ligand probability frame">
            <a:extLst>
              <a:ext uri="{FF2B5EF4-FFF2-40B4-BE49-F238E27FC236}">
                <a16:creationId xmlns:a16="http://schemas.microsoft.com/office/drawing/2014/main" id="{40BF0356-4818-220F-AFDB-E4858C61CE46}"/>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20" name="b | cues frame">
            <a:extLst>
              <a:ext uri="{FF2B5EF4-FFF2-40B4-BE49-F238E27FC236}">
                <a16:creationId xmlns:a16="http://schemas.microsoft.com/office/drawing/2014/main" id="{A8D2939C-5064-EA25-3CBC-2136C8756278}"/>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21" name="b | atom probability frame">
            <a:extLst>
              <a:ext uri="{FF2B5EF4-FFF2-40B4-BE49-F238E27FC236}">
                <a16:creationId xmlns:a16="http://schemas.microsoft.com/office/drawing/2014/main" id="{6EA7EFF3-6162-BBBD-DAC1-7126B60D58D5}"/>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22" name="b | point pathway frame">
            <a:extLst>
              <a:ext uri="{FF2B5EF4-FFF2-40B4-BE49-F238E27FC236}">
                <a16:creationId xmlns:a16="http://schemas.microsoft.com/office/drawing/2014/main" id="{E6B4A136-FAA8-EB8C-98D9-3D262A21DDFE}"/>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23" name="Density bank">
            <a:extLst>
              <a:ext uri="{FF2B5EF4-FFF2-40B4-BE49-F238E27FC236}">
                <a16:creationId xmlns:a16="http://schemas.microsoft.com/office/drawing/2014/main" id="{C23A2644-04EE-F657-3206-D540C41976CA}"/>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24" name="图片 23">
            <a:extLst>
              <a:ext uri="{FF2B5EF4-FFF2-40B4-BE49-F238E27FC236}">
                <a16:creationId xmlns:a16="http://schemas.microsoft.com/office/drawing/2014/main" id="{F67E7526-C06A-DEA6-B4AC-AFA997D78AC7}"/>
              </a:ext>
            </a:extLst>
          </p:cNvPr>
          <p:cNvPicPr>
            <a:picLocks noChangeAspect="1"/>
          </p:cNvPicPr>
          <p:nvPr/>
        </p:nvPicPr>
        <p:blipFill>
          <a:blip r:embed="rId3"/>
          <a:stretch/>
        </p:blipFill>
        <p:spPr>
          <a:xfrm>
            <a:off x="2205245" y="415761"/>
            <a:ext cx="316699" cy="306693"/>
          </a:xfrm>
          <a:prstGeom prst="rect">
            <a:avLst/>
          </a:prstGeom>
        </p:spPr>
      </p:pic>
      <p:sp>
        <p:nvSpPr>
          <p:cNvPr id="25" name="Receptor atoms">
            <a:extLst>
              <a:ext uri="{FF2B5EF4-FFF2-40B4-BE49-F238E27FC236}">
                <a16:creationId xmlns:a16="http://schemas.microsoft.com/office/drawing/2014/main" id="{522F2079-BE8B-92B8-7466-E5E488813C11}"/>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26" name="图片 25">
            <a:extLst>
              <a:ext uri="{FF2B5EF4-FFF2-40B4-BE49-F238E27FC236}">
                <a16:creationId xmlns:a16="http://schemas.microsoft.com/office/drawing/2014/main" id="{CFD03ED2-D414-4EB0-D1AE-9E5E55697CA5}"/>
              </a:ext>
            </a:extLst>
          </p:cNvPr>
          <p:cNvPicPr>
            <a:picLocks noChangeAspect="1"/>
          </p:cNvPicPr>
          <p:nvPr/>
        </p:nvPicPr>
        <p:blipFill>
          <a:blip r:embed="rId10"/>
          <a:stretch/>
        </p:blipFill>
        <p:spPr>
          <a:xfrm>
            <a:off x="2210184" y="939246"/>
            <a:ext cx="308673" cy="185198"/>
          </a:xfrm>
          <a:prstGeom prst="rect">
            <a:avLst/>
          </a:prstGeom>
        </p:spPr>
      </p:pic>
      <p:sp>
        <p:nvSpPr>
          <p:cNvPr id="27" name="Atom encoding">
            <a:extLst>
              <a:ext uri="{FF2B5EF4-FFF2-40B4-BE49-F238E27FC236}">
                <a16:creationId xmlns:a16="http://schemas.microsoft.com/office/drawing/2014/main" id="{D32483CB-D2EB-3535-0EB9-1F9D561F2605}"/>
              </a:ext>
            </a:extLst>
          </p:cNvPr>
          <p:cNvSpPr>
            <a:spLocks noGrp="1"/>
          </p:cNvSpPr>
          <p:nvPr/>
        </p:nvSpPr>
        <p:spPr>
          <a:xfrm>
            <a:off x="2590594" y="933021"/>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28" name="Pseudo atoms">
            <a:extLst>
              <a:ext uri="{FF2B5EF4-FFF2-40B4-BE49-F238E27FC236}">
                <a16:creationId xmlns:a16="http://schemas.microsoft.com/office/drawing/2014/main" id="{ABCCDE9C-BE71-8235-3DF6-B28B69874F0C}"/>
              </a:ext>
            </a:extLst>
          </p:cNvPr>
          <p:cNvSpPr>
            <a:spLocks noGrp="1"/>
          </p:cNvSpPr>
          <p:nvPr/>
        </p:nvSpPr>
        <p:spPr>
          <a:xfrm>
            <a:off x="2173761" y="1339531"/>
            <a:ext cx="379668" cy="70375"/>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Pseudo atoms</a:t>
            </a:r>
          </a:p>
        </p:txBody>
      </p:sp>
      <p:sp>
        <p:nvSpPr>
          <p:cNvPr id="29" name="3D voxel U-Net">
            <a:extLst>
              <a:ext uri="{FF2B5EF4-FFF2-40B4-BE49-F238E27FC236}">
                <a16:creationId xmlns:a16="http://schemas.microsoft.com/office/drawing/2014/main" id="{451FD7AC-FD3C-A60E-4916-B02FBBFBC06D}"/>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30" name="Density bank to voxel input">
            <a:extLst>
              <a:ext uri="{FF2B5EF4-FFF2-40B4-BE49-F238E27FC236}">
                <a16:creationId xmlns:a16="http://schemas.microsoft.com/office/drawing/2014/main" id="{5E3664E7-6550-C4CC-E1B3-A2AD18974159}"/>
              </a:ext>
            </a:extLst>
          </p:cNvPr>
          <p:cNvSpPr>
            <a:spLocks noGrp="1"/>
          </p:cNvSpPr>
          <p:nvPr/>
        </p:nvSpPr>
        <p:spPr>
          <a:xfrm>
            <a:off x="2571949" y="636623"/>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31" name="Density bank to voxel input | arrowhead">
            <a:extLst>
              <a:ext uri="{FF2B5EF4-FFF2-40B4-BE49-F238E27FC236}">
                <a16:creationId xmlns:a16="http://schemas.microsoft.com/office/drawing/2014/main" id="{470F680B-8998-5186-676A-1FD465B9ECFC}"/>
              </a:ext>
            </a:extLst>
          </p:cNvPr>
          <p:cNvSpPr>
            <a:spLocks noGrp="1"/>
          </p:cNvSpPr>
          <p:nvPr/>
        </p:nvSpPr>
        <p:spPr>
          <a:xfrm>
            <a:off x="2901109" y="628445"/>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32" name="Atom encoding shared trunk">
            <a:extLst>
              <a:ext uri="{FF2B5EF4-FFF2-40B4-BE49-F238E27FC236}">
                <a16:creationId xmlns:a16="http://schemas.microsoft.com/office/drawing/2014/main" id="{D9FF0840-1C79-0250-5546-BB9FD751255F}"/>
              </a:ext>
            </a:extLst>
          </p:cNvPr>
          <p:cNvSpPr>
            <a:spLocks noGrp="1"/>
          </p:cNvSpPr>
          <p:nvPr/>
        </p:nvSpPr>
        <p:spPr>
          <a:xfrm>
            <a:off x="2571949" y="993964"/>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33" name="Atom encoding to voxel input">
            <a:extLst>
              <a:ext uri="{FF2B5EF4-FFF2-40B4-BE49-F238E27FC236}">
                <a16:creationId xmlns:a16="http://schemas.microsoft.com/office/drawing/2014/main" id="{45B6F7AC-EFE7-5364-A120-24815F5EB72D}"/>
              </a:ext>
            </a:extLst>
          </p:cNvPr>
          <p:cNvSpPr>
            <a:spLocks noGrp="1"/>
          </p:cNvSpPr>
          <p:nvPr/>
        </p:nvSpPr>
        <p:spPr>
          <a:xfrm>
            <a:off x="2844200" y="689486"/>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34" name="Atom encoding to voxel input | arrowhead">
            <a:extLst>
              <a:ext uri="{FF2B5EF4-FFF2-40B4-BE49-F238E27FC236}">
                <a16:creationId xmlns:a16="http://schemas.microsoft.com/office/drawing/2014/main" id="{938AA6FD-F933-46FB-5CB0-03483A465691}"/>
              </a:ext>
            </a:extLst>
          </p:cNvPr>
          <p:cNvSpPr>
            <a:spLocks noGrp="1"/>
          </p:cNvSpPr>
          <p:nvPr/>
        </p:nvSpPr>
        <p:spPr>
          <a:xfrm>
            <a:off x="2898835" y="680930"/>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35" name="Atom encoding to point input">
            <a:extLst>
              <a:ext uri="{FF2B5EF4-FFF2-40B4-BE49-F238E27FC236}">
                <a16:creationId xmlns:a16="http://schemas.microsoft.com/office/drawing/2014/main" id="{07A43FB7-B106-0DE4-350A-92B354CA9422}"/>
              </a:ext>
            </a:extLst>
          </p:cNvPr>
          <p:cNvSpPr>
            <a:spLocks noGrp="1"/>
          </p:cNvSpPr>
          <p:nvPr/>
        </p:nvSpPr>
        <p:spPr>
          <a:xfrm>
            <a:off x="2844199" y="1059882"/>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36" name="Atom encoding to point input | arrowhead">
            <a:extLst>
              <a:ext uri="{FF2B5EF4-FFF2-40B4-BE49-F238E27FC236}">
                <a16:creationId xmlns:a16="http://schemas.microsoft.com/office/drawing/2014/main" id="{CC70FFA5-DEDF-8AFB-E7D2-97C56B1E10FE}"/>
              </a:ext>
            </a:extLst>
          </p:cNvPr>
          <p:cNvSpPr>
            <a:spLocks noGrp="1"/>
          </p:cNvSpPr>
          <p:nvPr/>
        </p:nvSpPr>
        <p:spPr>
          <a:xfrm>
            <a:off x="2891427" y="1251340"/>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37" name="Pseudo atoms to point input | arrowhead">
            <a:extLst>
              <a:ext uri="{FF2B5EF4-FFF2-40B4-BE49-F238E27FC236}">
                <a16:creationId xmlns:a16="http://schemas.microsoft.com/office/drawing/2014/main" id="{497E9919-A4F9-C153-9CB9-763B50D7CC07}"/>
              </a:ext>
            </a:extLst>
          </p:cNvPr>
          <p:cNvSpPr>
            <a:spLocks noGrp="1"/>
          </p:cNvSpPr>
          <p:nvPr/>
        </p:nvSpPr>
        <p:spPr>
          <a:xfrm>
            <a:off x="2891427" y="1306899"/>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38" name="U-Net forward">
            <a:extLst>
              <a:ext uri="{FF2B5EF4-FFF2-40B4-BE49-F238E27FC236}">
                <a16:creationId xmlns:a16="http://schemas.microsoft.com/office/drawing/2014/main" id="{95B9C6DC-DDF2-D5E6-F3A4-4525CB6A14C2}"/>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39" name="U-Net forward | arrowhead">
            <a:extLst>
              <a:ext uri="{FF2B5EF4-FFF2-40B4-BE49-F238E27FC236}">
                <a16:creationId xmlns:a16="http://schemas.microsoft.com/office/drawing/2014/main" id="{38B872BD-D6E3-2AE9-D9BB-6AECE06A7A4B}"/>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40" name="U-Net forward">
            <a:extLst>
              <a:ext uri="{FF2B5EF4-FFF2-40B4-BE49-F238E27FC236}">
                <a16:creationId xmlns:a16="http://schemas.microsoft.com/office/drawing/2014/main" id="{791E7FC2-BE26-9B3B-06ED-CB706F5580CC}"/>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41" name="U-Net forward | arrowhead">
            <a:extLst>
              <a:ext uri="{FF2B5EF4-FFF2-40B4-BE49-F238E27FC236}">
                <a16:creationId xmlns:a16="http://schemas.microsoft.com/office/drawing/2014/main" id="{1B6DAD83-76AD-C40A-9A1D-BAD0B1170F04}"/>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42" name="U-Net forward">
            <a:extLst>
              <a:ext uri="{FF2B5EF4-FFF2-40B4-BE49-F238E27FC236}">
                <a16:creationId xmlns:a16="http://schemas.microsoft.com/office/drawing/2014/main" id="{0E1CB0A7-C654-B5EF-DD7C-D2A43D6E29FF}"/>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43" name="U-Net forward | arrowhead">
            <a:extLst>
              <a:ext uri="{FF2B5EF4-FFF2-40B4-BE49-F238E27FC236}">
                <a16:creationId xmlns:a16="http://schemas.microsoft.com/office/drawing/2014/main" id="{CAFA34AE-7744-52F7-A0F1-A1DB3A0CA467}"/>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44" name="U-Net forward">
            <a:extLst>
              <a:ext uri="{FF2B5EF4-FFF2-40B4-BE49-F238E27FC236}">
                <a16:creationId xmlns:a16="http://schemas.microsoft.com/office/drawing/2014/main" id="{F7BB516D-1397-8594-890C-0B22F4E59B43}"/>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45" name="U-Net forward | arrowhead">
            <a:extLst>
              <a:ext uri="{FF2B5EF4-FFF2-40B4-BE49-F238E27FC236}">
                <a16:creationId xmlns:a16="http://schemas.microsoft.com/office/drawing/2014/main" id="{398CF120-51A0-6893-4DAA-FF3C16E68C72}"/>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46" name="U-Net forward">
            <a:extLst>
              <a:ext uri="{FF2B5EF4-FFF2-40B4-BE49-F238E27FC236}">
                <a16:creationId xmlns:a16="http://schemas.microsoft.com/office/drawing/2014/main" id="{9112C1E5-737E-EFAE-AAD1-FECC4971E9C6}"/>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47" name="U-Net forward | arrowhead">
            <a:extLst>
              <a:ext uri="{FF2B5EF4-FFF2-40B4-BE49-F238E27FC236}">
                <a16:creationId xmlns:a16="http://schemas.microsoft.com/office/drawing/2014/main" id="{AC6B215D-EA69-2E9E-9674-F3729C76962E}"/>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48" name="U-Net forward">
            <a:extLst>
              <a:ext uri="{FF2B5EF4-FFF2-40B4-BE49-F238E27FC236}">
                <a16:creationId xmlns:a16="http://schemas.microsoft.com/office/drawing/2014/main" id="{F83514E5-5DEC-C53B-623C-1F820A1BC4D6}"/>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49" name="U-Net forward | arrowhead">
            <a:extLst>
              <a:ext uri="{FF2B5EF4-FFF2-40B4-BE49-F238E27FC236}">
                <a16:creationId xmlns:a16="http://schemas.microsoft.com/office/drawing/2014/main" id="{A32E747B-3825-441E-A174-29B8BE0EDB20}"/>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50" name="U-Net forward">
            <a:extLst>
              <a:ext uri="{FF2B5EF4-FFF2-40B4-BE49-F238E27FC236}">
                <a16:creationId xmlns:a16="http://schemas.microsoft.com/office/drawing/2014/main" id="{02496AC1-9C3D-5075-3D91-C491866E4DA1}"/>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51" name="U-Net forward | arrowhead">
            <a:extLst>
              <a:ext uri="{FF2B5EF4-FFF2-40B4-BE49-F238E27FC236}">
                <a16:creationId xmlns:a16="http://schemas.microsoft.com/office/drawing/2014/main" id="{8D6C03AB-F809-96C5-78EE-B89E71D62458}"/>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52" name="U-Net forward">
            <a:extLst>
              <a:ext uri="{FF2B5EF4-FFF2-40B4-BE49-F238E27FC236}">
                <a16:creationId xmlns:a16="http://schemas.microsoft.com/office/drawing/2014/main" id="{B0753A9F-3780-2B50-BE26-D4D21F423CC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53" name="U-Net forward | arrowhead">
            <a:extLst>
              <a:ext uri="{FF2B5EF4-FFF2-40B4-BE49-F238E27FC236}">
                <a16:creationId xmlns:a16="http://schemas.microsoft.com/office/drawing/2014/main" id="{8C233BA7-846F-E177-0052-B46588EE79EC}"/>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54" name="U-Net forward">
            <a:extLst>
              <a:ext uri="{FF2B5EF4-FFF2-40B4-BE49-F238E27FC236}">
                <a16:creationId xmlns:a16="http://schemas.microsoft.com/office/drawing/2014/main" id="{C78CBDAE-66ED-313D-0352-5CF0C18A0D6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55" name="U-Net forward | arrowhead">
            <a:extLst>
              <a:ext uri="{FF2B5EF4-FFF2-40B4-BE49-F238E27FC236}">
                <a16:creationId xmlns:a16="http://schemas.microsoft.com/office/drawing/2014/main" id="{66A05C86-9697-D569-6A38-5B4C621CD925}"/>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56" name="U-Net forward">
            <a:extLst>
              <a:ext uri="{FF2B5EF4-FFF2-40B4-BE49-F238E27FC236}">
                <a16:creationId xmlns:a16="http://schemas.microsoft.com/office/drawing/2014/main" id="{33CAF2E0-0DD8-872B-AD77-7F9E61087AC9}"/>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57" name="U-Net forward | arrowhead">
            <a:extLst>
              <a:ext uri="{FF2B5EF4-FFF2-40B4-BE49-F238E27FC236}">
                <a16:creationId xmlns:a16="http://schemas.microsoft.com/office/drawing/2014/main" id="{1E73E9F2-BE47-0A36-77AD-74B889438FC6}"/>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58" name="U-Net skip 1">
            <a:extLst>
              <a:ext uri="{FF2B5EF4-FFF2-40B4-BE49-F238E27FC236}">
                <a16:creationId xmlns:a16="http://schemas.microsoft.com/office/drawing/2014/main" id="{5D50250C-B4B4-3778-BB6D-5CE51FAD9A8D}"/>
              </a:ext>
            </a:extLst>
          </p:cNvPr>
          <p:cNvSpPr>
            <a:spLocks noGrp="1"/>
          </p:cNvSpPr>
          <p:nvPr/>
        </p:nvSpPr>
        <p:spPr>
          <a:xfrm>
            <a:off x="2997919" y="446122"/>
            <a:ext cx="1257537" cy="85191"/>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59" name="U-Net skip 1 | arrowhead">
            <a:extLst>
              <a:ext uri="{FF2B5EF4-FFF2-40B4-BE49-F238E27FC236}">
                <a16:creationId xmlns:a16="http://schemas.microsoft.com/office/drawing/2014/main" id="{DD4A6D9E-61DD-89A0-B8A3-9D78AA82756A}"/>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60" name="U-Net skip 2">
            <a:extLst>
              <a:ext uri="{FF2B5EF4-FFF2-40B4-BE49-F238E27FC236}">
                <a16:creationId xmlns:a16="http://schemas.microsoft.com/office/drawing/2014/main" id="{BC6AA274-595C-FBDE-3300-2822DE31478F}"/>
              </a:ext>
            </a:extLst>
          </p:cNvPr>
          <p:cNvSpPr>
            <a:spLocks noGrp="1"/>
          </p:cNvSpPr>
          <p:nvPr/>
        </p:nvSpPr>
        <p:spPr>
          <a:xfrm>
            <a:off x="3134970" y="464164"/>
            <a:ext cx="976026" cy="93712"/>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61" name="U-Net skip 2 | arrowhead">
            <a:extLst>
              <a:ext uri="{FF2B5EF4-FFF2-40B4-BE49-F238E27FC236}">
                <a16:creationId xmlns:a16="http://schemas.microsoft.com/office/drawing/2014/main" id="{2A07F023-0D18-73B7-7211-2728D7D203E1}"/>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62" name="U-Net skip 3">
            <a:extLst>
              <a:ext uri="{FF2B5EF4-FFF2-40B4-BE49-F238E27FC236}">
                <a16:creationId xmlns:a16="http://schemas.microsoft.com/office/drawing/2014/main" id="{60F7E82D-6221-561D-4A80-FDFFAF3E801A}"/>
              </a:ext>
            </a:extLst>
          </p:cNvPr>
          <p:cNvSpPr>
            <a:spLocks noGrp="1"/>
          </p:cNvSpPr>
          <p:nvPr/>
        </p:nvSpPr>
        <p:spPr>
          <a:xfrm>
            <a:off x="3268317" y="482728"/>
            <a:ext cx="717378" cy="119099"/>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63" name="U-Net skip 3 | arrowhead">
            <a:extLst>
              <a:ext uri="{FF2B5EF4-FFF2-40B4-BE49-F238E27FC236}">
                <a16:creationId xmlns:a16="http://schemas.microsoft.com/office/drawing/2014/main" id="{B579C319-4A65-8154-D052-3B19F2ABA062}"/>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2752" name="U-Net skip 4">
            <a:extLst>
              <a:ext uri="{FF2B5EF4-FFF2-40B4-BE49-F238E27FC236}">
                <a16:creationId xmlns:a16="http://schemas.microsoft.com/office/drawing/2014/main" id="{C1551989-6A83-B4F4-5F7A-4F1D7DB4FFBD}"/>
              </a:ext>
            </a:extLst>
          </p:cNvPr>
          <p:cNvSpPr>
            <a:spLocks noGrp="1"/>
          </p:cNvSpPr>
          <p:nvPr/>
        </p:nvSpPr>
        <p:spPr>
          <a:xfrm>
            <a:off x="3399812" y="503299"/>
            <a:ext cx="450046" cy="16573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2753" name="U-Net skip 4 | arrowhead">
            <a:extLst>
              <a:ext uri="{FF2B5EF4-FFF2-40B4-BE49-F238E27FC236}">
                <a16:creationId xmlns:a16="http://schemas.microsoft.com/office/drawing/2014/main" id="{1EB4F97A-3EF2-9A12-F4F8-2833F55E46C5}"/>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2754" name="Skip connections">
            <a:extLst>
              <a:ext uri="{FF2B5EF4-FFF2-40B4-BE49-F238E27FC236}">
                <a16:creationId xmlns:a16="http://schemas.microsoft.com/office/drawing/2014/main" id="{6DBEB950-41AF-23BA-66AC-6055F0B0CBC2}"/>
              </a:ext>
            </a:extLst>
          </p:cNvPr>
          <p:cNvSpPr>
            <a:spLocks noGrp="1"/>
          </p:cNvSpPr>
          <p:nvPr/>
        </p:nvSpPr>
        <p:spPr>
          <a:xfrm>
            <a:off x="3327583" y="369012"/>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a:solidFill>
                  <a:srgbClr val="617F9F"/>
                </a:solidFill>
                <a:latin typeface="Arial"/>
                <a:ea typeface="Arial"/>
                <a:cs typeface="Arial"/>
              </a:rPr>
              <a:t>Skip connections</a:t>
            </a:r>
          </a:p>
        </p:txBody>
      </p:sp>
      <p:sp>
        <p:nvSpPr>
          <p:cNvPr id="2755" name="Encoder">
            <a:extLst>
              <a:ext uri="{FF2B5EF4-FFF2-40B4-BE49-F238E27FC236}">
                <a16:creationId xmlns:a16="http://schemas.microsoft.com/office/drawing/2014/main" id="{C3C37912-050A-ADBF-768A-2EAE47B807E7}"/>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2756" name="Bottleneck">
            <a:extLst>
              <a:ext uri="{FF2B5EF4-FFF2-40B4-BE49-F238E27FC236}">
                <a16:creationId xmlns:a16="http://schemas.microsoft.com/office/drawing/2014/main" id="{DD613867-7DB6-256E-B189-E45C8C2B81B0}"/>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2757" name="Decoder">
            <a:extLst>
              <a:ext uri="{FF2B5EF4-FFF2-40B4-BE49-F238E27FC236}">
                <a16:creationId xmlns:a16="http://schemas.microsoft.com/office/drawing/2014/main" id="{E013A6E6-DD1E-A0B9-9C43-046FC590606F}"/>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2758" name="Voxel-to-point fusion">
            <a:extLst>
              <a:ext uri="{FF2B5EF4-FFF2-40B4-BE49-F238E27FC236}">
                <a16:creationId xmlns:a16="http://schemas.microsoft.com/office/drawing/2014/main" id="{72EF83F2-B18A-7D25-434C-239290AA5BC9}"/>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2759" name="Voxel-to-point fusion | arrowhead">
            <a:extLst>
              <a:ext uri="{FF2B5EF4-FFF2-40B4-BE49-F238E27FC236}">
                <a16:creationId xmlns:a16="http://schemas.microsoft.com/office/drawing/2014/main" id="{FAC38868-8F5E-C7D7-1C83-675C2D03D927}"/>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2760" name="Voxel-to-point fusion">
            <a:extLst>
              <a:ext uri="{FF2B5EF4-FFF2-40B4-BE49-F238E27FC236}">
                <a16:creationId xmlns:a16="http://schemas.microsoft.com/office/drawing/2014/main" id="{89568921-07A8-226C-24FD-E1BBC05FC653}"/>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a:t>
            </a:r>
            <a:r>
              <a:rPr lang="en-US" sz="423" dirty="0">
                <a:solidFill>
                  <a:srgbClr val="388BBE"/>
                </a:solidFill>
                <a:latin typeface="Arial"/>
                <a:ea typeface="Arial"/>
                <a:cs typeface="Arial"/>
              </a:rPr>
              <a:t> </a:t>
            </a:r>
            <a:r>
              <a:rPr lang="en-US" altLang="zh-CN" sz="423" dirty="0">
                <a:solidFill>
                  <a:srgbClr val="388BBE"/>
                </a:solidFill>
                <a:latin typeface="Arial"/>
                <a:ea typeface="Arial"/>
                <a:cs typeface="Arial"/>
              </a:rPr>
              <a:t>fusion</a:t>
            </a:r>
            <a:endParaRPr sz="423" dirty="0">
              <a:solidFill>
                <a:srgbClr val="388BBE"/>
              </a:solidFill>
              <a:latin typeface="Arial"/>
              <a:ea typeface="Arial"/>
              <a:cs typeface="Arial"/>
            </a:endParaRPr>
          </a:p>
        </p:txBody>
      </p:sp>
      <p:sp>
        <p:nvSpPr>
          <p:cNvPr id="2765" name="b | refined point stage">
            <a:extLst>
              <a:ext uri="{FF2B5EF4-FFF2-40B4-BE49-F238E27FC236}">
                <a16:creationId xmlns:a16="http://schemas.microsoft.com/office/drawing/2014/main" id="{8FE29269-B1AC-9D37-E1FF-202CBB6A5511}"/>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2766" name="b | refined point stage">
            <a:extLst>
              <a:ext uri="{FF2B5EF4-FFF2-40B4-BE49-F238E27FC236}">
                <a16:creationId xmlns:a16="http://schemas.microsoft.com/office/drawing/2014/main" id="{74BF6AAD-839F-DB7B-F031-73605739A2A7}"/>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2767" name="b | refined point stage">
            <a:extLst>
              <a:ext uri="{FF2B5EF4-FFF2-40B4-BE49-F238E27FC236}">
                <a16:creationId xmlns:a16="http://schemas.microsoft.com/office/drawing/2014/main" id="{59BB1E91-6E9E-AEC9-1D38-176ABAC7A2F8}"/>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2768" name="b | refined point stage">
            <a:extLst>
              <a:ext uri="{FF2B5EF4-FFF2-40B4-BE49-F238E27FC236}">
                <a16:creationId xmlns:a16="http://schemas.microsoft.com/office/drawing/2014/main" id="{976FF5D6-4388-88E8-4622-7ED9CC1FFF5F}"/>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2769" name="b | refined point stage">
            <a:extLst>
              <a:ext uri="{FF2B5EF4-FFF2-40B4-BE49-F238E27FC236}">
                <a16:creationId xmlns:a16="http://schemas.microsoft.com/office/drawing/2014/main" id="{FC52499B-F0D7-A14D-3665-2BE447D81A24}"/>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2770" name="Point pathway forward">
            <a:extLst>
              <a:ext uri="{FF2B5EF4-FFF2-40B4-BE49-F238E27FC236}">
                <a16:creationId xmlns:a16="http://schemas.microsoft.com/office/drawing/2014/main" id="{2C086CD5-3D9A-A0F1-38E8-239D7215C88A}"/>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2774" name="Point pathway forward | arrowhead">
            <a:extLst>
              <a:ext uri="{FF2B5EF4-FFF2-40B4-BE49-F238E27FC236}">
                <a16:creationId xmlns:a16="http://schemas.microsoft.com/office/drawing/2014/main" id="{613462C4-12C5-B8B1-6B2D-D9DFA083939F}"/>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2775" name="Point pathway forward">
            <a:extLst>
              <a:ext uri="{FF2B5EF4-FFF2-40B4-BE49-F238E27FC236}">
                <a16:creationId xmlns:a16="http://schemas.microsoft.com/office/drawing/2014/main" id="{F7B29AFA-21E4-817C-9863-4908EAF151DB}"/>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2776" name="Point pathway forward | arrowhead">
            <a:extLst>
              <a:ext uri="{FF2B5EF4-FFF2-40B4-BE49-F238E27FC236}">
                <a16:creationId xmlns:a16="http://schemas.microsoft.com/office/drawing/2014/main" id="{B064CAC3-8685-9EB9-54CE-1573D66E4C7F}"/>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2779" name="Point pathway forward">
            <a:extLst>
              <a:ext uri="{FF2B5EF4-FFF2-40B4-BE49-F238E27FC236}">
                <a16:creationId xmlns:a16="http://schemas.microsoft.com/office/drawing/2014/main" id="{CB0B2E5B-0DC8-4997-AD38-36971315F5CB}"/>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2780" name="Point pathway forward | arrowhead">
            <a:extLst>
              <a:ext uri="{FF2B5EF4-FFF2-40B4-BE49-F238E27FC236}">
                <a16:creationId xmlns:a16="http://schemas.microsoft.com/office/drawing/2014/main" id="{A1C5E359-AF71-B7AA-3A7A-A04B04A5A045}"/>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2781" name="Point pathway forward">
            <a:extLst>
              <a:ext uri="{FF2B5EF4-FFF2-40B4-BE49-F238E27FC236}">
                <a16:creationId xmlns:a16="http://schemas.microsoft.com/office/drawing/2014/main" id="{CCF603B2-0B9F-F1DA-3B40-D06DE306C0CA}"/>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2784" name="Point pathway forward | arrowhead">
            <a:extLst>
              <a:ext uri="{FF2B5EF4-FFF2-40B4-BE49-F238E27FC236}">
                <a16:creationId xmlns:a16="http://schemas.microsoft.com/office/drawing/2014/main" id="{5AB729BA-F709-6492-467D-51A373AE556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2785" name="Point recycling rounded return">
            <a:extLst>
              <a:ext uri="{FF2B5EF4-FFF2-40B4-BE49-F238E27FC236}">
                <a16:creationId xmlns:a16="http://schemas.microsoft.com/office/drawing/2014/main" id="{4CD9A01D-6159-39FC-6085-FE6F586C0542}"/>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2786" name="Point recycling rounded return | arrowhead">
            <a:extLst>
              <a:ext uri="{FF2B5EF4-FFF2-40B4-BE49-F238E27FC236}">
                <a16:creationId xmlns:a16="http://schemas.microsoft.com/office/drawing/2014/main" id="{A6319CAC-7709-C3E0-51E1-1FF70168EF97}"/>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2842" name="Recycle">
            <a:extLst>
              <a:ext uri="{FF2B5EF4-FFF2-40B4-BE49-F238E27FC236}">
                <a16:creationId xmlns:a16="http://schemas.microsoft.com/office/drawing/2014/main" id="{6D727526-D097-8800-9E94-1440BBBFC5D4}"/>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2843" name="Point Transformer V3">
            <a:extLst>
              <a:ext uri="{FF2B5EF4-FFF2-40B4-BE49-F238E27FC236}">
                <a16:creationId xmlns:a16="http://schemas.microsoft.com/office/drawing/2014/main" id="{8DC41471-0FF7-3F9E-59CA-D73A783F5C5E}"/>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2844" name="Voxel pathway to ligand-area probability">
            <a:extLst>
              <a:ext uri="{FF2B5EF4-FFF2-40B4-BE49-F238E27FC236}">
                <a16:creationId xmlns:a16="http://schemas.microsoft.com/office/drawing/2014/main" id="{D98B0B72-667A-2C85-7B18-FC649F28704F}"/>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28" name="Voxel pathway to ligand-area probability | arrowhead">
            <a:extLst>
              <a:ext uri="{FF2B5EF4-FFF2-40B4-BE49-F238E27FC236}">
                <a16:creationId xmlns:a16="http://schemas.microsoft.com/office/drawing/2014/main" id="{572426E3-79A2-6BD6-A577-9D159C6A0E4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29" name="Point pathway to atom binding probability">
            <a:extLst>
              <a:ext uri="{FF2B5EF4-FFF2-40B4-BE49-F238E27FC236}">
                <a16:creationId xmlns:a16="http://schemas.microsoft.com/office/drawing/2014/main" id="{306795DA-8E02-114A-BD92-3ABB8FBBE6F2}"/>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30" name="Point pathway to atom binding probability | arrowhead">
            <a:extLst>
              <a:ext uri="{FF2B5EF4-FFF2-40B4-BE49-F238E27FC236}">
                <a16:creationId xmlns:a16="http://schemas.microsoft.com/office/drawing/2014/main" id="{45F233AB-96E1-7861-CB92-5E8414CED807}"/>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31" name="Ligand-area probability">
            <a:extLst>
              <a:ext uri="{FF2B5EF4-FFF2-40B4-BE49-F238E27FC236}">
                <a16:creationId xmlns:a16="http://schemas.microsoft.com/office/drawing/2014/main" id="{3622C918-65D7-B4B9-9AAB-187FB2822EE3}"/>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32" name="图片 131">
            <a:extLst>
              <a:ext uri="{FF2B5EF4-FFF2-40B4-BE49-F238E27FC236}">
                <a16:creationId xmlns:a16="http://schemas.microsoft.com/office/drawing/2014/main" id="{19C3D3D0-5C27-DAD4-A370-932B3A1D40F4}"/>
              </a:ext>
            </a:extLst>
          </p:cNvPr>
          <p:cNvPicPr>
            <a:picLocks noChangeAspect="1"/>
          </p:cNvPicPr>
          <p:nvPr/>
        </p:nvPicPr>
        <p:blipFill>
          <a:blip r:embed="rId11"/>
          <a:stretch/>
        </p:blipFill>
        <p:spPr>
          <a:xfrm>
            <a:off x="4525543" y="456136"/>
            <a:ext cx="267317" cy="270389"/>
          </a:xfrm>
          <a:prstGeom prst="rect">
            <a:avLst/>
          </a:prstGeom>
        </p:spPr>
      </p:pic>
      <p:sp>
        <p:nvSpPr>
          <p:cNvPr id="133" name="Cues to Match">
            <a:extLst>
              <a:ext uri="{FF2B5EF4-FFF2-40B4-BE49-F238E27FC236}">
                <a16:creationId xmlns:a16="http://schemas.microsoft.com/office/drawing/2014/main" id="{CE214CE2-C443-8A8D-A9EC-5E7F19C05449}"/>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34" name="Blob">
            <a:extLst>
              <a:ext uri="{FF2B5EF4-FFF2-40B4-BE49-F238E27FC236}">
                <a16:creationId xmlns:a16="http://schemas.microsoft.com/office/drawing/2014/main" id="{F5FE4784-B14C-ACB1-62C3-D25ED14ADE26}"/>
              </a:ext>
            </a:extLst>
          </p:cNvPr>
          <p:cNvSpPr>
            <a:spLocks noGrp="1"/>
          </p:cNvSpPr>
          <p:nvPr/>
        </p:nvSpPr>
        <p:spPr>
          <a:xfrm>
            <a:off x="4466588" y="1019139"/>
            <a:ext cx="207429"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35" name="Pseudo atoms cue">
            <a:extLst>
              <a:ext uri="{FF2B5EF4-FFF2-40B4-BE49-F238E27FC236}">
                <a16:creationId xmlns:a16="http://schemas.microsoft.com/office/drawing/2014/main" id="{5F3232C7-5994-65AA-5026-DC106A4D64E9}"/>
              </a:ext>
            </a:extLst>
          </p:cNvPr>
          <p:cNvSpPr>
            <a:spLocks noGrp="1"/>
          </p:cNvSpPr>
          <p:nvPr/>
        </p:nvSpPr>
        <p:spPr>
          <a:xfrm>
            <a:off x="4716614" y="1019139"/>
            <a:ext cx="279659"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36" name="Cues divider">
            <a:extLst>
              <a:ext uri="{FF2B5EF4-FFF2-40B4-BE49-F238E27FC236}">
                <a16:creationId xmlns:a16="http://schemas.microsoft.com/office/drawing/2014/main" id="{9923B494-430C-CFE9-09D5-FF4152B85114}"/>
              </a:ext>
            </a:extLst>
          </p:cNvPr>
          <p:cNvSpPr>
            <a:spLocks noGrp="1"/>
          </p:cNvSpPr>
          <p:nvPr/>
        </p:nvSpPr>
        <p:spPr>
          <a:xfrm>
            <a:off x="4703650" y="908020"/>
            <a:ext cx="92" cy="172234"/>
          </a:xfrm>
          <a:custGeom>
            <a:avLst/>
            <a:gdLst/>
            <a:ahLst/>
            <a:cxnLst/>
            <a:rect l="0" t="0" r="0" b="0"/>
            <a:pathLst>
              <a:path w="476" h="885825">
                <a:moveTo>
                  <a:pt x="0" y="0"/>
                </a:moveTo>
                <a:lnTo>
                  <a:pt x="0" y="885825"/>
                </a:lnTo>
              </a:path>
            </a:pathLst>
          </a:custGeom>
          <a:noFill/>
          <a:ln w="3104">
            <a:solidFill>
              <a:srgbClr val="D3DFEA"/>
            </a:solidFill>
            <a:prstDash val="solid"/>
          </a:ln>
        </p:spPr>
      </p:sp>
      <p:sp>
        <p:nvSpPr>
          <p:cNvPr id="137" name="Atom binding probability">
            <a:extLst>
              <a:ext uri="{FF2B5EF4-FFF2-40B4-BE49-F238E27FC236}">
                <a16:creationId xmlns:a16="http://schemas.microsoft.com/office/drawing/2014/main" id="{EE44E62C-0739-43B1-DEBC-7CAE988ED1C9}"/>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39" name="Probability scale">
            <a:extLst>
              <a:ext uri="{FF2B5EF4-FFF2-40B4-BE49-F238E27FC236}">
                <a16:creationId xmlns:a16="http://schemas.microsoft.com/office/drawing/2014/main" id="{AF15ADF6-8908-E8BA-7972-A4F8972B097E}"/>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40" name="High">
            <a:extLst>
              <a:ext uri="{FF2B5EF4-FFF2-40B4-BE49-F238E27FC236}">
                <a16:creationId xmlns:a16="http://schemas.microsoft.com/office/drawing/2014/main" id="{9272DE48-77AE-7C35-2FAE-2EB5D446D31B}"/>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41" name="Low">
            <a:extLst>
              <a:ext uri="{FF2B5EF4-FFF2-40B4-BE49-F238E27FC236}">
                <a16:creationId xmlns:a16="http://schemas.microsoft.com/office/drawing/2014/main" id="{FCE67A26-B291-61EC-5855-546FB9AE5554}"/>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42" name="Probability scale">
            <a:extLst>
              <a:ext uri="{FF2B5EF4-FFF2-40B4-BE49-F238E27FC236}">
                <a16:creationId xmlns:a16="http://schemas.microsoft.com/office/drawing/2014/main" id="{75C5B1AA-D40E-D054-A5DA-80401488ACF2}"/>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43" name="High">
            <a:extLst>
              <a:ext uri="{FF2B5EF4-FFF2-40B4-BE49-F238E27FC236}">
                <a16:creationId xmlns:a16="http://schemas.microsoft.com/office/drawing/2014/main" id="{BAFD0B2D-0E62-18BC-7457-F746BD5B8D1C}"/>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44" name="Low">
            <a:extLst>
              <a:ext uri="{FF2B5EF4-FFF2-40B4-BE49-F238E27FC236}">
                <a16:creationId xmlns:a16="http://schemas.microsoft.com/office/drawing/2014/main" id="{7F4BB9D9-7BA6-78BA-ABAB-5800042A27C6}"/>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45" name="b | PTV3 stage 1">
            <a:extLst>
              <a:ext uri="{FF2B5EF4-FFF2-40B4-BE49-F238E27FC236}">
                <a16:creationId xmlns:a16="http://schemas.microsoft.com/office/drawing/2014/main" id="{D669EF19-FEB2-6959-FE35-A7AAC4304EF8}"/>
              </a:ext>
            </a:extLst>
          </p:cNvPr>
          <p:cNvGrpSpPr/>
          <p:nvPr/>
        </p:nvGrpSpPr>
        <p:grpSpPr>
          <a:xfrm>
            <a:off x="2920133" y="1191372"/>
            <a:ext cx="192613" cy="151863"/>
            <a:chOff x="1837958" y="1438830"/>
            <a:chExt cx="279225" cy="243090"/>
          </a:xfrm>
        </p:grpSpPr>
        <p:sp>
          <p:nvSpPr>
            <p:cNvPr id="146" name="ellipse_1845">
              <a:extLst>
                <a:ext uri="{FF2B5EF4-FFF2-40B4-BE49-F238E27FC236}">
                  <a16:creationId xmlns:a16="http://schemas.microsoft.com/office/drawing/2014/main" id="{BC66B913-6765-2EE4-9697-84879EB81B26}"/>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47" name="ellipse_1846">
              <a:extLst>
                <a:ext uri="{FF2B5EF4-FFF2-40B4-BE49-F238E27FC236}">
                  <a16:creationId xmlns:a16="http://schemas.microsoft.com/office/drawing/2014/main" id="{CE184E4F-EC89-FCE0-B1F6-851D73DB75DD}"/>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48" name="ellipse_1847">
              <a:extLst>
                <a:ext uri="{FF2B5EF4-FFF2-40B4-BE49-F238E27FC236}">
                  <a16:creationId xmlns:a16="http://schemas.microsoft.com/office/drawing/2014/main" id="{2BFF455F-7D96-5886-1293-94A3E1157F39}"/>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49" name="ellipse_1848">
              <a:extLst>
                <a:ext uri="{FF2B5EF4-FFF2-40B4-BE49-F238E27FC236}">
                  <a16:creationId xmlns:a16="http://schemas.microsoft.com/office/drawing/2014/main" id="{667B416A-F0C9-ED20-A989-DA3DF23CEA97}"/>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50" name="ellipse_1849">
              <a:extLst>
                <a:ext uri="{FF2B5EF4-FFF2-40B4-BE49-F238E27FC236}">
                  <a16:creationId xmlns:a16="http://schemas.microsoft.com/office/drawing/2014/main" id="{C4189C50-A43C-B30D-BA50-4611E83FC7EC}"/>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51" name="ellipse_1850">
              <a:extLst>
                <a:ext uri="{FF2B5EF4-FFF2-40B4-BE49-F238E27FC236}">
                  <a16:creationId xmlns:a16="http://schemas.microsoft.com/office/drawing/2014/main" id="{8D53F4E7-6189-C47C-72EA-59CE6119808E}"/>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52" name="ellipse_1851">
              <a:extLst>
                <a:ext uri="{FF2B5EF4-FFF2-40B4-BE49-F238E27FC236}">
                  <a16:creationId xmlns:a16="http://schemas.microsoft.com/office/drawing/2014/main" id="{1A3F1BF9-7058-DA06-D561-5E2427DD51B2}"/>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53" name="ellipse_1852">
              <a:extLst>
                <a:ext uri="{FF2B5EF4-FFF2-40B4-BE49-F238E27FC236}">
                  <a16:creationId xmlns:a16="http://schemas.microsoft.com/office/drawing/2014/main" id="{5B889B73-BC77-CDB9-608D-97FF6BA8D027}"/>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54" name="ellipse_1853">
              <a:extLst>
                <a:ext uri="{FF2B5EF4-FFF2-40B4-BE49-F238E27FC236}">
                  <a16:creationId xmlns:a16="http://schemas.microsoft.com/office/drawing/2014/main" id="{E6E8A788-2028-CCC9-6403-BDFACBE678DC}"/>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55" name="ellipse_1854">
              <a:extLst>
                <a:ext uri="{FF2B5EF4-FFF2-40B4-BE49-F238E27FC236}">
                  <a16:creationId xmlns:a16="http://schemas.microsoft.com/office/drawing/2014/main" id="{1B83EF2F-B901-C3AA-4F85-6E9628EA5F7D}"/>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56" name="Pseudo atom | small solid diamond">
              <a:extLst>
                <a:ext uri="{FF2B5EF4-FFF2-40B4-BE49-F238E27FC236}">
                  <a16:creationId xmlns:a16="http://schemas.microsoft.com/office/drawing/2014/main" id="{3A159525-E1B4-D8B5-8F62-F526425B9FA6}"/>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57" name="Pseudo atom | small solid diamond">
              <a:extLst>
                <a:ext uri="{FF2B5EF4-FFF2-40B4-BE49-F238E27FC236}">
                  <a16:creationId xmlns:a16="http://schemas.microsoft.com/office/drawing/2014/main" id="{6FE70145-6AD2-4E3A-5C89-414EEE430CD7}"/>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58" name="Pseudo atom | small solid diamond">
              <a:extLst>
                <a:ext uri="{FF2B5EF4-FFF2-40B4-BE49-F238E27FC236}">
                  <a16:creationId xmlns:a16="http://schemas.microsoft.com/office/drawing/2014/main" id="{843A64F4-76F8-F2A2-DA0E-E6A130952DA2}"/>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59" name="Pseudo atom | small solid diamond">
              <a:extLst>
                <a:ext uri="{FF2B5EF4-FFF2-40B4-BE49-F238E27FC236}">
                  <a16:creationId xmlns:a16="http://schemas.microsoft.com/office/drawing/2014/main" id="{9202CB24-7AED-C2B6-F115-050ABBFC8B90}"/>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0" name="Pseudo atom | small solid diamond">
              <a:extLst>
                <a:ext uri="{FF2B5EF4-FFF2-40B4-BE49-F238E27FC236}">
                  <a16:creationId xmlns:a16="http://schemas.microsoft.com/office/drawing/2014/main" id="{36D66B5E-802C-8405-7C8F-16BA9D82BB27}"/>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1" name="b | PTV3 stage 2">
            <a:extLst>
              <a:ext uri="{FF2B5EF4-FFF2-40B4-BE49-F238E27FC236}">
                <a16:creationId xmlns:a16="http://schemas.microsoft.com/office/drawing/2014/main" id="{F90CB213-17C6-7C06-278A-C981F94E46B9}"/>
              </a:ext>
            </a:extLst>
          </p:cNvPr>
          <p:cNvGrpSpPr/>
          <p:nvPr/>
        </p:nvGrpSpPr>
        <p:grpSpPr>
          <a:xfrm>
            <a:off x="3223868" y="1191372"/>
            <a:ext cx="192613" cy="151863"/>
            <a:chOff x="2276505" y="1465110"/>
            <a:chExt cx="243090" cy="190530"/>
          </a:xfrm>
        </p:grpSpPr>
        <p:sp>
          <p:nvSpPr>
            <p:cNvPr id="162" name="ellipse_1861">
              <a:extLst>
                <a:ext uri="{FF2B5EF4-FFF2-40B4-BE49-F238E27FC236}">
                  <a16:creationId xmlns:a16="http://schemas.microsoft.com/office/drawing/2014/main" id="{497966AD-73E4-800D-F1F5-84CD94DCD956}"/>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3" name="ellipse_1862">
              <a:extLst>
                <a:ext uri="{FF2B5EF4-FFF2-40B4-BE49-F238E27FC236}">
                  <a16:creationId xmlns:a16="http://schemas.microsoft.com/office/drawing/2014/main" id="{CD205A2A-012A-8183-6855-346D0C88F77A}"/>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 name="ellipse_1863">
              <a:extLst>
                <a:ext uri="{FF2B5EF4-FFF2-40B4-BE49-F238E27FC236}">
                  <a16:creationId xmlns:a16="http://schemas.microsoft.com/office/drawing/2014/main" id="{4F358610-5920-CCB7-9958-FDEE12140F8D}"/>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 name="ellipse_1864">
              <a:extLst>
                <a:ext uri="{FF2B5EF4-FFF2-40B4-BE49-F238E27FC236}">
                  <a16:creationId xmlns:a16="http://schemas.microsoft.com/office/drawing/2014/main" id="{51701B2F-665F-0D5A-E01E-27AB1B42C1E8}"/>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 name="ellipse_1865">
              <a:extLst>
                <a:ext uri="{FF2B5EF4-FFF2-40B4-BE49-F238E27FC236}">
                  <a16:creationId xmlns:a16="http://schemas.microsoft.com/office/drawing/2014/main" id="{792868E0-5B73-B134-CB3C-5BCBF96934D0}"/>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 name="ellipse_1866">
              <a:extLst>
                <a:ext uri="{FF2B5EF4-FFF2-40B4-BE49-F238E27FC236}">
                  <a16:creationId xmlns:a16="http://schemas.microsoft.com/office/drawing/2014/main" id="{8A429BEA-06D1-BD5F-C606-659BCAAF93D0}"/>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 name="ellipse_1867">
              <a:extLst>
                <a:ext uri="{FF2B5EF4-FFF2-40B4-BE49-F238E27FC236}">
                  <a16:creationId xmlns:a16="http://schemas.microsoft.com/office/drawing/2014/main" id="{357E1347-25B6-B7E8-0648-F6C19C24056D}"/>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 name="ellipse_1868">
              <a:extLst>
                <a:ext uri="{FF2B5EF4-FFF2-40B4-BE49-F238E27FC236}">
                  <a16:creationId xmlns:a16="http://schemas.microsoft.com/office/drawing/2014/main" id="{9D90BAEB-8E41-6BF0-EC2A-55A498D15F49}"/>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 name="Pseudo atom | small solid diamond">
              <a:extLst>
                <a:ext uri="{FF2B5EF4-FFF2-40B4-BE49-F238E27FC236}">
                  <a16:creationId xmlns:a16="http://schemas.microsoft.com/office/drawing/2014/main" id="{E2527C49-E78E-FB92-C1C2-A0CE941A2FA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 name="Pseudo atom | small solid diamond">
              <a:extLst>
                <a:ext uri="{FF2B5EF4-FFF2-40B4-BE49-F238E27FC236}">
                  <a16:creationId xmlns:a16="http://schemas.microsoft.com/office/drawing/2014/main" id="{0C875399-0AC5-4B9B-8895-A0B622C97557}"/>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 name="Pseudo atom | small solid diamond">
              <a:extLst>
                <a:ext uri="{FF2B5EF4-FFF2-40B4-BE49-F238E27FC236}">
                  <a16:creationId xmlns:a16="http://schemas.microsoft.com/office/drawing/2014/main" id="{FEA08CFC-A3C4-0158-50CA-50D8F3C3EC44}"/>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 name="Pseudo atom | small solid diamond">
              <a:extLst>
                <a:ext uri="{FF2B5EF4-FFF2-40B4-BE49-F238E27FC236}">
                  <a16:creationId xmlns:a16="http://schemas.microsoft.com/office/drawing/2014/main" id="{56D9BA2B-8FDB-BFE3-F741-291AAFDE383D}"/>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 name="Pseudo atom | small solid diamond">
              <a:extLst>
                <a:ext uri="{FF2B5EF4-FFF2-40B4-BE49-F238E27FC236}">
                  <a16:creationId xmlns:a16="http://schemas.microsoft.com/office/drawing/2014/main" id="{7A2A583F-7CFB-68D0-FA30-6F26E02A5F64}"/>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5" name="b | PTV3 stage 3">
            <a:extLst>
              <a:ext uri="{FF2B5EF4-FFF2-40B4-BE49-F238E27FC236}">
                <a16:creationId xmlns:a16="http://schemas.microsoft.com/office/drawing/2014/main" id="{AA4F2AA5-35E3-42D7-9B63-56EF513E8369}"/>
              </a:ext>
            </a:extLst>
          </p:cNvPr>
          <p:cNvGrpSpPr/>
          <p:nvPr/>
        </p:nvGrpSpPr>
        <p:grpSpPr>
          <a:xfrm>
            <a:off x="3527603" y="1191372"/>
            <a:ext cx="192613" cy="151863"/>
            <a:chOff x="2703555" y="1491390"/>
            <a:chExt cx="190530" cy="137970"/>
          </a:xfrm>
        </p:grpSpPr>
        <p:sp>
          <p:nvSpPr>
            <p:cNvPr id="176" name="ellipse_1875">
              <a:extLst>
                <a:ext uri="{FF2B5EF4-FFF2-40B4-BE49-F238E27FC236}">
                  <a16:creationId xmlns:a16="http://schemas.microsoft.com/office/drawing/2014/main" id="{8D34E649-331E-70B2-E840-97D9D031C7A6}"/>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7" name="ellipse_1876">
              <a:extLst>
                <a:ext uri="{FF2B5EF4-FFF2-40B4-BE49-F238E27FC236}">
                  <a16:creationId xmlns:a16="http://schemas.microsoft.com/office/drawing/2014/main" id="{D2DB6D13-55EB-55C3-5B41-12D5D7697BFD}"/>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8" name="ellipse_1877">
              <a:extLst>
                <a:ext uri="{FF2B5EF4-FFF2-40B4-BE49-F238E27FC236}">
                  <a16:creationId xmlns:a16="http://schemas.microsoft.com/office/drawing/2014/main" id="{BC66F244-E17A-C8B4-1095-519D4DAAA706}"/>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9" name="ellipse_1878">
              <a:extLst>
                <a:ext uri="{FF2B5EF4-FFF2-40B4-BE49-F238E27FC236}">
                  <a16:creationId xmlns:a16="http://schemas.microsoft.com/office/drawing/2014/main" id="{829B8297-929E-9C2B-0A47-9079C8B666B4}"/>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80" name="ellipse_1879">
              <a:extLst>
                <a:ext uri="{FF2B5EF4-FFF2-40B4-BE49-F238E27FC236}">
                  <a16:creationId xmlns:a16="http://schemas.microsoft.com/office/drawing/2014/main" id="{D2EE37AB-FF9E-BE9D-B8A3-605328868004}"/>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81" name="Pseudo atom | small solid diamond">
              <a:extLst>
                <a:ext uri="{FF2B5EF4-FFF2-40B4-BE49-F238E27FC236}">
                  <a16:creationId xmlns:a16="http://schemas.microsoft.com/office/drawing/2014/main" id="{131B78D9-2766-2DD2-67EE-AED5AE02F638}"/>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82" name="Pseudo atom | small solid diamond">
              <a:extLst>
                <a:ext uri="{FF2B5EF4-FFF2-40B4-BE49-F238E27FC236}">
                  <a16:creationId xmlns:a16="http://schemas.microsoft.com/office/drawing/2014/main" id="{CC180FA7-9E07-86BB-6FB0-43464FE766D9}"/>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83" name="Pseudo atom | small solid diamond">
              <a:extLst>
                <a:ext uri="{FF2B5EF4-FFF2-40B4-BE49-F238E27FC236}">
                  <a16:creationId xmlns:a16="http://schemas.microsoft.com/office/drawing/2014/main" id="{E5CBD7CD-9E4A-5BF5-D46D-239603E92AB9}"/>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84" name="Pseudo atom | small solid diamond">
              <a:extLst>
                <a:ext uri="{FF2B5EF4-FFF2-40B4-BE49-F238E27FC236}">
                  <a16:creationId xmlns:a16="http://schemas.microsoft.com/office/drawing/2014/main" id="{4D43B4AB-D77D-7327-561C-DC680DF9E6AA}"/>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85" name="Pseudo atom | small solid diamond">
              <a:extLst>
                <a:ext uri="{FF2B5EF4-FFF2-40B4-BE49-F238E27FC236}">
                  <a16:creationId xmlns:a16="http://schemas.microsoft.com/office/drawing/2014/main" id="{7D5D985C-6252-F875-79D3-86379D5B0C23}"/>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86" name="b | PTV3 stage 4">
            <a:extLst>
              <a:ext uri="{FF2B5EF4-FFF2-40B4-BE49-F238E27FC236}">
                <a16:creationId xmlns:a16="http://schemas.microsoft.com/office/drawing/2014/main" id="{8B0DB582-6D6B-A401-E941-6D8D9CDACFAE}"/>
              </a:ext>
            </a:extLst>
          </p:cNvPr>
          <p:cNvGrpSpPr/>
          <p:nvPr/>
        </p:nvGrpSpPr>
        <p:grpSpPr>
          <a:xfrm>
            <a:off x="3831338" y="1191372"/>
            <a:ext cx="192613" cy="151863"/>
            <a:chOff x="3097755" y="1465110"/>
            <a:chExt cx="243090" cy="190530"/>
          </a:xfrm>
        </p:grpSpPr>
        <p:sp>
          <p:nvSpPr>
            <p:cNvPr id="187" name="ellipse_1886">
              <a:extLst>
                <a:ext uri="{FF2B5EF4-FFF2-40B4-BE49-F238E27FC236}">
                  <a16:creationId xmlns:a16="http://schemas.microsoft.com/office/drawing/2014/main" id="{6298F6C0-704E-8FB6-0566-81653D28211F}"/>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88" name="ellipse_1887">
              <a:extLst>
                <a:ext uri="{FF2B5EF4-FFF2-40B4-BE49-F238E27FC236}">
                  <a16:creationId xmlns:a16="http://schemas.microsoft.com/office/drawing/2014/main" id="{BA67539A-F909-47FC-F02A-AD5388942925}"/>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89" name="ellipse_1888">
              <a:extLst>
                <a:ext uri="{FF2B5EF4-FFF2-40B4-BE49-F238E27FC236}">
                  <a16:creationId xmlns:a16="http://schemas.microsoft.com/office/drawing/2014/main" id="{9EA0EED6-D803-5BB3-1900-B88D7FFC8B99}"/>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90" name="ellipse_1889">
              <a:extLst>
                <a:ext uri="{FF2B5EF4-FFF2-40B4-BE49-F238E27FC236}">
                  <a16:creationId xmlns:a16="http://schemas.microsoft.com/office/drawing/2014/main" id="{E5FE7A2E-9B18-D669-4090-4B257CC46406}"/>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91" name="ellipse_1890">
              <a:extLst>
                <a:ext uri="{FF2B5EF4-FFF2-40B4-BE49-F238E27FC236}">
                  <a16:creationId xmlns:a16="http://schemas.microsoft.com/office/drawing/2014/main" id="{EF875FFD-DB71-294A-0737-884E969D402A}"/>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32" name="ellipse_1891">
              <a:extLst>
                <a:ext uri="{FF2B5EF4-FFF2-40B4-BE49-F238E27FC236}">
                  <a16:creationId xmlns:a16="http://schemas.microsoft.com/office/drawing/2014/main" id="{1F2C9172-05DF-8581-88D9-55739E2D3E93}"/>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33" name="ellipse_1892">
              <a:extLst>
                <a:ext uri="{FF2B5EF4-FFF2-40B4-BE49-F238E27FC236}">
                  <a16:creationId xmlns:a16="http://schemas.microsoft.com/office/drawing/2014/main" id="{CF93F3EA-8B7E-F4CD-4086-BBEA26C3A6D3}"/>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34" name="ellipse_1893">
              <a:extLst>
                <a:ext uri="{FF2B5EF4-FFF2-40B4-BE49-F238E27FC236}">
                  <a16:creationId xmlns:a16="http://schemas.microsoft.com/office/drawing/2014/main" id="{9E8C1141-F27D-DC69-C772-B690F00E9D5D}"/>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35" name="Pseudo atom | small solid diamond">
              <a:extLst>
                <a:ext uri="{FF2B5EF4-FFF2-40B4-BE49-F238E27FC236}">
                  <a16:creationId xmlns:a16="http://schemas.microsoft.com/office/drawing/2014/main" id="{A3615811-D83F-B455-FAB7-6A2775746D47}"/>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5636" name="Pseudo atom | small solid diamond">
              <a:extLst>
                <a:ext uri="{FF2B5EF4-FFF2-40B4-BE49-F238E27FC236}">
                  <a16:creationId xmlns:a16="http://schemas.microsoft.com/office/drawing/2014/main" id="{402E369C-CF94-3BB2-C91F-CCB2B7CF68D1}"/>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5637" name="Pseudo atom | small solid diamond">
              <a:extLst>
                <a:ext uri="{FF2B5EF4-FFF2-40B4-BE49-F238E27FC236}">
                  <a16:creationId xmlns:a16="http://schemas.microsoft.com/office/drawing/2014/main" id="{53C8D8DE-F86B-D8AE-B205-9901C21EC21E}"/>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5638" name="Pseudo atom | small solid diamond">
              <a:extLst>
                <a:ext uri="{FF2B5EF4-FFF2-40B4-BE49-F238E27FC236}">
                  <a16:creationId xmlns:a16="http://schemas.microsoft.com/office/drawing/2014/main" id="{3D63E035-0A91-1878-5B49-135F17DB726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5639" name="Pseudo atom | small solid diamond">
              <a:extLst>
                <a:ext uri="{FF2B5EF4-FFF2-40B4-BE49-F238E27FC236}">
                  <a16:creationId xmlns:a16="http://schemas.microsoft.com/office/drawing/2014/main" id="{AB4625D4-275D-8426-40CA-A9BD2DB5B928}"/>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5640" name="b | PTV3 stage 5">
            <a:extLst>
              <a:ext uri="{FF2B5EF4-FFF2-40B4-BE49-F238E27FC236}">
                <a16:creationId xmlns:a16="http://schemas.microsoft.com/office/drawing/2014/main" id="{93A8D1BC-F591-71EC-10BC-782FBF3059B5}"/>
              </a:ext>
            </a:extLst>
          </p:cNvPr>
          <p:cNvGrpSpPr/>
          <p:nvPr/>
        </p:nvGrpSpPr>
        <p:grpSpPr>
          <a:xfrm>
            <a:off x="4135073" y="1191372"/>
            <a:ext cx="192613" cy="151863"/>
            <a:chOff x="3473888" y="1438830"/>
            <a:chExt cx="279225" cy="243090"/>
          </a:xfrm>
        </p:grpSpPr>
        <p:sp>
          <p:nvSpPr>
            <p:cNvPr id="5641" name="ellipse_1900">
              <a:extLst>
                <a:ext uri="{FF2B5EF4-FFF2-40B4-BE49-F238E27FC236}">
                  <a16:creationId xmlns:a16="http://schemas.microsoft.com/office/drawing/2014/main" id="{3F34483A-42FD-9CC9-C115-1FBA104D8BF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42" name="ellipse_1901">
              <a:extLst>
                <a:ext uri="{FF2B5EF4-FFF2-40B4-BE49-F238E27FC236}">
                  <a16:creationId xmlns:a16="http://schemas.microsoft.com/office/drawing/2014/main" id="{FED8B55A-D394-CF17-C93F-A710FC376DCA}"/>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43" name="ellipse_1902">
              <a:extLst>
                <a:ext uri="{FF2B5EF4-FFF2-40B4-BE49-F238E27FC236}">
                  <a16:creationId xmlns:a16="http://schemas.microsoft.com/office/drawing/2014/main" id="{F629BDCB-0AF0-2CCB-98F8-0D7687A84701}"/>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44" name="ellipse_1903">
              <a:extLst>
                <a:ext uri="{FF2B5EF4-FFF2-40B4-BE49-F238E27FC236}">
                  <a16:creationId xmlns:a16="http://schemas.microsoft.com/office/drawing/2014/main" id="{107B8E7E-C247-961C-D9E7-9B03856C20BE}"/>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45" name="ellipse_1904">
              <a:extLst>
                <a:ext uri="{FF2B5EF4-FFF2-40B4-BE49-F238E27FC236}">
                  <a16:creationId xmlns:a16="http://schemas.microsoft.com/office/drawing/2014/main" id="{2942A297-2349-E282-2446-2E74130BEB94}"/>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46" name="ellipse_1905">
              <a:extLst>
                <a:ext uri="{FF2B5EF4-FFF2-40B4-BE49-F238E27FC236}">
                  <a16:creationId xmlns:a16="http://schemas.microsoft.com/office/drawing/2014/main" id="{544FBB7F-91B6-1C25-0F1A-CCD9E7EC4325}"/>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47" name="ellipse_1906">
              <a:extLst>
                <a:ext uri="{FF2B5EF4-FFF2-40B4-BE49-F238E27FC236}">
                  <a16:creationId xmlns:a16="http://schemas.microsoft.com/office/drawing/2014/main" id="{132F04B6-A4FF-D032-A6AD-F15FAF84EA3E}"/>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48" name="ellipse_1907">
              <a:extLst>
                <a:ext uri="{FF2B5EF4-FFF2-40B4-BE49-F238E27FC236}">
                  <a16:creationId xmlns:a16="http://schemas.microsoft.com/office/drawing/2014/main" id="{D53CBF2F-45CF-545F-1B65-B5F2DECCD2BE}"/>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5649" name="ellipse_1908">
              <a:extLst>
                <a:ext uri="{FF2B5EF4-FFF2-40B4-BE49-F238E27FC236}">
                  <a16:creationId xmlns:a16="http://schemas.microsoft.com/office/drawing/2014/main" id="{E0FC7740-167D-CECA-2BAE-58C5CAB42C05}"/>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2885" name="ellipse_1909">
              <a:extLst>
                <a:ext uri="{FF2B5EF4-FFF2-40B4-BE49-F238E27FC236}">
                  <a16:creationId xmlns:a16="http://schemas.microsoft.com/office/drawing/2014/main" id="{1BABBFBA-E91A-96F6-F82B-83CDC602CB61}"/>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2886" name="Pseudo atom | small solid diamond">
              <a:extLst>
                <a:ext uri="{FF2B5EF4-FFF2-40B4-BE49-F238E27FC236}">
                  <a16:creationId xmlns:a16="http://schemas.microsoft.com/office/drawing/2014/main" id="{DFE3D51B-8A9A-D20B-6125-784E8C213419}"/>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887" name="Pseudo atom | small solid diamond">
              <a:extLst>
                <a:ext uri="{FF2B5EF4-FFF2-40B4-BE49-F238E27FC236}">
                  <a16:creationId xmlns:a16="http://schemas.microsoft.com/office/drawing/2014/main" id="{B8872586-1A5E-2AD6-6F2D-A3712A2C603E}"/>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891" name="Pseudo atom | small solid diamond">
              <a:extLst>
                <a:ext uri="{FF2B5EF4-FFF2-40B4-BE49-F238E27FC236}">
                  <a16:creationId xmlns:a16="http://schemas.microsoft.com/office/drawing/2014/main" id="{82867103-A875-E24D-72AB-F61984682F57}"/>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892" name="Pseudo atom | small solid diamond">
              <a:extLst>
                <a:ext uri="{FF2B5EF4-FFF2-40B4-BE49-F238E27FC236}">
                  <a16:creationId xmlns:a16="http://schemas.microsoft.com/office/drawing/2014/main" id="{06A3EA14-64D8-3F4C-1509-26D655CC8904}"/>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893" name="Pseudo atom | small solid diamond">
              <a:extLst>
                <a:ext uri="{FF2B5EF4-FFF2-40B4-BE49-F238E27FC236}">
                  <a16:creationId xmlns:a16="http://schemas.microsoft.com/office/drawing/2014/main" id="{5A7B6BAD-BB6A-E590-72A2-900B548BF2D7}"/>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2894" name="b | Receptor embedding feature bar">
            <a:extLst>
              <a:ext uri="{FF2B5EF4-FFF2-40B4-BE49-F238E27FC236}">
                <a16:creationId xmlns:a16="http://schemas.microsoft.com/office/drawing/2014/main" id="{86B7BD48-B573-86E0-32F7-423F583E0A7D}"/>
              </a:ext>
            </a:extLst>
          </p:cNvPr>
          <p:cNvGrpSpPr/>
          <p:nvPr/>
        </p:nvGrpSpPr>
        <p:grpSpPr>
          <a:xfrm>
            <a:off x="2242286" y="1142965"/>
            <a:ext cx="242618" cy="14816"/>
            <a:chOff x="1258155" y="1540665"/>
            <a:chExt cx="325215" cy="42705"/>
          </a:xfrm>
        </p:grpSpPr>
        <p:sp>
          <p:nvSpPr>
            <p:cNvPr id="2895" name="feature_1">
              <a:extLst>
                <a:ext uri="{FF2B5EF4-FFF2-40B4-BE49-F238E27FC236}">
                  <a16:creationId xmlns:a16="http://schemas.microsoft.com/office/drawing/2014/main" id="{E3405BF6-5E85-AAFD-485F-2922DA2E4E55}"/>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2896" name="feature_2">
              <a:extLst>
                <a:ext uri="{FF2B5EF4-FFF2-40B4-BE49-F238E27FC236}">
                  <a16:creationId xmlns:a16="http://schemas.microsoft.com/office/drawing/2014/main" id="{F1FE4F3E-9BBB-B501-047A-0CFEC0922140}"/>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2902" name="feature_3">
              <a:extLst>
                <a:ext uri="{FF2B5EF4-FFF2-40B4-BE49-F238E27FC236}">
                  <a16:creationId xmlns:a16="http://schemas.microsoft.com/office/drawing/2014/main" id="{CFDAB469-1386-93F4-152B-C8E49039C196}"/>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2903" name="feature_4">
              <a:extLst>
                <a:ext uri="{FF2B5EF4-FFF2-40B4-BE49-F238E27FC236}">
                  <a16:creationId xmlns:a16="http://schemas.microsoft.com/office/drawing/2014/main" id="{84226403-9E52-D01F-CCAC-E1AD39C78609}"/>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2904" name="feature_5">
              <a:extLst>
                <a:ext uri="{FF2B5EF4-FFF2-40B4-BE49-F238E27FC236}">
                  <a16:creationId xmlns:a16="http://schemas.microsoft.com/office/drawing/2014/main" id="{076AC990-280D-9522-3F2F-130FFFB35F19}"/>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2905" name="feature_6">
              <a:extLst>
                <a:ext uri="{FF2B5EF4-FFF2-40B4-BE49-F238E27FC236}">
                  <a16:creationId xmlns:a16="http://schemas.microsoft.com/office/drawing/2014/main" id="{2F5188B3-27C4-3D69-4A1C-E4FDABC4B057}"/>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2906" name="feature_7">
              <a:extLst>
                <a:ext uri="{FF2B5EF4-FFF2-40B4-BE49-F238E27FC236}">
                  <a16:creationId xmlns:a16="http://schemas.microsoft.com/office/drawing/2014/main" id="{55970C4E-62AC-350F-53AC-89CCAE1938B7}"/>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2907" name="b | Pseudo atoms">
            <a:extLst>
              <a:ext uri="{FF2B5EF4-FFF2-40B4-BE49-F238E27FC236}">
                <a16:creationId xmlns:a16="http://schemas.microsoft.com/office/drawing/2014/main" id="{50142DD3-D0C0-54A7-73C1-20735234202C}"/>
              </a:ext>
            </a:extLst>
          </p:cNvPr>
          <p:cNvGrpSpPr/>
          <p:nvPr/>
        </p:nvGrpSpPr>
        <p:grpSpPr>
          <a:xfrm>
            <a:off x="2244137" y="1435834"/>
            <a:ext cx="240766" cy="90747"/>
            <a:chOff x="1224494" y="1827718"/>
            <a:chExt cx="319272" cy="160003"/>
          </a:xfrm>
        </p:grpSpPr>
        <p:sp>
          <p:nvSpPr>
            <p:cNvPr id="2908" name="Pseudo atom | small solid diamond">
              <a:extLst>
                <a:ext uri="{FF2B5EF4-FFF2-40B4-BE49-F238E27FC236}">
                  <a16:creationId xmlns:a16="http://schemas.microsoft.com/office/drawing/2014/main" id="{D336662C-132B-427E-8806-076870780DB2}"/>
                </a:ext>
              </a:extLst>
            </p:cNvPr>
            <p:cNvSpPr/>
            <p:nvPr/>
          </p:nvSpPr>
          <p:spPr>
            <a:xfrm>
              <a:off x="1238043" y="1863551"/>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09" name="Pseudo atom | small solid diamond">
              <a:extLst>
                <a:ext uri="{FF2B5EF4-FFF2-40B4-BE49-F238E27FC236}">
                  <a16:creationId xmlns:a16="http://schemas.microsoft.com/office/drawing/2014/main" id="{595E242C-4219-93B7-783A-7F82B994ED42}"/>
                </a:ext>
              </a:extLst>
            </p:cNvPr>
            <p:cNvSpPr/>
            <p:nvPr/>
          </p:nvSpPr>
          <p:spPr>
            <a:xfrm>
              <a:off x="1334797" y="1971936"/>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10" name="Pseudo atom | small solid diamond">
              <a:extLst>
                <a:ext uri="{FF2B5EF4-FFF2-40B4-BE49-F238E27FC236}">
                  <a16:creationId xmlns:a16="http://schemas.microsoft.com/office/drawing/2014/main" id="{9F08A2F4-8F3E-7951-0697-7C3A1FBB6B07}"/>
                </a:ext>
              </a:extLst>
            </p:cNvPr>
            <p:cNvSpPr/>
            <p:nvPr/>
          </p:nvSpPr>
          <p:spPr>
            <a:xfrm>
              <a:off x="1251624" y="1954881"/>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11" name="Pseudo atom | small solid diamond">
              <a:extLst>
                <a:ext uri="{FF2B5EF4-FFF2-40B4-BE49-F238E27FC236}">
                  <a16:creationId xmlns:a16="http://schemas.microsoft.com/office/drawing/2014/main" id="{B295B9D7-C861-3DC7-C0E5-282621E5255F}"/>
                </a:ext>
              </a:extLst>
            </p:cNvPr>
            <p:cNvSpPr/>
            <p:nvPr/>
          </p:nvSpPr>
          <p:spPr>
            <a:xfrm>
              <a:off x="1251873" y="1875722"/>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12" name="Pseudo atom | small solid diamond">
              <a:extLst>
                <a:ext uri="{FF2B5EF4-FFF2-40B4-BE49-F238E27FC236}">
                  <a16:creationId xmlns:a16="http://schemas.microsoft.com/office/drawing/2014/main" id="{7A446BBF-7D51-53FA-63CA-1577E4E3E52B}"/>
                </a:ext>
              </a:extLst>
            </p:cNvPr>
            <p:cNvSpPr/>
            <p:nvPr/>
          </p:nvSpPr>
          <p:spPr>
            <a:xfrm>
              <a:off x="1427707" y="1918183"/>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13" name="Pseudo atom | small solid diamond">
              <a:extLst>
                <a:ext uri="{FF2B5EF4-FFF2-40B4-BE49-F238E27FC236}">
                  <a16:creationId xmlns:a16="http://schemas.microsoft.com/office/drawing/2014/main" id="{0F39D0BE-D48A-00EB-D0AB-5252F58F6AD2}"/>
                </a:ext>
              </a:extLst>
            </p:cNvPr>
            <p:cNvSpPr/>
            <p:nvPr/>
          </p:nvSpPr>
          <p:spPr>
            <a:xfrm>
              <a:off x="1522414" y="1886916"/>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25" name="Pseudo atom | small solid diamond">
              <a:extLst>
                <a:ext uri="{FF2B5EF4-FFF2-40B4-BE49-F238E27FC236}">
                  <a16:creationId xmlns:a16="http://schemas.microsoft.com/office/drawing/2014/main" id="{B01FE293-EDBC-8F93-2F4F-A16613E109C2}"/>
                </a:ext>
              </a:extLst>
            </p:cNvPr>
            <p:cNvSpPr/>
            <p:nvPr/>
          </p:nvSpPr>
          <p:spPr>
            <a:xfrm>
              <a:off x="1517189" y="1965468"/>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26" name="Pseudo atom | small solid diamond">
              <a:extLst>
                <a:ext uri="{FF2B5EF4-FFF2-40B4-BE49-F238E27FC236}">
                  <a16:creationId xmlns:a16="http://schemas.microsoft.com/office/drawing/2014/main" id="{3FC0C360-7DFE-3E84-17DF-215ED6121441}"/>
                </a:ext>
              </a:extLst>
            </p:cNvPr>
            <p:cNvSpPr/>
            <p:nvPr/>
          </p:nvSpPr>
          <p:spPr>
            <a:xfrm>
              <a:off x="1440638" y="1827175"/>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27" name="Pseudo atom | small solid diamond">
              <a:extLst>
                <a:ext uri="{FF2B5EF4-FFF2-40B4-BE49-F238E27FC236}">
                  <a16:creationId xmlns:a16="http://schemas.microsoft.com/office/drawing/2014/main" id="{F0668263-0A9E-1512-CCFC-C1D7E9D9CDC4}"/>
                </a:ext>
              </a:extLst>
            </p:cNvPr>
            <p:cNvSpPr/>
            <p:nvPr/>
          </p:nvSpPr>
          <p:spPr>
            <a:xfrm>
              <a:off x="1468593" y="1961506"/>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28" name="Pseudo atom | small solid diamond">
              <a:extLst>
                <a:ext uri="{FF2B5EF4-FFF2-40B4-BE49-F238E27FC236}">
                  <a16:creationId xmlns:a16="http://schemas.microsoft.com/office/drawing/2014/main" id="{6A72435B-8E4F-682F-9EB5-D275B6EB7441}"/>
                </a:ext>
              </a:extLst>
            </p:cNvPr>
            <p:cNvSpPr/>
            <p:nvPr/>
          </p:nvSpPr>
          <p:spPr>
            <a:xfrm>
              <a:off x="1375142" y="1854261"/>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29" name="Pseudo atom | small solid diamond">
              <a:extLst>
                <a:ext uri="{FF2B5EF4-FFF2-40B4-BE49-F238E27FC236}">
                  <a16:creationId xmlns:a16="http://schemas.microsoft.com/office/drawing/2014/main" id="{8D97CB05-B6DF-E96D-0FB2-A4AE708C4B4D}"/>
                </a:ext>
              </a:extLst>
            </p:cNvPr>
            <p:cNvSpPr/>
            <p:nvPr/>
          </p:nvSpPr>
          <p:spPr>
            <a:xfrm>
              <a:off x="1257936" y="1953067"/>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30" name="Pseudo atom | small solid diamond">
              <a:extLst>
                <a:ext uri="{FF2B5EF4-FFF2-40B4-BE49-F238E27FC236}">
                  <a16:creationId xmlns:a16="http://schemas.microsoft.com/office/drawing/2014/main" id="{DC448ABF-DA1A-598C-452E-C7BC068153B4}"/>
                </a:ext>
              </a:extLst>
            </p:cNvPr>
            <p:cNvSpPr/>
            <p:nvPr/>
          </p:nvSpPr>
          <p:spPr>
            <a:xfrm>
              <a:off x="1225975" y="1907464"/>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54" name="Pseudo atom | small solid diamond">
              <a:extLst>
                <a:ext uri="{FF2B5EF4-FFF2-40B4-BE49-F238E27FC236}">
                  <a16:creationId xmlns:a16="http://schemas.microsoft.com/office/drawing/2014/main" id="{4F4655B6-B35F-0AC0-227B-6E7D2DD9214C}"/>
                </a:ext>
              </a:extLst>
            </p:cNvPr>
            <p:cNvSpPr/>
            <p:nvPr/>
          </p:nvSpPr>
          <p:spPr>
            <a:xfrm>
              <a:off x="1265668" y="1870131"/>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55" name="Pseudo atom | small solid diamond">
              <a:extLst>
                <a:ext uri="{FF2B5EF4-FFF2-40B4-BE49-F238E27FC236}">
                  <a16:creationId xmlns:a16="http://schemas.microsoft.com/office/drawing/2014/main" id="{BCEA094D-C914-90C7-6201-8CD797E81393}"/>
                </a:ext>
              </a:extLst>
            </p:cNvPr>
            <p:cNvSpPr/>
            <p:nvPr/>
          </p:nvSpPr>
          <p:spPr>
            <a:xfrm>
              <a:off x="1530005" y="1866373"/>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956" name="Pseudo atom | small solid diamond">
              <a:extLst>
                <a:ext uri="{FF2B5EF4-FFF2-40B4-BE49-F238E27FC236}">
                  <a16:creationId xmlns:a16="http://schemas.microsoft.com/office/drawing/2014/main" id="{E1300896-D04C-A252-1621-ADF6FCC92B68}"/>
                </a:ext>
              </a:extLst>
            </p:cNvPr>
            <p:cNvSpPr/>
            <p:nvPr/>
          </p:nvSpPr>
          <p:spPr>
            <a:xfrm>
              <a:off x="1429684" y="1941177"/>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56" name="Pseudo atom | small solid diamond">
              <a:extLst>
                <a:ext uri="{FF2B5EF4-FFF2-40B4-BE49-F238E27FC236}">
                  <a16:creationId xmlns:a16="http://schemas.microsoft.com/office/drawing/2014/main" id="{08B78EC2-E14F-68D4-2A11-84FB2624A6E6}"/>
                </a:ext>
              </a:extLst>
            </p:cNvPr>
            <p:cNvSpPr/>
            <p:nvPr/>
          </p:nvSpPr>
          <p:spPr>
            <a:xfrm>
              <a:off x="1294641" y="1846548"/>
              <a:ext cx="12280" cy="16327"/>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sp>
        <p:nvSpPr>
          <p:cNvPr id="257" name="b | Candidate blob">
            <a:extLst>
              <a:ext uri="{FF2B5EF4-FFF2-40B4-BE49-F238E27FC236}">
                <a16:creationId xmlns:a16="http://schemas.microsoft.com/office/drawing/2014/main" id="{43F59AA4-1F2E-6BCC-F949-0C9C679F2EF2}"/>
              </a:ext>
            </a:extLst>
          </p:cNvPr>
          <p:cNvSpPr/>
          <p:nvPr/>
        </p:nvSpPr>
        <p:spPr>
          <a:xfrm>
            <a:off x="4509185" y="917280"/>
            <a:ext cx="120383" cy="77783"/>
          </a:xfrm>
          <a:custGeom>
            <a:avLst/>
            <a:gdLst/>
            <a:ahLst/>
            <a:cxnLst/>
            <a:rect l="0" t="0" r="w" b="h"/>
            <a:pathLst>
              <a:path w="191433" h="121715" extrusionOk="0">
                <a:moveTo>
                  <a:pt x="4484" y="76513"/>
                </a:moveTo>
                <a:cubicBezTo>
                  <a:pt x="0" y="63094"/>
                  <a:pt x="15867" y="42612"/>
                  <a:pt x="25180" y="34137"/>
                </a:cubicBezTo>
                <a:cubicBezTo>
                  <a:pt x="34492" y="25661"/>
                  <a:pt x="49324" y="30841"/>
                  <a:pt x="60362" y="25661"/>
                </a:cubicBezTo>
                <a:cubicBezTo>
                  <a:pt x="71399" y="20482"/>
                  <a:pt x="77608" y="6121"/>
                  <a:pt x="91405" y="3061"/>
                </a:cubicBezTo>
                <a:cubicBezTo>
                  <a:pt x="105202" y="0"/>
                  <a:pt x="129347" y="2825"/>
                  <a:pt x="143144" y="7298"/>
                </a:cubicBezTo>
                <a:cubicBezTo>
                  <a:pt x="156941" y="11771"/>
                  <a:pt x="166599" y="20482"/>
                  <a:pt x="174187" y="29899"/>
                </a:cubicBezTo>
                <a:cubicBezTo>
                  <a:pt x="181775" y="39316"/>
                  <a:pt x="191433" y="52500"/>
                  <a:pt x="188674" y="63800"/>
                </a:cubicBezTo>
                <a:cubicBezTo>
                  <a:pt x="185915" y="75101"/>
                  <a:pt x="170738" y="88520"/>
                  <a:pt x="157631" y="97701"/>
                </a:cubicBezTo>
                <a:cubicBezTo>
                  <a:pt x="144524" y="106883"/>
                  <a:pt x="127622" y="116065"/>
                  <a:pt x="110031" y="118890"/>
                </a:cubicBezTo>
                <a:cubicBezTo>
                  <a:pt x="92440" y="121715"/>
                  <a:pt x="69675" y="121715"/>
                  <a:pt x="52084" y="114652"/>
                </a:cubicBezTo>
                <a:cubicBezTo>
                  <a:pt x="34492" y="107589"/>
                  <a:pt x="8968" y="89932"/>
                  <a:pt x="4484" y="76513"/>
                </a:cubicBezTo>
                <a:close/>
              </a:path>
            </a:pathLst>
          </a:custGeom>
          <a:gradFill flip="none" rotWithShape="1">
            <a:gsLst>
              <a:gs pos="0">
                <a:srgbClr val="E9F2F9"/>
              </a:gs>
              <a:gs pos="48000">
                <a:srgbClr val="85B7DD"/>
              </a:gs>
              <a:gs pos="100000">
                <a:srgbClr val="65A1CE"/>
              </a:gs>
            </a:gsLst>
            <a:lin ang="2700000" scaled="1"/>
            <a:tileRect/>
          </a:gradFill>
          <a:ln w="2540" cap="rnd" cmpd="sng" algn="ctr">
            <a:solidFill>
              <a:srgbClr val="71A9D4"/>
            </a:solidFill>
            <a:prstDash val="solid"/>
            <a:round/>
            <a:headEnd type="none" w="med" len="med"/>
            <a:tailEnd type="none" w="med" len="med"/>
          </a:ln>
          <a:effectLst/>
        </p:spPr>
      </p:sp>
      <p:grpSp>
        <p:nvGrpSpPr>
          <p:cNvPr id="258" name="b | Pseudo atoms cue">
            <a:extLst>
              <a:ext uri="{FF2B5EF4-FFF2-40B4-BE49-F238E27FC236}">
                <a16:creationId xmlns:a16="http://schemas.microsoft.com/office/drawing/2014/main" id="{F957B2F7-5B12-78F1-BD2D-52CC180A43D0}"/>
              </a:ext>
            </a:extLst>
          </p:cNvPr>
          <p:cNvGrpSpPr/>
          <p:nvPr/>
        </p:nvGrpSpPr>
        <p:grpSpPr>
          <a:xfrm>
            <a:off x="4783288" y="919132"/>
            <a:ext cx="151868" cy="72227"/>
            <a:chOff x="4590996" y="2053896"/>
            <a:chExt cx="222101" cy="100386"/>
          </a:xfrm>
        </p:grpSpPr>
        <p:sp>
          <p:nvSpPr>
            <p:cNvPr id="259" name="Pseudo atom | small solid diamond">
              <a:extLst>
                <a:ext uri="{FF2B5EF4-FFF2-40B4-BE49-F238E27FC236}">
                  <a16:creationId xmlns:a16="http://schemas.microsoft.com/office/drawing/2014/main" id="{0B08626C-33D8-FA2A-28C8-A0406F3B9530}"/>
                </a:ext>
              </a:extLst>
            </p:cNvPr>
            <p:cNvSpPr/>
            <p:nvPr/>
          </p:nvSpPr>
          <p:spPr>
            <a:xfrm>
              <a:off x="4648269" y="2142459"/>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60" name="Pseudo atom | small solid diamond">
              <a:extLst>
                <a:ext uri="{FF2B5EF4-FFF2-40B4-BE49-F238E27FC236}">
                  <a16:creationId xmlns:a16="http://schemas.microsoft.com/office/drawing/2014/main" id="{3E91780D-7844-9682-D596-9F5AC10B63D2}"/>
                </a:ext>
              </a:extLst>
            </p:cNvPr>
            <p:cNvSpPr/>
            <p:nvPr/>
          </p:nvSpPr>
          <p:spPr>
            <a:xfrm>
              <a:off x="4633722" y="2059766"/>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61" name="Pseudo atom | small solid diamond">
              <a:extLst>
                <a:ext uri="{FF2B5EF4-FFF2-40B4-BE49-F238E27FC236}">
                  <a16:creationId xmlns:a16="http://schemas.microsoft.com/office/drawing/2014/main" id="{CD08C510-0211-93BC-408D-FC9129BD4A8A}"/>
                </a:ext>
              </a:extLst>
            </p:cNvPr>
            <p:cNvSpPr/>
            <p:nvPr/>
          </p:nvSpPr>
          <p:spPr>
            <a:xfrm>
              <a:off x="4671699" y="2065288"/>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62" name="Pseudo atom | small solid diamond">
              <a:extLst>
                <a:ext uri="{FF2B5EF4-FFF2-40B4-BE49-F238E27FC236}">
                  <a16:creationId xmlns:a16="http://schemas.microsoft.com/office/drawing/2014/main" id="{34E833B5-93D2-DA79-1AF9-124F3B77A2DA}"/>
                </a:ext>
              </a:extLst>
            </p:cNvPr>
            <p:cNvSpPr/>
            <p:nvPr/>
          </p:nvSpPr>
          <p:spPr>
            <a:xfrm>
              <a:off x="4747517" y="2052848"/>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63" name="Pseudo atom | small solid diamond">
              <a:extLst>
                <a:ext uri="{FF2B5EF4-FFF2-40B4-BE49-F238E27FC236}">
                  <a16:creationId xmlns:a16="http://schemas.microsoft.com/office/drawing/2014/main" id="{43B6DC17-29C4-D0A6-0D03-CDF6CA699CF0}"/>
                </a:ext>
              </a:extLst>
            </p:cNvPr>
            <p:cNvSpPr/>
            <p:nvPr/>
          </p:nvSpPr>
          <p:spPr>
            <a:xfrm>
              <a:off x="4800939" y="2132910"/>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64" name="Pseudo atom | small solid diamond">
              <a:extLst>
                <a:ext uri="{FF2B5EF4-FFF2-40B4-BE49-F238E27FC236}">
                  <a16:creationId xmlns:a16="http://schemas.microsoft.com/office/drawing/2014/main" id="{724D2CAA-EB83-FA5A-3D01-30C15E1F3E19}"/>
                </a:ext>
              </a:extLst>
            </p:cNvPr>
            <p:cNvSpPr/>
            <p:nvPr/>
          </p:nvSpPr>
          <p:spPr>
            <a:xfrm>
              <a:off x="4589612" y="2098790"/>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65" name="Pseudo atom | small solid diamond">
              <a:extLst>
                <a:ext uri="{FF2B5EF4-FFF2-40B4-BE49-F238E27FC236}">
                  <a16:creationId xmlns:a16="http://schemas.microsoft.com/office/drawing/2014/main" id="{77FD7F9A-E87C-B935-8E39-74A8F78D0A7C}"/>
                </a:ext>
              </a:extLst>
            </p:cNvPr>
            <p:cNvSpPr/>
            <p:nvPr/>
          </p:nvSpPr>
          <p:spPr>
            <a:xfrm>
              <a:off x="4614216" y="2068242"/>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67" name="Pseudo atom | small solid diamond">
              <a:extLst>
                <a:ext uri="{FF2B5EF4-FFF2-40B4-BE49-F238E27FC236}">
                  <a16:creationId xmlns:a16="http://schemas.microsoft.com/office/drawing/2014/main" id="{E2B442D3-9149-FFB2-7767-291A5896118A}"/>
                </a:ext>
              </a:extLst>
            </p:cNvPr>
            <p:cNvSpPr/>
            <p:nvPr/>
          </p:nvSpPr>
          <p:spPr>
            <a:xfrm>
              <a:off x="4687548" y="2089324"/>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268" name="Pseudo atom | small solid diamond">
              <a:extLst>
                <a:ext uri="{FF2B5EF4-FFF2-40B4-BE49-F238E27FC236}">
                  <a16:creationId xmlns:a16="http://schemas.microsoft.com/office/drawing/2014/main" id="{B40D2212-A534-EF85-F8BE-C80D8BEC6455}"/>
                </a:ext>
              </a:extLst>
            </p:cNvPr>
            <p:cNvSpPr/>
            <p:nvPr/>
          </p:nvSpPr>
          <p:spPr>
            <a:xfrm>
              <a:off x="4699670" y="2140386"/>
              <a:ext cx="13543" cy="12870"/>
            </a:xfrm>
            <a:custGeom>
              <a:avLst/>
              <a:gdLst/>
              <a:ahLst/>
              <a:cxnLst/>
              <a:rect l="0" t="0" r="w" b="h"/>
              <a:pathLst>
                <a:path w="10775" h="10775" extrusionOk="0">
                  <a:moveTo>
                    <a:pt x="5387" y="0"/>
                  </a:moveTo>
                  <a:lnTo>
                    <a:pt x="10775" y="5387"/>
                  </a:lnTo>
                  <a:lnTo>
                    <a:pt x="5387" y="10775"/>
                  </a:lnTo>
                  <a:lnTo>
                    <a:pt x="0" y="5387"/>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269" name="b | Atom binding probability atoms">
            <a:extLst>
              <a:ext uri="{FF2B5EF4-FFF2-40B4-BE49-F238E27FC236}">
                <a16:creationId xmlns:a16="http://schemas.microsoft.com/office/drawing/2014/main" id="{433A634F-3A23-7177-9CB6-3EE24195825D}"/>
              </a:ext>
            </a:extLst>
          </p:cNvPr>
          <p:cNvGrpSpPr/>
          <p:nvPr/>
        </p:nvGrpSpPr>
        <p:grpSpPr>
          <a:xfrm>
            <a:off x="4481404" y="1313603"/>
            <a:ext cx="348184" cy="198162"/>
            <a:chOff x="4048258" y="1358908"/>
            <a:chExt cx="619157" cy="354006"/>
          </a:xfrm>
        </p:grpSpPr>
        <p:sp>
          <p:nvSpPr>
            <p:cNvPr id="270" name="ellipse_2090">
              <a:extLst>
                <a:ext uri="{FF2B5EF4-FFF2-40B4-BE49-F238E27FC236}">
                  <a16:creationId xmlns:a16="http://schemas.microsoft.com/office/drawing/2014/main" id="{2CC3416C-1577-E2CC-C3AD-37C67C1E44AD}"/>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271" name="ellipse_2091">
              <a:extLst>
                <a:ext uri="{FF2B5EF4-FFF2-40B4-BE49-F238E27FC236}">
                  <a16:creationId xmlns:a16="http://schemas.microsoft.com/office/drawing/2014/main" id="{4C087CE8-32FC-DAE7-5CE1-2374E29310AA}"/>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272" name="ellipse_2092">
              <a:extLst>
                <a:ext uri="{FF2B5EF4-FFF2-40B4-BE49-F238E27FC236}">
                  <a16:creationId xmlns:a16="http://schemas.microsoft.com/office/drawing/2014/main" id="{D0F36A13-CBC4-7DA2-B15B-E9A17525F0BB}"/>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273" name="ellipse_2093">
              <a:extLst>
                <a:ext uri="{FF2B5EF4-FFF2-40B4-BE49-F238E27FC236}">
                  <a16:creationId xmlns:a16="http://schemas.microsoft.com/office/drawing/2014/main" id="{01C77E66-DA8E-7B3F-F713-2BB4586B7F6C}"/>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274" name="ellipse_2094">
              <a:extLst>
                <a:ext uri="{FF2B5EF4-FFF2-40B4-BE49-F238E27FC236}">
                  <a16:creationId xmlns:a16="http://schemas.microsoft.com/office/drawing/2014/main" id="{9B65F65B-6A0E-363F-9004-419F9FFA2F2E}"/>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275" name="ellipse_2095">
              <a:extLst>
                <a:ext uri="{FF2B5EF4-FFF2-40B4-BE49-F238E27FC236}">
                  <a16:creationId xmlns:a16="http://schemas.microsoft.com/office/drawing/2014/main" id="{8FEE5D29-5B32-0064-8437-83DA73314673}"/>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276" name="ellipse_2096">
              <a:extLst>
                <a:ext uri="{FF2B5EF4-FFF2-40B4-BE49-F238E27FC236}">
                  <a16:creationId xmlns:a16="http://schemas.microsoft.com/office/drawing/2014/main" id="{ED348493-1F19-2F14-9815-4682E23208D9}"/>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277" name="ellipse_2097">
              <a:extLst>
                <a:ext uri="{FF2B5EF4-FFF2-40B4-BE49-F238E27FC236}">
                  <a16:creationId xmlns:a16="http://schemas.microsoft.com/office/drawing/2014/main" id="{967FC6AB-5687-0615-DF63-5108FA547AF1}"/>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278" name="ellipse_2098">
              <a:extLst>
                <a:ext uri="{FF2B5EF4-FFF2-40B4-BE49-F238E27FC236}">
                  <a16:creationId xmlns:a16="http://schemas.microsoft.com/office/drawing/2014/main" id="{CE5A0144-F74B-452E-9983-907E4CD4599C}"/>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279" name="ellipse_2099">
              <a:extLst>
                <a:ext uri="{FF2B5EF4-FFF2-40B4-BE49-F238E27FC236}">
                  <a16:creationId xmlns:a16="http://schemas.microsoft.com/office/drawing/2014/main" id="{985A3C47-15E7-F471-1809-96E2464F8F2B}"/>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280" name="ellipse_2100">
              <a:extLst>
                <a:ext uri="{FF2B5EF4-FFF2-40B4-BE49-F238E27FC236}">
                  <a16:creationId xmlns:a16="http://schemas.microsoft.com/office/drawing/2014/main" id="{F68E04DD-E6CE-F333-D0B7-01D6CEF09EED}"/>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281" name="ellipse_2101">
              <a:extLst>
                <a:ext uri="{FF2B5EF4-FFF2-40B4-BE49-F238E27FC236}">
                  <a16:creationId xmlns:a16="http://schemas.microsoft.com/office/drawing/2014/main" id="{8E016353-3B45-156E-F3A5-06291EB59A6A}"/>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282" name="ellipse_2102">
              <a:extLst>
                <a:ext uri="{FF2B5EF4-FFF2-40B4-BE49-F238E27FC236}">
                  <a16:creationId xmlns:a16="http://schemas.microsoft.com/office/drawing/2014/main" id="{1442C0A4-7113-987C-43C2-AB6DF6D8D54A}"/>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283" name="ellipse_2103">
              <a:extLst>
                <a:ext uri="{FF2B5EF4-FFF2-40B4-BE49-F238E27FC236}">
                  <a16:creationId xmlns:a16="http://schemas.microsoft.com/office/drawing/2014/main" id="{8B6F0A2E-9710-7A97-A4EA-8D4865289915}"/>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284" name="ellipse_2104">
              <a:extLst>
                <a:ext uri="{FF2B5EF4-FFF2-40B4-BE49-F238E27FC236}">
                  <a16:creationId xmlns:a16="http://schemas.microsoft.com/office/drawing/2014/main" id="{D3A121EB-C045-D302-B987-E058ED02D1D1}"/>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285" name="ellipse_2105">
              <a:extLst>
                <a:ext uri="{FF2B5EF4-FFF2-40B4-BE49-F238E27FC236}">
                  <a16:creationId xmlns:a16="http://schemas.microsoft.com/office/drawing/2014/main" id="{7E7575B4-AE49-D8E2-20AA-DB8BE136390C}"/>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286" name="ellipse_2106">
              <a:extLst>
                <a:ext uri="{FF2B5EF4-FFF2-40B4-BE49-F238E27FC236}">
                  <a16:creationId xmlns:a16="http://schemas.microsoft.com/office/drawing/2014/main" id="{A1AC318E-10FC-D41C-3E00-946B4660E6B1}"/>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287" name="ellipse_2107">
              <a:extLst>
                <a:ext uri="{FF2B5EF4-FFF2-40B4-BE49-F238E27FC236}">
                  <a16:creationId xmlns:a16="http://schemas.microsoft.com/office/drawing/2014/main" id="{502D4FCA-01F9-4338-DD98-593442A51D15}"/>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288" name="ellipse_2108">
              <a:extLst>
                <a:ext uri="{FF2B5EF4-FFF2-40B4-BE49-F238E27FC236}">
                  <a16:creationId xmlns:a16="http://schemas.microsoft.com/office/drawing/2014/main" id="{81FF484E-55B1-7B59-B44B-1BBDCB848ABB}"/>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289" name="ellipse_2109">
              <a:extLst>
                <a:ext uri="{FF2B5EF4-FFF2-40B4-BE49-F238E27FC236}">
                  <a16:creationId xmlns:a16="http://schemas.microsoft.com/office/drawing/2014/main" id="{C729EDB7-5F88-78BC-677C-7A8A772F7203}"/>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290" name="ellipse_2110">
              <a:extLst>
                <a:ext uri="{FF2B5EF4-FFF2-40B4-BE49-F238E27FC236}">
                  <a16:creationId xmlns:a16="http://schemas.microsoft.com/office/drawing/2014/main" id="{57544972-AFAF-1D98-36BA-2CA9618504E6}"/>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291" name="ellipse_2111">
              <a:extLst>
                <a:ext uri="{FF2B5EF4-FFF2-40B4-BE49-F238E27FC236}">
                  <a16:creationId xmlns:a16="http://schemas.microsoft.com/office/drawing/2014/main" id="{FB470BFD-606B-253E-1B6E-48D3D30B213A}"/>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292" name="ellipse_2112">
              <a:extLst>
                <a:ext uri="{FF2B5EF4-FFF2-40B4-BE49-F238E27FC236}">
                  <a16:creationId xmlns:a16="http://schemas.microsoft.com/office/drawing/2014/main" id="{48FA269F-79D8-54B0-86AF-1B6179D3AF51}"/>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293" name="ellipse_2113">
              <a:extLst>
                <a:ext uri="{FF2B5EF4-FFF2-40B4-BE49-F238E27FC236}">
                  <a16:creationId xmlns:a16="http://schemas.microsoft.com/office/drawing/2014/main" id="{AAE13F8E-097A-06C1-5AAF-D7997B505057}"/>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294" name="ellipse_2114">
              <a:extLst>
                <a:ext uri="{FF2B5EF4-FFF2-40B4-BE49-F238E27FC236}">
                  <a16:creationId xmlns:a16="http://schemas.microsoft.com/office/drawing/2014/main" id="{C30F6DA8-BC01-3592-95F4-439AB4C25965}"/>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295" name="ellipse_2115">
              <a:extLst>
                <a:ext uri="{FF2B5EF4-FFF2-40B4-BE49-F238E27FC236}">
                  <a16:creationId xmlns:a16="http://schemas.microsoft.com/office/drawing/2014/main" id="{7B1D936C-8B3C-04C6-A351-BA31AF68C291}"/>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296" name="ellipse_2116">
              <a:extLst>
                <a:ext uri="{FF2B5EF4-FFF2-40B4-BE49-F238E27FC236}">
                  <a16:creationId xmlns:a16="http://schemas.microsoft.com/office/drawing/2014/main" id="{F2B4D21E-4A7F-9BC1-2041-D3D34DD3A2FC}"/>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297" name="ellipse_2117">
              <a:extLst>
                <a:ext uri="{FF2B5EF4-FFF2-40B4-BE49-F238E27FC236}">
                  <a16:creationId xmlns:a16="http://schemas.microsoft.com/office/drawing/2014/main" id="{80EB0153-32E4-22BD-4E0A-2D5C1E604C0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298" name="ellipse_2118">
              <a:extLst>
                <a:ext uri="{FF2B5EF4-FFF2-40B4-BE49-F238E27FC236}">
                  <a16:creationId xmlns:a16="http://schemas.microsoft.com/office/drawing/2014/main" id="{2D9A25DA-9DD7-F560-7AED-064BFE975475}"/>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299" name="ellipse_2119">
              <a:extLst>
                <a:ext uri="{FF2B5EF4-FFF2-40B4-BE49-F238E27FC236}">
                  <a16:creationId xmlns:a16="http://schemas.microsoft.com/office/drawing/2014/main" id="{3C04401D-CE8E-11FB-97AE-2CDD459FCBB2}"/>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300" name="ellipse_2120">
              <a:extLst>
                <a:ext uri="{FF2B5EF4-FFF2-40B4-BE49-F238E27FC236}">
                  <a16:creationId xmlns:a16="http://schemas.microsoft.com/office/drawing/2014/main" id="{4A74FD6E-5436-9FCC-F4F9-AF977461B691}"/>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301" name="ellipse_2121">
              <a:extLst>
                <a:ext uri="{FF2B5EF4-FFF2-40B4-BE49-F238E27FC236}">
                  <a16:creationId xmlns:a16="http://schemas.microsoft.com/office/drawing/2014/main" id="{26EF5D7E-9B41-7894-0533-419AD03D84D0}"/>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302" name="ellipse_2122">
              <a:extLst>
                <a:ext uri="{FF2B5EF4-FFF2-40B4-BE49-F238E27FC236}">
                  <a16:creationId xmlns:a16="http://schemas.microsoft.com/office/drawing/2014/main" id="{3B467CB0-08DF-4007-634F-EE145A14E942}"/>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303" name="ellipse_2123">
              <a:extLst>
                <a:ext uri="{FF2B5EF4-FFF2-40B4-BE49-F238E27FC236}">
                  <a16:creationId xmlns:a16="http://schemas.microsoft.com/office/drawing/2014/main" id="{A1E16E58-5C75-C45A-E782-1BC6E5D9E187}"/>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304" name="ellipse_2124">
              <a:extLst>
                <a:ext uri="{FF2B5EF4-FFF2-40B4-BE49-F238E27FC236}">
                  <a16:creationId xmlns:a16="http://schemas.microsoft.com/office/drawing/2014/main" id="{1BE6DD86-D789-263C-DAB8-A1E2D0C211CB}"/>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305" name="ellipse_2125">
              <a:extLst>
                <a:ext uri="{FF2B5EF4-FFF2-40B4-BE49-F238E27FC236}">
                  <a16:creationId xmlns:a16="http://schemas.microsoft.com/office/drawing/2014/main" id="{65B3F816-E13C-5B22-6899-43DAA415C0E3}"/>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306" name="ellipse_2126">
              <a:extLst>
                <a:ext uri="{FF2B5EF4-FFF2-40B4-BE49-F238E27FC236}">
                  <a16:creationId xmlns:a16="http://schemas.microsoft.com/office/drawing/2014/main" id="{3653DBB0-B88A-A839-F000-4BF16672A2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307" name="ellipse_2127">
              <a:extLst>
                <a:ext uri="{FF2B5EF4-FFF2-40B4-BE49-F238E27FC236}">
                  <a16:creationId xmlns:a16="http://schemas.microsoft.com/office/drawing/2014/main" id="{F51AFEF2-EC19-DA18-3977-CFB0F002DDE7}"/>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308" name="ellipse_2128">
              <a:extLst>
                <a:ext uri="{FF2B5EF4-FFF2-40B4-BE49-F238E27FC236}">
                  <a16:creationId xmlns:a16="http://schemas.microsoft.com/office/drawing/2014/main" id="{32011931-26FB-DFE9-1074-2531E22EF392}"/>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309" name="ellipse_2129">
              <a:extLst>
                <a:ext uri="{FF2B5EF4-FFF2-40B4-BE49-F238E27FC236}">
                  <a16:creationId xmlns:a16="http://schemas.microsoft.com/office/drawing/2014/main" id="{F777BA41-3DE4-77B9-B9B0-EA776DE247A0}"/>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310" name="ellipse_2130">
              <a:extLst>
                <a:ext uri="{FF2B5EF4-FFF2-40B4-BE49-F238E27FC236}">
                  <a16:creationId xmlns:a16="http://schemas.microsoft.com/office/drawing/2014/main" id="{5262D9E8-9B19-DDF3-59E8-BFCDC6E768A6}"/>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311" name="ellipse_2131">
              <a:extLst>
                <a:ext uri="{FF2B5EF4-FFF2-40B4-BE49-F238E27FC236}">
                  <a16:creationId xmlns:a16="http://schemas.microsoft.com/office/drawing/2014/main" id="{36C2A48B-699C-056F-4017-64480C64440C}"/>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312" name="ellipse_2132">
              <a:extLst>
                <a:ext uri="{FF2B5EF4-FFF2-40B4-BE49-F238E27FC236}">
                  <a16:creationId xmlns:a16="http://schemas.microsoft.com/office/drawing/2014/main" id="{8FB35EB0-06F6-2E27-D860-F0CDA382DEEF}"/>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313" name="ellipse_2133">
              <a:extLst>
                <a:ext uri="{FF2B5EF4-FFF2-40B4-BE49-F238E27FC236}">
                  <a16:creationId xmlns:a16="http://schemas.microsoft.com/office/drawing/2014/main" id="{A61971B0-A6BB-27DE-0821-1D4F0CC9ECFD}"/>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314" name="ellipse_2134">
              <a:extLst>
                <a:ext uri="{FF2B5EF4-FFF2-40B4-BE49-F238E27FC236}">
                  <a16:creationId xmlns:a16="http://schemas.microsoft.com/office/drawing/2014/main" id="{09C7FDA8-DFEA-A8E5-44DA-EE6028A33E0F}"/>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315" name="ellipse_2135">
              <a:extLst>
                <a:ext uri="{FF2B5EF4-FFF2-40B4-BE49-F238E27FC236}">
                  <a16:creationId xmlns:a16="http://schemas.microsoft.com/office/drawing/2014/main" id="{D41A1440-0D6B-8961-2A25-860BEAF7D8A9}"/>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316" name="ellipse_2136">
              <a:extLst>
                <a:ext uri="{FF2B5EF4-FFF2-40B4-BE49-F238E27FC236}">
                  <a16:creationId xmlns:a16="http://schemas.microsoft.com/office/drawing/2014/main" id="{FE64AA28-45B1-4E6E-A536-F61BFA5FA2DB}"/>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317" name="ellipse_2137">
              <a:extLst>
                <a:ext uri="{FF2B5EF4-FFF2-40B4-BE49-F238E27FC236}">
                  <a16:creationId xmlns:a16="http://schemas.microsoft.com/office/drawing/2014/main" id="{9377E041-0345-35B5-6757-8762A19F93DD}"/>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318" name="ellipse_2138">
              <a:extLst>
                <a:ext uri="{FF2B5EF4-FFF2-40B4-BE49-F238E27FC236}">
                  <a16:creationId xmlns:a16="http://schemas.microsoft.com/office/drawing/2014/main" id="{CD396680-6983-95D7-E3AC-16E9CC071043}"/>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319" name="ellipse_2139">
              <a:extLst>
                <a:ext uri="{FF2B5EF4-FFF2-40B4-BE49-F238E27FC236}">
                  <a16:creationId xmlns:a16="http://schemas.microsoft.com/office/drawing/2014/main" id="{02CD1589-AB70-15BA-B74E-216ED66CD813}"/>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5837" name="ellipse_2140">
              <a:extLst>
                <a:ext uri="{FF2B5EF4-FFF2-40B4-BE49-F238E27FC236}">
                  <a16:creationId xmlns:a16="http://schemas.microsoft.com/office/drawing/2014/main" id="{C03176B4-6095-6410-19D9-5409E30C1F0F}"/>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5838" name="ellipse_2141">
              <a:extLst>
                <a:ext uri="{FF2B5EF4-FFF2-40B4-BE49-F238E27FC236}">
                  <a16:creationId xmlns:a16="http://schemas.microsoft.com/office/drawing/2014/main" id="{C4FA3AEF-53FF-F41B-EF21-A0CBCDEB3A5E}"/>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5839" name="ellipse_2142">
              <a:extLst>
                <a:ext uri="{FF2B5EF4-FFF2-40B4-BE49-F238E27FC236}">
                  <a16:creationId xmlns:a16="http://schemas.microsoft.com/office/drawing/2014/main" id="{1363B852-4264-D5B3-9E1D-77E639979D6B}"/>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5840" name="ellipse_2143">
              <a:extLst>
                <a:ext uri="{FF2B5EF4-FFF2-40B4-BE49-F238E27FC236}">
                  <a16:creationId xmlns:a16="http://schemas.microsoft.com/office/drawing/2014/main" id="{5C467E28-F4F3-31AA-E08E-FA8277319B54}"/>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5841" name="ellipse_2144">
              <a:extLst>
                <a:ext uri="{FF2B5EF4-FFF2-40B4-BE49-F238E27FC236}">
                  <a16:creationId xmlns:a16="http://schemas.microsoft.com/office/drawing/2014/main" id="{8B891701-1D52-1B41-026B-C73DC8811075}"/>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5842" name="ellipse_2145">
              <a:extLst>
                <a:ext uri="{FF2B5EF4-FFF2-40B4-BE49-F238E27FC236}">
                  <a16:creationId xmlns:a16="http://schemas.microsoft.com/office/drawing/2014/main" id="{810026FC-2916-9AEA-7E85-9F7254AE912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5843" name="ellipse_2146">
              <a:extLst>
                <a:ext uri="{FF2B5EF4-FFF2-40B4-BE49-F238E27FC236}">
                  <a16:creationId xmlns:a16="http://schemas.microsoft.com/office/drawing/2014/main" id="{59AA2342-1EE3-49D1-0FAD-3BB5EAF7472C}"/>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5844" name="ellipse_2147">
              <a:extLst>
                <a:ext uri="{FF2B5EF4-FFF2-40B4-BE49-F238E27FC236}">
                  <a16:creationId xmlns:a16="http://schemas.microsoft.com/office/drawing/2014/main" id="{9FB9E17E-9379-8F12-1AFD-797F3C2960FD}"/>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5845" name="ellipse_2148">
              <a:extLst>
                <a:ext uri="{FF2B5EF4-FFF2-40B4-BE49-F238E27FC236}">
                  <a16:creationId xmlns:a16="http://schemas.microsoft.com/office/drawing/2014/main" id="{A101C845-4CBB-4D15-4675-D6723C380040}"/>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5858" name="ellipse_2149">
              <a:extLst>
                <a:ext uri="{FF2B5EF4-FFF2-40B4-BE49-F238E27FC236}">
                  <a16:creationId xmlns:a16="http://schemas.microsoft.com/office/drawing/2014/main" id="{79F7BFB3-EC6A-8770-0E60-0321EF89EDFB}"/>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5859" name="ellipse_2150">
              <a:extLst>
                <a:ext uri="{FF2B5EF4-FFF2-40B4-BE49-F238E27FC236}">
                  <a16:creationId xmlns:a16="http://schemas.microsoft.com/office/drawing/2014/main" id="{03BA286E-CD6C-76BD-FAF8-69375D33604D}"/>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5860" name="ellipse_2151">
              <a:extLst>
                <a:ext uri="{FF2B5EF4-FFF2-40B4-BE49-F238E27FC236}">
                  <a16:creationId xmlns:a16="http://schemas.microsoft.com/office/drawing/2014/main" id="{790FAC28-6FA0-14E8-BF02-D99F959F67CD}"/>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5861" name="ellipse_2152">
              <a:extLst>
                <a:ext uri="{FF2B5EF4-FFF2-40B4-BE49-F238E27FC236}">
                  <a16:creationId xmlns:a16="http://schemas.microsoft.com/office/drawing/2014/main" id="{13261DD4-9168-7B87-5151-D9B7AF6DC7F4}"/>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5862" name="ellipse_2153">
              <a:extLst>
                <a:ext uri="{FF2B5EF4-FFF2-40B4-BE49-F238E27FC236}">
                  <a16:creationId xmlns:a16="http://schemas.microsoft.com/office/drawing/2014/main" id="{4B6D57B6-754E-3A87-93DF-CCCC259C677A}"/>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5863" name="ellipse_2154">
              <a:extLst>
                <a:ext uri="{FF2B5EF4-FFF2-40B4-BE49-F238E27FC236}">
                  <a16:creationId xmlns:a16="http://schemas.microsoft.com/office/drawing/2014/main" id="{E0865EAE-4735-C32E-4362-8D3A4006AFA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5864" name="ellipse_2155">
              <a:extLst>
                <a:ext uri="{FF2B5EF4-FFF2-40B4-BE49-F238E27FC236}">
                  <a16:creationId xmlns:a16="http://schemas.microsoft.com/office/drawing/2014/main" id="{74A331BF-A24F-A77D-3A81-36BAFE50ED8B}"/>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5865" name="ellipse_2156">
              <a:extLst>
                <a:ext uri="{FF2B5EF4-FFF2-40B4-BE49-F238E27FC236}">
                  <a16:creationId xmlns:a16="http://schemas.microsoft.com/office/drawing/2014/main" id="{47D8C360-4E44-00F2-B24D-F7AC770217DF}"/>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5866" name="ellipse_2157">
              <a:extLst>
                <a:ext uri="{FF2B5EF4-FFF2-40B4-BE49-F238E27FC236}">
                  <a16:creationId xmlns:a16="http://schemas.microsoft.com/office/drawing/2014/main" id="{F4559041-40B0-A564-0EE1-F8618D467D44}"/>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5867" name="ellipse_2158">
              <a:extLst>
                <a:ext uri="{FF2B5EF4-FFF2-40B4-BE49-F238E27FC236}">
                  <a16:creationId xmlns:a16="http://schemas.microsoft.com/office/drawing/2014/main" id="{54A39F1F-98B4-86F0-D71D-6F82B80E797A}"/>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5868" name="ellipse_2159">
              <a:extLst>
                <a:ext uri="{FF2B5EF4-FFF2-40B4-BE49-F238E27FC236}">
                  <a16:creationId xmlns:a16="http://schemas.microsoft.com/office/drawing/2014/main" id="{1111C78D-B1A6-E6CB-C618-C1C9F83E19DE}"/>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5869" name="ellipse_2160">
              <a:extLst>
                <a:ext uri="{FF2B5EF4-FFF2-40B4-BE49-F238E27FC236}">
                  <a16:creationId xmlns:a16="http://schemas.microsoft.com/office/drawing/2014/main" id="{910D3A13-A2D8-ADF8-B3CD-8C98FD7D7443}"/>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5870" name="ellipse_2161">
              <a:extLst>
                <a:ext uri="{FF2B5EF4-FFF2-40B4-BE49-F238E27FC236}">
                  <a16:creationId xmlns:a16="http://schemas.microsoft.com/office/drawing/2014/main" id="{1D4AEE83-2A00-FB30-DDD9-86C2ACD22929}"/>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5871" name="ellipse_2162">
              <a:extLst>
                <a:ext uri="{FF2B5EF4-FFF2-40B4-BE49-F238E27FC236}">
                  <a16:creationId xmlns:a16="http://schemas.microsoft.com/office/drawing/2014/main" id="{B7732615-B877-8AA7-62CB-FB6BFD04C0BC}"/>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5872" name="ellipse_2163">
              <a:extLst>
                <a:ext uri="{FF2B5EF4-FFF2-40B4-BE49-F238E27FC236}">
                  <a16:creationId xmlns:a16="http://schemas.microsoft.com/office/drawing/2014/main" id="{33385555-E87D-F99A-40C2-869598D804D6}"/>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5873" name="ellipse_2164">
              <a:extLst>
                <a:ext uri="{FF2B5EF4-FFF2-40B4-BE49-F238E27FC236}">
                  <a16:creationId xmlns:a16="http://schemas.microsoft.com/office/drawing/2014/main" id="{DCD8FD8F-7102-C240-2909-E24EC103D08B}"/>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5874" name="ellipse_2165">
              <a:extLst>
                <a:ext uri="{FF2B5EF4-FFF2-40B4-BE49-F238E27FC236}">
                  <a16:creationId xmlns:a16="http://schemas.microsoft.com/office/drawing/2014/main" id="{33FAED1C-713E-9246-6AC5-904006850E17}"/>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5875" name="ellipse_2166">
              <a:extLst>
                <a:ext uri="{FF2B5EF4-FFF2-40B4-BE49-F238E27FC236}">
                  <a16:creationId xmlns:a16="http://schemas.microsoft.com/office/drawing/2014/main" id="{87EAB3E1-A0FE-CE19-04E9-DE186A4CE610}"/>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5876" name="ellipse_2167">
              <a:extLst>
                <a:ext uri="{FF2B5EF4-FFF2-40B4-BE49-F238E27FC236}">
                  <a16:creationId xmlns:a16="http://schemas.microsoft.com/office/drawing/2014/main" id="{600142B0-01A7-96CA-39B3-C794595FE8CF}"/>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5877" name="ellipse_2168">
              <a:extLst>
                <a:ext uri="{FF2B5EF4-FFF2-40B4-BE49-F238E27FC236}">
                  <a16:creationId xmlns:a16="http://schemas.microsoft.com/office/drawing/2014/main" id="{689AA887-DB74-E246-D8F6-D8B211DBEC5F}"/>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5878" name="ellipse_2169">
              <a:extLst>
                <a:ext uri="{FF2B5EF4-FFF2-40B4-BE49-F238E27FC236}">
                  <a16:creationId xmlns:a16="http://schemas.microsoft.com/office/drawing/2014/main" id="{F97BB349-23E7-3409-9A4E-68923DBA0FEB}"/>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5879" name="ellipse_2170">
              <a:extLst>
                <a:ext uri="{FF2B5EF4-FFF2-40B4-BE49-F238E27FC236}">
                  <a16:creationId xmlns:a16="http://schemas.microsoft.com/office/drawing/2014/main" id="{C3D7A0C4-0333-F56A-86D0-BA5B13A33EF3}"/>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5880" name="ellipse_2171">
              <a:extLst>
                <a:ext uri="{FF2B5EF4-FFF2-40B4-BE49-F238E27FC236}">
                  <a16:creationId xmlns:a16="http://schemas.microsoft.com/office/drawing/2014/main" id="{FD0533E6-959E-17D2-E07D-308F6C550323}"/>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5881" name="ellipse_2172">
              <a:extLst>
                <a:ext uri="{FF2B5EF4-FFF2-40B4-BE49-F238E27FC236}">
                  <a16:creationId xmlns:a16="http://schemas.microsoft.com/office/drawing/2014/main" id="{8D8C58E0-8779-F69B-AA60-5740C0194679}"/>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5882" name="ellipse_2173">
              <a:extLst>
                <a:ext uri="{FF2B5EF4-FFF2-40B4-BE49-F238E27FC236}">
                  <a16:creationId xmlns:a16="http://schemas.microsoft.com/office/drawing/2014/main" id="{FD635375-D93D-7DF5-B6CC-66031F567E84}"/>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5883" name="ellipse_2174">
              <a:extLst>
                <a:ext uri="{FF2B5EF4-FFF2-40B4-BE49-F238E27FC236}">
                  <a16:creationId xmlns:a16="http://schemas.microsoft.com/office/drawing/2014/main" id="{9FAB138C-F951-0F40-7E39-F3959541E15E}"/>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5884" name="ellipse_2175">
              <a:extLst>
                <a:ext uri="{FF2B5EF4-FFF2-40B4-BE49-F238E27FC236}">
                  <a16:creationId xmlns:a16="http://schemas.microsoft.com/office/drawing/2014/main" id="{9FA1BDBB-4AED-9C9B-1C61-0167217CFC30}"/>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5885" name="ellipse_2176">
              <a:extLst>
                <a:ext uri="{FF2B5EF4-FFF2-40B4-BE49-F238E27FC236}">
                  <a16:creationId xmlns:a16="http://schemas.microsoft.com/office/drawing/2014/main" id="{84B3FCC5-C8F4-24D2-C3A8-65E9FC417D9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5886" name="ellipse_2177">
              <a:extLst>
                <a:ext uri="{FF2B5EF4-FFF2-40B4-BE49-F238E27FC236}">
                  <a16:creationId xmlns:a16="http://schemas.microsoft.com/office/drawing/2014/main" id="{F31C169F-CD19-0BC3-BBE0-EB31E8021F6B}"/>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5887" name="ellipse_2178">
              <a:extLst>
                <a:ext uri="{FF2B5EF4-FFF2-40B4-BE49-F238E27FC236}">
                  <a16:creationId xmlns:a16="http://schemas.microsoft.com/office/drawing/2014/main" id="{8EC09E67-EA0A-067F-44F0-32C6B4ED1318}"/>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384" name="ellipse_2179">
              <a:extLst>
                <a:ext uri="{FF2B5EF4-FFF2-40B4-BE49-F238E27FC236}">
                  <a16:creationId xmlns:a16="http://schemas.microsoft.com/office/drawing/2014/main" id="{C736D66E-5D8D-913B-23FD-B3AB235FAF62}"/>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385" name="ellipse_2180">
              <a:extLst>
                <a:ext uri="{FF2B5EF4-FFF2-40B4-BE49-F238E27FC236}">
                  <a16:creationId xmlns:a16="http://schemas.microsoft.com/office/drawing/2014/main" id="{F93AC790-0EA3-9C04-88C3-4BC8764EC028}"/>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386" name="ellipse_2181">
              <a:extLst>
                <a:ext uri="{FF2B5EF4-FFF2-40B4-BE49-F238E27FC236}">
                  <a16:creationId xmlns:a16="http://schemas.microsoft.com/office/drawing/2014/main" id="{83BB4065-6609-BB16-A0DF-3FA5AA4E94A5}"/>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387" name="ellipse_2182">
              <a:extLst>
                <a:ext uri="{FF2B5EF4-FFF2-40B4-BE49-F238E27FC236}">
                  <a16:creationId xmlns:a16="http://schemas.microsoft.com/office/drawing/2014/main" id="{26151F12-60BA-27D4-8CA7-284D63C40F0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388" name="ellipse_2183">
              <a:extLst>
                <a:ext uri="{FF2B5EF4-FFF2-40B4-BE49-F238E27FC236}">
                  <a16:creationId xmlns:a16="http://schemas.microsoft.com/office/drawing/2014/main" id="{0E6410B2-A55F-3BA7-4250-2DF26520ED11}"/>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389" name="ellipse_2184">
              <a:extLst>
                <a:ext uri="{FF2B5EF4-FFF2-40B4-BE49-F238E27FC236}">
                  <a16:creationId xmlns:a16="http://schemas.microsoft.com/office/drawing/2014/main" id="{B361E82B-55D1-68B1-9E4A-21490C7E4F2E}"/>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390" name="ellipse_2185">
              <a:extLst>
                <a:ext uri="{FF2B5EF4-FFF2-40B4-BE49-F238E27FC236}">
                  <a16:creationId xmlns:a16="http://schemas.microsoft.com/office/drawing/2014/main" id="{7F4B86A6-B234-AF3A-CF6E-BB1FDD289A72}"/>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391" name="ellipse_2186">
              <a:extLst>
                <a:ext uri="{FF2B5EF4-FFF2-40B4-BE49-F238E27FC236}">
                  <a16:creationId xmlns:a16="http://schemas.microsoft.com/office/drawing/2014/main" id="{93D13B56-8E19-F763-2B20-914FFABD55D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392" name="ellipse_2187">
              <a:extLst>
                <a:ext uri="{FF2B5EF4-FFF2-40B4-BE49-F238E27FC236}">
                  <a16:creationId xmlns:a16="http://schemas.microsoft.com/office/drawing/2014/main" id="{F7BFFCD0-098E-0AE4-FBA3-E273D253FAFC}"/>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393" name="ellipse_2188">
              <a:extLst>
                <a:ext uri="{FF2B5EF4-FFF2-40B4-BE49-F238E27FC236}">
                  <a16:creationId xmlns:a16="http://schemas.microsoft.com/office/drawing/2014/main" id="{E64B562D-1325-15AE-21B9-98C68F26EDBF}"/>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395" name="ellipse_2189">
              <a:extLst>
                <a:ext uri="{FF2B5EF4-FFF2-40B4-BE49-F238E27FC236}">
                  <a16:creationId xmlns:a16="http://schemas.microsoft.com/office/drawing/2014/main" id="{C5BB4638-2AD9-A67D-2308-A48656BFC445}"/>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396" name="ellipse_2190">
              <a:extLst>
                <a:ext uri="{FF2B5EF4-FFF2-40B4-BE49-F238E27FC236}">
                  <a16:creationId xmlns:a16="http://schemas.microsoft.com/office/drawing/2014/main" id="{DB858E13-8764-75E8-8526-D57598262326}"/>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397" name="ellipse_2191">
              <a:extLst>
                <a:ext uri="{FF2B5EF4-FFF2-40B4-BE49-F238E27FC236}">
                  <a16:creationId xmlns:a16="http://schemas.microsoft.com/office/drawing/2014/main" id="{C6473DBC-D4F0-57D2-893C-816FAE7DFE31}"/>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398" name="ellipse_2192">
              <a:extLst>
                <a:ext uri="{FF2B5EF4-FFF2-40B4-BE49-F238E27FC236}">
                  <a16:creationId xmlns:a16="http://schemas.microsoft.com/office/drawing/2014/main" id="{1CAE6E7D-3F2C-42DB-30CE-878C33EDC3DB}"/>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399" name="ellipse_2193">
              <a:extLst>
                <a:ext uri="{FF2B5EF4-FFF2-40B4-BE49-F238E27FC236}">
                  <a16:creationId xmlns:a16="http://schemas.microsoft.com/office/drawing/2014/main" id="{FB7A1CB5-5531-4D52-F1CF-C4C8F7610CE4}"/>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400" name="ellipse_2194">
              <a:extLst>
                <a:ext uri="{FF2B5EF4-FFF2-40B4-BE49-F238E27FC236}">
                  <a16:creationId xmlns:a16="http://schemas.microsoft.com/office/drawing/2014/main" id="{6A635B68-8690-1DAE-6BE6-0AB47ABB63C1}"/>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401" name="ellipse_2195">
              <a:extLst>
                <a:ext uri="{FF2B5EF4-FFF2-40B4-BE49-F238E27FC236}">
                  <a16:creationId xmlns:a16="http://schemas.microsoft.com/office/drawing/2014/main" id="{1085E1CB-A0FC-87CF-9089-8FE0C6369E6F}"/>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402" name="ellipse_2196">
              <a:extLst>
                <a:ext uri="{FF2B5EF4-FFF2-40B4-BE49-F238E27FC236}">
                  <a16:creationId xmlns:a16="http://schemas.microsoft.com/office/drawing/2014/main" id="{AF02D5A2-EBE2-CA21-A356-94FCA079A312}"/>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403" name="ellipse_2197">
              <a:extLst>
                <a:ext uri="{FF2B5EF4-FFF2-40B4-BE49-F238E27FC236}">
                  <a16:creationId xmlns:a16="http://schemas.microsoft.com/office/drawing/2014/main" id="{F2F28C90-70C4-0836-8279-6CEF9EA26758}"/>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404" name="ellipse_2198">
              <a:extLst>
                <a:ext uri="{FF2B5EF4-FFF2-40B4-BE49-F238E27FC236}">
                  <a16:creationId xmlns:a16="http://schemas.microsoft.com/office/drawing/2014/main" id="{4A66DE51-F13F-3C97-9FFD-CF8D1DF7ADCC}"/>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405" name="ellipse_2199">
              <a:extLst>
                <a:ext uri="{FF2B5EF4-FFF2-40B4-BE49-F238E27FC236}">
                  <a16:creationId xmlns:a16="http://schemas.microsoft.com/office/drawing/2014/main" id="{7815FD3C-09C8-ED66-DA8E-74E3808EF5DF}"/>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406" name="ellipse_2200">
              <a:extLst>
                <a:ext uri="{FF2B5EF4-FFF2-40B4-BE49-F238E27FC236}">
                  <a16:creationId xmlns:a16="http://schemas.microsoft.com/office/drawing/2014/main" id="{6B86DF60-870D-C80E-5A68-CDAE82870523}"/>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407" name="ellipse_2201">
              <a:extLst>
                <a:ext uri="{FF2B5EF4-FFF2-40B4-BE49-F238E27FC236}">
                  <a16:creationId xmlns:a16="http://schemas.microsoft.com/office/drawing/2014/main" id="{8A912D51-8093-668C-66A2-213E55B5655E}"/>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408" name="ellipse_2202">
              <a:extLst>
                <a:ext uri="{FF2B5EF4-FFF2-40B4-BE49-F238E27FC236}">
                  <a16:creationId xmlns:a16="http://schemas.microsoft.com/office/drawing/2014/main" id="{C60DA08F-C6BD-47E5-63E5-7E17BB9C5883}"/>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409" name="ellipse_2203">
              <a:extLst>
                <a:ext uri="{FF2B5EF4-FFF2-40B4-BE49-F238E27FC236}">
                  <a16:creationId xmlns:a16="http://schemas.microsoft.com/office/drawing/2014/main" id="{A8B866C8-61DB-3AD3-4B75-D3729E66C782}"/>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410" name="ellipse_2204">
              <a:extLst>
                <a:ext uri="{FF2B5EF4-FFF2-40B4-BE49-F238E27FC236}">
                  <a16:creationId xmlns:a16="http://schemas.microsoft.com/office/drawing/2014/main" id="{B24C5CEA-9CBA-F917-65AD-B25BF929B3D8}"/>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411" name="ellipse_2205">
              <a:extLst>
                <a:ext uri="{FF2B5EF4-FFF2-40B4-BE49-F238E27FC236}">
                  <a16:creationId xmlns:a16="http://schemas.microsoft.com/office/drawing/2014/main" id="{BACB1467-059B-F506-0DCD-B0F99D66CEC5}"/>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412" name="ellipse_2206">
              <a:extLst>
                <a:ext uri="{FF2B5EF4-FFF2-40B4-BE49-F238E27FC236}">
                  <a16:creationId xmlns:a16="http://schemas.microsoft.com/office/drawing/2014/main" id="{D9792C94-E57E-ED92-6DCE-7BBEC24E71DC}"/>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413" name="ellipse_2207">
              <a:extLst>
                <a:ext uri="{FF2B5EF4-FFF2-40B4-BE49-F238E27FC236}">
                  <a16:creationId xmlns:a16="http://schemas.microsoft.com/office/drawing/2014/main" id="{DBEA239C-237D-A960-C0D7-75FFB41CCCCD}"/>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414" name="ellipse_2208">
              <a:extLst>
                <a:ext uri="{FF2B5EF4-FFF2-40B4-BE49-F238E27FC236}">
                  <a16:creationId xmlns:a16="http://schemas.microsoft.com/office/drawing/2014/main" id="{4035FD36-AEC3-D541-7DD5-A6B774645989}"/>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415" name="ellipse_2209">
              <a:extLst>
                <a:ext uri="{FF2B5EF4-FFF2-40B4-BE49-F238E27FC236}">
                  <a16:creationId xmlns:a16="http://schemas.microsoft.com/office/drawing/2014/main" id="{141A1A5E-3255-95B4-DBB2-EBF0E856D233}"/>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416" name="ellipse_2210">
              <a:extLst>
                <a:ext uri="{FF2B5EF4-FFF2-40B4-BE49-F238E27FC236}">
                  <a16:creationId xmlns:a16="http://schemas.microsoft.com/office/drawing/2014/main" id="{F813A291-969B-68C4-608C-3AB6017A9AE8}"/>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417" name="ellipse_2211">
              <a:extLst>
                <a:ext uri="{FF2B5EF4-FFF2-40B4-BE49-F238E27FC236}">
                  <a16:creationId xmlns:a16="http://schemas.microsoft.com/office/drawing/2014/main" id="{1033800A-078B-E984-4E95-980C9B4B4F58}"/>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418" name="ellipse_2212">
              <a:extLst>
                <a:ext uri="{FF2B5EF4-FFF2-40B4-BE49-F238E27FC236}">
                  <a16:creationId xmlns:a16="http://schemas.microsoft.com/office/drawing/2014/main" id="{21A81D02-A36B-9F2A-93DD-4877EBADB593}"/>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419" name="ellipse_2213">
              <a:extLst>
                <a:ext uri="{FF2B5EF4-FFF2-40B4-BE49-F238E27FC236}">
                  <a16:creationId xmlns:a16="http://schemas.microsoft.com/office/drawing/2014/main" id="{0439EBE7-19B8-5C69-B5F7-5B0F4E9E2E41}"/>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420" name="ellipse_2214">
              <a:extLst>
                <a:ext uri="{FF2B5EF4-FFF2-40B4-BE49-F238E27FC236}">
                  <a16:creationId xmlns:a16="http://schemas.microsoft.com/office/drawing/2014/main" id="{18C6F065-F3E9-2969-5E53-E90400F5728A}"/>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421" name="ellipse_2215">
              <a:extLst>
                <a:ext uri="{FF2B5EF4-FFF2-40B4-BE49-F238E27FC236}">
                  <a16:creationId xmlns:a16="http://schemas.microsoft.com/office/drawing/2014/main" id="{EBC4EDE9-F944-93B8-4262-72AD757C354B}"/>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422" name="ellipse_2216">
              <a:extLst>
                <a:ext uri="{FF2B5EF4-FFF2-40B4-BE49-F238E27FC236}">
                  <a16:creationId xmlns:a16="http://schemas.microsoft.com/office/drawing/2014/main" id="{E6BB7F12-A433-0649-5C01-FD04D10B05B4}"/>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423" name="ellipse_2217">
              <a:extLst>
                <a:ext uri="{FF2B5EF4-FFF2-40B4-BE49-F238E27FC236}">
                  <a16:creationId xmlns:a16="http://schemas.microsoft.com/office/drawing/2014/main" id="{D5881455-8030-D0F4-91EA-21EBA52A48A5}"/>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424" name="ellipse_2218">
              <a:extLst>
                <a:ext uri="{FF2B5EF4-FFF2-40B4-BE49-F238E27FC236}">
                  <a16:creationId xmlns:a16="http://schemas.microsoft.com/office/drawing/2014/main" id="{70D111D1-0091-BEC4-E9A4-25817D590CBB}"/>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425" name="ellipse_2219">
              <a:extLst>
                <a:ext uri="{FF2B5EF4-FFF2-40B4-BE49-F238E27FC236}">
                  <a16:creationId xmlns:a16="http://schemas.microsoft.com/office/drawing/2014/main" id="{9A39B956-8878-75D6-F52B-047F5D3A2508}"/>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426" name="ellipse_2220">
              <a:extLst>
                <a:ext uri="{FF2B5EF4-FFF2-40B4-BE49-F238E27FC236}">
                  <a16:creationId xmlns:a16="http://schemas.microsoft.com/office/drawing/2014/main" id="{DB404BDE-9261-C955-9964-97527ED3BE39}"/>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427" name="ellipse_2221">
              <a:extLst>
                <a:ext uri="{FF2B5EF4-FFF2-40B4-BE49-F238E27FC236}">
                  <a16:creationId xmlns:a16="http://schemas.microsoft.com/office/drawing/2014/main" id="{0A934264-1B5E-344B-74D9-5E853803CE95}"/>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428" name="ellipse_2222">
              <a:extLst>
                <a:ext uri="{FF2B5EF4-FFF2-40B4-BE49-F238E27FC236}">
                  <a16:creationId xmlns:a16="http://schemas.microsoft.com/office/drawing/2014/main" id="{2DD3DAE8-A158-5A1A-7EF7-519C0D1FC1CF}"/>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429" name="ellipse_2223">
              <a:extLst>
                <a:ext uri="{FF2B5EF4-FFF2-40B4-BE49-F238E27FC236}">
                  <a16:creationId xmlns:a16="http://schemas.microsoft.com/office/drawing/2014/main" id="{36C7551F-EF99-2405-B4A1-8CE359985048}"/>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430" name="ellipse_2224">
              <a:extLst>
                <a:ext uri="{FF2B5EF4-FFF2-40B4-BE49-F238E27FC236}">
                  <a16:creationId xmlns:a16="http://schemas.microsoft.com/office/drawing/2014/main" id="{FB988A5F-C553-9D11-01C3-076940532BCF}"/>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431" name="ellipse_2225">
              <a:extLst>
                <a:ext uri="{FF2B5EF4-FFF2-40B4-BE49-F238E27FC236}">
                  <a16:creationId xmlns:a16="http://schemas.microsoft.com/office/drawing/2014/main" id="{AC3D0659-ED04-BBDD-7049-5FD599BFAA84}"/>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432" name="ellipse_2226">
              <a:extLst>
                <a:ext uri="{FF2B5EF4-FFF2-40B4-BE49-F238E27FC236}">
                  <a16:creationId xmlns:a16="http://schemas.microsoft.com/office/drawing/2014/main" id="{9C165E6F-AB45-44AE-12CD-A9BDF5C65C1C}"/>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433" name="ellipse_2227">
              <a:extLst>
                <a:ext uri="{FF2B5EF4-FFF2-40B4-BE49-F238E27FC236}">
                  <a16:creationId xmlns:a16="http://schemas.microsoft.com/office/drawing/2014/main" id="{A7F8F123-2DB3-394A-41B0-24A3F996A08A}"/>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434" name="ellipse_2228">
              <a:extLst>
                <a:ext uri="{FF2B5EF4-FFF2-40B4-BE49-F238E27FC236}">
                  <a16:creationId xmlns:a16="http://schemas.microsoft.com/office/drawing/2014/main" id="{083624BA-7049-EAB0-BD33-17D1850B6218}"/>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435" name="ellipse_2229">
              <a:extLst>
                <a:ext uri="{FF2B5EF4-FFF2-40B4-BE49-F238E27FC236}">
                  <a16:creationId xmlns:a16="http://schemas.microsoft.com/office/drawing/2014/main" id="{978E1207-1311-6B0E-9135-A1BFFAB5B5A9}"/>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436" name="ellipse_2230">
              <a:extLst>
                <a:ext uri="{FF2B5EF4-FFF2-40B4-BE49-F238E27FC236}">
                  <a16:creationId xmlns:a16="http://schemas.microsoft.com/office/drawing/2014/main" id="{217CF1AB-6F91-739C-44BA-64F33CDD67B0}"/>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437" name="ellipse_2231">
              <a:extLst>
                <a:ext uri="{FF2B5EF4-FFF2-40B4-BE49-F238E27FC236}">
                  <a16:creationId xmlns:a16="http://schemas.microsoft.com/office/drawing/2014/main" id="{A7309E56-6C06-21F8-6F33-BD380E4989F5}"/>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438" name="ellipse_2232">
              <a:extLst>
                <a:ext uri="{FF2B5EF4-FFF2-40B4-BE49-F238E27FC236}">
                  <a16:creationId xmlns:a16="http://schemas.microsoft.com/office/drawing/2014/main" id="{87C7E8C0-671B-9F32-E8E5-46737212C15B}"/>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439" name="ellipse_2233">
              <a:extLst>
                <a:ext uri="{FF2B5EF4-FFF2-40B4-BE49-F238E27FC236}">
                  <a16:creationId xmlns:a16="http://schemas.microsoft.com/office/drawing/2014/main" id="{F5B953E5-8DC6-9908-1A54-455CB420E5B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440" name="ellipse_2234">
              <a:extLst>
                <a:ext uri="{FF2B5EF4-FFF2-40B4-BE49-F238E27FC236}">
                  <a16:creationId xmlns:a16="http://schemas.microsoft.com/office/drawing/2014/main" id="{2DB19372-D686-74EC-7CF1-59B9D2525B3F}"/>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441" name="ellipse_2235">
              <a:extLst>
                <a:ext uri="{FF2B5EF4-FFF2-40B4-BE49-F238E27FC236}">
                  <a16:creationId xmlns:a16="http://schemas.microsoft.com/office/drawing/2014/main" id="{D79E1FB3-59BA-BECC-7CFD-01A6F6CE7EFB}"/>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442" name="ellipse_2236">
              <a:extLst>
                <a:ext uri="{FF2B5EF4-FFF2-40B4-BE49-F238E27FC236}">
                  <a16:creationId xmlns:a16="http://schemas.microsoft.com/office/drawing/2014/main" id="{D7D7B5FC-4045-B8E1-93D9-0CDDEB296233}"/>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443" name="ellipse_2237">
              <a:extLst>
                <a:ext uri="{FF2B5EF4-FFF2-40B4-BE49-F238E27FC236}">
                  <a16:creationId xmlns:a16="http://schemas.microsoft.com/office/drawing/2014/main" id="{F4543D97-CD4E-B9B1-7A4A-24CF3B38CEE8}"/>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444" name="ellipse_2238">
              <a:extLst>
                <a:ext uri="{FF2B5EF4-FFF2-40B4-BE49-F238E27FC236}">
                  <a16:creationId xmlns:a16="http://schemas.microsoft.com/office/drawing/2014/main" id="{D74F0C44-7C5F-D05A-EA8F-DBE64FF7370E}"/>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445" name="ellipse_2239">
              <a:extLst>
                <a:ext uri="{FF2B5EF4-FFF2-40B4-BE49-F238E27FC236}">
                  <a16:creationId xmlns:a16="http://schemas.microsoft.com/office/drawing/2014/main" id="{047B235C-9006-06A6-B0E4-A539A2DBC336}"/>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446" name="ellipse_2240">
              <a:extLst>
                <a:ext uri="{FF2B5EF4-FFF2-40B4-BE49-F238E27FC236}">
                  <a16:creationId xmlns:a16="http://schemas.microsoft.com/office/drawing/2014/main" id="{C172E356-A7EE-D886-BF61-26454FD385B3}"/>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447" name="ellipse_2241">
              <a:extLst>
                <a:ext uri="{FF2B5EF4-FFF2-40B4-BE49-F238E27FC236}">
                  <a16:creationId xmlns:a16="http://schemas.microsoft.com/office/drawing/2014/main" id="{C50FCDC9-12D8-330D-CD31-C4FDF3F85861}"/>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3162" name="ellipse_2242">
              <a:extLst>
                <a:ext uri="{FF2B5EF4-FFF2-40B4-BE49-F238E27FC236}">
                  <a16:creationId xmlns:a16="http://schemas.microsoft.com/office/drawing/2014/main" id="{1FD33B0D-45B5-C571-909A-AE799F024ED7}"/>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3163" name="ellipse_2243">
              <a:extLst>
                <a:ext uri="{FF2B5EF4-FFF2-40B4-BE49-F238E27FC236}">
                  <a16:creationId xmlns:a16="http://schemas.microsoft.com/office/drawing/2014/main" id="{9CD25010-F694-ACB6-AB42-01DF620C9E85}"/>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3164" name="ellipse_2244">
              <a:extLst>
                <a:ext uri="{FF2B5EF4-FFF2-40B4-BE49-F238E27FC236}">
                  <a16:creationId xmlns:a16="http://schemas.microsoft.com/office/drawing/2014/main" id="{939F1F67-85DE-3AAA-206C-C1BC5E7C2085}"/>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3165" name="ellipse_2245">
              <a:extLst>
                <a:ext uri="{FF2B5EF4-FFF2-40B4-BE49-F238E27FC236}">
                  <a16:creationId xmlns:a16="http://schemas.microsoft.com/office/drawing/2014/main" id="{C9806352-68DA-65F6-B755-5002601C36F3}"/>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3166" name="ellipse_2246">
              <a:extLst>
                <a:ext uri="{FF2B5EF4-FFF2-40B4-BE49-F238E27FC236}">
                  <a16:creationId xmlns:a16="http://schemas.microsoft.com/office/drawing/2014/main" id="{ADAE72CC-0219-6E75-9BA3-8FE5D0B1BDBB}"/>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3167" name="ellipse_2247">
              <a:extLst>
                <a:ext uri="{FF2B5EF4-FFF2-40B4-BE49-F238E27FC236}">
                  <a16:creationId xmlns:a16="http://schemas.microsoft.com/office/drawing/2014/main" id="{D7FD5162-4837-B6F0-9059-870E74930BAE}"/>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3169" name="ellipse_2248">
              <a:extLst>
                <a:ext uri="{FF2B5EF4-FFF2-40B4-BE49-F238E27FC236}">
                  <a16:creationId xmlns:a16="http://schemas.microsoft.com/office/drawing/2014/main" id="{0DEADCD0-F250-ECFF-C852-14C9279686B2}"/>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3170" name="ellipse_2249">
              <a:extLst>
                <a:ext uri="{FF2B5EF4-FFF2-40B4-BE49-F238E27FC236}">
                  <a16:creationId xmlns:a16="http://schemas.microsoft.com/office/drawing/2014/main" id="{87629320-6F60-E96F-A00A-7062A73ED8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3171" name="ellipse_2250">
              <a:extLst>
                <a:ext uri="{FF2B5EF4-FFF2-40B4-BE49-F238E27FC236}">
                  <a16:creationId xmlns:a16="http://schemas.microsoft.com/office/drawing/2014/main" id="{BCE4CF1B-D7B8-2340-7DEA-6DFB317A60C0}"/>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3172" name="ellipse_2251">
              <a:extLst>
                <a:ext uri="{FF2B5EF4-FFF2-40B4-BE49-F238E27FC236}">
                  <a16:creationId xmlns:a16="http://schemas.microsoft.com/office/drawing/2014/main" id="{98C1CDAA-9FE9-5F47-662E-0629745802E5}"/>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3173" name="ellipse_2252">
              <a:extLst>
                <a:ext uri="{FF2B5EF4-FFF2-40B4-BE49-F238E27FC236}">
                  <a16:creationId xmlns:a16="http://schemas.microsoft.com/office/drawing/2014/main" id="{1AB36F44-1997-6208-9BF3-71A0A5A48DEB}"/>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3174" name="ellipse_2253">
              <a:extLst>
                <a:ext uri="{FF2B5EF4-FFF2-40B4-BE49-F238E27FC236}">
                  <a16:creationId xmlns:a16="http://schemas.microsoft.com/office/drawing/2014/main" id="{3A17BB28-A8A3-95C4-907E-4713FCE3E8B6}"/>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3175" name="ellipse_2254">
              <a:extLst>
                <a:ext uri="{FF2B5EF4-FFF2-40B4-BE49-F238E27FC236}">
                  <a16:creationId xmlns:a16="http://schemas.microsoft.com/office/drawing/2014/main" id="{5B222152-D8C1-6F00-5C73-BB2E0CFEB99D}"/>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3176" name="ellipse_2255">
              <a:extLst>
                <a:ext uri="{FF2B5EF4-FFF2-40B4-BE49-F238E27FC236}">
                  <a16:creationId xmlns:a16="http://schemas.microsoft.com/office/drawing/2014/main" id="{2E8E19E9-F208-2F99-6AE9-B72B043BD14A}"/>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3177" name="ellipse_2256">
              <a:extLst>
                <a:ext uri="{FF2B5EF4-FFF2-40B4-BE49-F238E27FC236}">
                  <a16:creationId xmlns:a16="http://schemas.microsoft.com/office/drawing/2014/main" id="{F5C759B4-6D5F-3ADF-C6A1-B5EEE0CDFCA8}"/>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3178" name="ellipse_2257">
              <a:extLst>
                <a:ext uri="{FF2B5EF4-FFF2-40B4-BE49-F238E27FC236}">
                  <a16:creationId xmlns:a16="http://schemas.microsoft.com/office/drawing/2014/main" id="{D19C7297-EB21-40BA-1804-FBC6B66B554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3179" name="ellipse_2258">
              <a:extLst>
                <a:ext uri="{FF2B5EF4-FFF2-40B4-BE49-F238E27FC236}">
                  <a16:creationId xmlns:a16="http://schemas.microsoft.com/office/drawing/2014/main" id="{3C0ED1FB-30B8-DB81-C51B-EB2BCD613F59}"/>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3180" name="ellipse_2259">
              <a:extLst>
                <a:ext uri="{FF2B5EF4-FFF2-40B4-BE49-F238E27FC236}">
                  <a16:creationId xmlns:a16="http://schemas.microsoft.com/office/drawing/2014/main" id="{305C5674-09A4-9069-2A65-089E280B949F}"/>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3181" name="ellipse_2260">
              <a:extLst>
                <a:ext uri="{FF2B5EF4-FFF2-40B4-BE49-F238E27FC236}">
                  <a16:creationId xmlns:a16="http://schemas.microsoft.com/office/drawing/2014/main" id="{7C7D2D8B-D0C2-13C7-59C8-B3D0A2DA8CAF}"/>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3182" name="ellipse_2261">
              <a:extLst>
                <a:ext uri="{FF2B5EF4-FFF2-40B4-BE49-F238E27FC236}">
                  <a16:creationId xmlns:a16="http://schemas.microsoft.com/office/drawing/2014/main" id="{E317AA84-55B5-974E-EDE0-C081367FCA66}"/>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3183" name="ellipse_2262">
              <a:extLst>
                <a:ext uri="{FF2B5EF4-FFF2-40B4-BE49-F238E27FC236}">
                  <a16:creationId xmlns:a16="http://schemas.microsoft.com/office/drawing/2014/main" id="{C9068CAC-798C-665A-793A-97C36C77F249}"/>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3184" name="ellipse_2263">
              <a:extLst>
                <a:ext uri="{FF2B5EF4-FFF2-40B4-BE49-F238E27FC236}">
                  <a16:creationId xmlns:a16="http://schemas.microsoft.com/office/drawing/2014/main" id="{7ED8C23F-62A4-3106-3CDA-1095F9512279}"/>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3185" name="ellipse_2264">
              <a:extLst>
                <a:ext uri="{FF2B5EF4-FFF2-40B4-BE49-F238E27FC236}">
                  <a16:creationId xmlns:a16="http://schemas.microsoft.com/office/drawing/2014/main" id="{476888BD-7B7C-AB45-90D7-B880863E542A}"/>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3186" name="ellipse_2265">
              <a:extLst>
                <a:ext uri="{FF2B5EF4-FFF2-40B4-BE49-F238E27FC236}">
                  <a16:creationId xmlns:a16="http://schemas.microsoft.com/office/drawing/2014/main" id="{26D69F41-A76F-9761-6341-FF8B6F59FCA0}"/>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3187" name="ellipse_2266">
              <a:extLst>
                <a:ext uri="{FF2B5EF4-FFF2-40B4-BE49-F238E27FC236}">
                  <a16:creationId xmlns:a16="http://schemas.microsoft.com/office/drawing/2014/main" id="{18883DDC-5AA4-ADD6-DD98-B66289C09FE0}"/>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3188" name="ellipse_2267">
              <a:extLst>
                <a:ext uri="{FF2B5EF4-FFF2-40B4-BE49-F238E27FC236}">
                  <a16:creationId xmlns:a16="http://schemas.microsoft.com/office/drawing/2014/main" id="{541E321B-9597-3911-C873-C4C7A6A7E25F}"/>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3189" name="ellipse_2268">
              <a:extLst>
                <a:ext uri="{FF2B5EF4-FFF2-40B4-BE49-F238E27FC236}">
                  <a16:creationId xmlns:a16="http://schemas.microsoft.com/office/drawing/2014/main" id="{D07C2A95-B96F-2042-DF9E-7A2D33A946EC}"/>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3190" name="ellipse_2269">
              <a:extLst>
                <a:ext uri="{FF2B5EF4-FFF2-40B4-BE49-F238E27FC236}">
                  <a16:creationId xmlns:a16="http://schemas.microsoft.com/office/drawing/2014/main" id="{17A5B345-8F00-6E30-12CA-7104C87A9E3A}"/>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3191" name="ellipse_2270">
              <a:extLst>
                <a:ext uri="{FF2B5EF4-FFF2-40B4-BE49-F238E27FC236}">
                  <a16:creationId xmlns:a16="http://schemas.microsoft.com/office/drawing/2014/main" id="{D342D89C-46BE-4827-7B1B-209F099D7FB9}"/>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3192" name="ellipse_2271">
              <a:extLst>
                <a:ext uri="{FF2B5EF4-FFF2-40B4-BE49-F238E27FC236}">
                  <a16:creationId xmlns:a16="http://schemas.microsoft.com/office/drawing/2014/main" id="{A9B77348-8DE9-2EFD-6241-ADAE87806010}"/>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3193" name="ellipse_2272">
              <a:extLst>
                <a:ext uri="{FF2B5EF4-FFF2-40B4-BE49-F238E27FC236}">
                  <a16:creationId xmlns:a16="http://schemas.microsoft.com/office/drawing/2014/main" id="{42535495-D750-B54D-347B-6503DD3FFAD1}"/>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3194" name="ellipse_2273">
              <a:extLst>
                <a:ext uri="{FF2B5EF4-FFF2-40B4-BE49-F238E27FC236}">
                  <a16:creationId xmlns:a16="http://schemas.microsoft.com/office/drawing/2014/main" id="{6D17809E-D522-7AC6-A420-50AFFC7D664B}"/>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3195" name="ellipse_2274">
              <a:extLst>
                <a:ext uri="{FF2B5EF4-FFF2-40B4-BE49-F238E27FC236}">
                  <a16:creationId xmlns:a16="http://schemas.microsoft.com/office/drawing/2014/main" id="{5B8E3FF6-F4B8-6B90-317B-EBF5A2A33C79}"/>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3196" name="ellipse_2275">
              <a:extLst>
                <a:ext uri="{FF2B5EF4-FFF2-40B4-BE49-F238E27FC236}">
                  <a16:creationId xmlns:a16="http://schemas.microsoft.com/office/drawing/2014/main" id="{38E541C5-30D2-645C-D9CE-6BD2176E7966}"/>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3197" name="ellipse_2276">
              <a:extLst>
                <a:ext uri="{FF2B5EF4-FFF2-40B4-BE49-F238E27FC236}">
                  <a16:creationId xmlns:a16="http://schemas.microsoft.com/office/drawing/2014/main" id="{B6E15EDB-3185-43EA-1B94-3AC9D71DBFA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3198" name="ellipse_2277">
              <a:extLst>
                <a:ext uri="{FF2B5EF4-FFF2-40B4-BE49-F238E27FC236}">
                  <a16:creationId xmlns:a16="http://schemas.microsoft.com/office/drawing/2014/main" id="{3F0B7621-1ABA-CB5B-F5A1-40512A0C63C8}"/>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3199" name="ellipse_2278">
              <a:extLst>
                <a:ext uri="{FF2B5EF4-FFF2-40B4-BE49-F238E27FC236}">
                  <a16:creationId xmlns:a16="http://schemas.microsoft.com/office/drawing/2014/main" id="{008181A3-1BA1-5DA9-F0D8-53D3155A9454}"/>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512" name="ellipse_2279">
              <a:extLst>
                <a:ext uri="{FF2B5EF4-FFF2-40B4-BE49-F238E27FC236}">
                  <a16:creationId xmlns:a16="http://schemas.microsoft.com/office/drawing/2014/main" id="{933F7C42-E9AE-91A3-93B0-DC4F8802AF1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513" name="ellipse_2280">
              <a:extLst>
                <a:ext uri="{FF2B5EF4-FFF2-40B4-BE49-F238E27FC236}">
                  <a16:creationId xmlns:a16="http://schemas.microsoft.com/office/drawing/2014/main" id="{E85C918D-D672-F0CA-7FCF-B842BFBBCBA7}"/>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514" name="ellipse_2281">
              <a:extLst>
                <a:ext uri="{FF2B5EF4-FFF2-40B4-BE49-F238E27FC236}">
                  <a16:creationId xmlns:a16="http://schemas.microsoft.com/office/drawing/2014/main" id="{6285D40E-42B3-77AC-5BF3-8CA265AAFA5B}"/>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515" name="ellipse_2282">
              <a:extLst>
                <a:ext uri="{FF2B5EF4-FFF2-40B4-BE49-F238E27FC236}">
                  <a16:creationId xmlns:a16="http://schemas.microsoft.com/office/drawing/2014/main" id="{8C5ECF66-A67B-316A-22EF-34863AB7C33B}"/>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516" name="ellipse_2283">
              <a:extLst>
                <a:ext uri="{FF2B5EF4-FFF2-40B4-BE49-F238E27FC236}">
                  <a16:creationId xmlns:a16="http://schemas.microsoft.com/office/drawing/2014/main" id="{B0B7ABF8-77D6-15C6-A13D-7DC24F3E5284}"/>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517" name="ellipse_2284">
              <a:extLst>
                <a:ext uri="{FF2B5EF4-FFF2-40B4-BE49-F238E27FC236}">
                  <a16:creationId xmlns:a16="http://schemas.microsoft.com/office/drawing/2014/main" id="{54B11C44-D18A-0F74-993A-EAE84F6EB57A}"/>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518" name="ellipse_2285">
              <a:extLst>
                <a:ext uri="{FF2B5EF4-FFF2-40B4-BE49-F238E27FC236}">
                  <a16:creationId xmlns:a16="http://schemas.microsoft.com/office/drawing/2014/main" id="{AD5D41C4-7F29-CC16-FEEE-C59A64E2261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519" name="ellipse_2286">
              <a:extLst>
                <a:ext uri="{FF2B5EF4-FFF2-40B4-BE49-F238E27FC236}">
                  <a16:creationId xmlns:a16="http://schemas.microsoft.com/office/drawing/2014/main" id="{A5FF8DFF-B4F9-E054-BFC5-3280BBAABE2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520" name="ellipse_2287">
              <a:extLst>
                <a:ext uri="{FF2B5EF4-FFF2-40B4-BE49-F238E27FC236}">
                  <a16:creationId xmlns:a16="http://schemas.microsoft.com/office/drawing/2014/main" id="{C7AB4272-3ABB-A547-FE50-9853761E2B7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521" name="ellipse_2288">
              <a:extLst>
                <a:ext uri="{FF2B5EF4-FFF2-40B4-BE49-F238E27FC236}">
                  <a16:creationId xmlns:a16="http://schemas.microsoft.com/office/drawing/2014/main" id="{0425D4BB-E97A-50ED-6124-F2C13405C80D}"/>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533" name="ellipse_2289">
              <a:extLst>
                <a:ext uri="{FF2B5EF4-FFF2-40B4-BE49-F238E27FC236}">
                  <a16:creationId xmlns:a16="http://schemas.microsoft.com/office/drawing/2014/main" id="{1B637EB9-9F66-7750-7892-96E6ADA76AD9}"/>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534" name="ellipse_2290">
              <a:extLst>
                <a:ext uri="{FF2B5EF4-FFF2-40B4-BE49-F238E27FC236}">
                  <a16:creationId xmlns:a16="http://schemas.microsoft.com/office/drawing/2014/main" id="{26095460-9B76-5AB0-2067-8C2629F83B5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535" name="ellipse_2291">
              <a:extLst>
                <a:ext uri="{FF2B5EF4-FFF2-40B4-BE49-F238E27FC236}">
                  <a16:creationId xmlns:a16="http://schemas.microsoft.com/office/drawing/2014/main" id="{544E0ACB-72B3-7215-4920-F147ED8E91A9}"/>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536" name="ellipse_2292">
              <a:extLst>
                <a:ext uri="{FF2B5EF4-FFF2-40B4-BE49-F238E27FC236}">
                  <a16:creationId xmlns:a16="http://schemas.microsoft.com/office/drawing/2014/main" id="{E8D25FC2-C50F-BA41-CD1A-8816C6BA805C}"/>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537" name="ellipse_2293">
              <a:extLst>
                <a:ext uri="{FF2B5EF4-FFF2-40B4-BE49-F238E27FC236}">
                  <a16:creationId xmlns:a16="http://schemas.microsoft.com/office/drawing/2014/main" id="{9EDF191A-D100-299A-AA4D-59DB04D40818}"/>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538" name="ellipse_2294">
              <a:extLst>
                <a:ext uri="{FF2B5EF4-FFF2-40B4-BE49-F238E27FC236}">
                  <a16:creationId xmlns:a16="http://schemas.microsoft.com/office/drawing/2014/main" id="{85D36DA9-AE88-8031-D450-9F1CD529D346}"/>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539" name="ellipse_2295">
              <a:extLst>
                <a:ext uri="{FF2B5EF4-FFF2-40B4-BE49-F238E27FC236}">
                  <a16:creationId xmlns:a16="http://schemas.microsoft.com/office/drawing/2014/main" id="{EF183792-87AE-ADBA-FDBB-C54FDF7DA1BF}"/>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540" name="ellipse_2296">
              <a:extLst>
                <a:ext uri="{FF2B5EF4-FFF2-40B4-BE49-F238E27FC236}">
                  <a16:creationId xmlns:a16="http://schemas.microsoft.com/office/drawing/2014/main" id="{AEB6F469-5887-64DB-A1D0-922FF3EE31E4}"/>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541" name="ellipse_2297">
              <a:extLst>
                <a:ext uri="{FF2B5EF4-FFF2-40B4-BE49-F238E27FC236}">
                  <a16:creationId xmlns:a16="http://schemas.microsoft.com/office/drawing/2014/main" id="{8480A867-02DA-B86B-8A85-EEC9ABB677E8}"/>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542" name="ellipse_2298">
              <a:extLst>
                <a:ext uri="{FF2B5EF4-FFF2-40B4-BE49-F238E27FC236}">
                  <a16:creationId xmlns:a16="http://schemas.microsoft.com/office/drawing/2014/main" id="{6DAA5832-C7B7-3078-F711-CDC4463EB55E}"/>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543" name="ellipse_2299">
              <a:extLst>
                <a:ext uri="{FF2B5EF4-FFF2-40B4-BE49-F238E27FC236}">
                  <a16:creationId xmlns:a16="http://schemas.microsoft.com/office/drawing/2014/main" id="{070FC566-8471-B4AD-FF22-470590A965F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544" name="ellipse_2300">
              <a:extLst>
                <a:ext uri="{FF2B5EF4-FFF2-40B4-BE49-F238E27FC236}">
                  <a16:creationId xmlns:a16="http://schemas.microsoft.com/office/drawing/2014/main" id="{AF1BA656-B9AC-7483-E9F4-4E9DA8EA3864}"/>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545" name="ellipse_2301">
              <a:extLst>
                <a:ext uri="{FF2B5EF4-FFF2-40B4-BE49-F238E27FC236}">
                  <a16:creationId xmlns:a16="http://schemas.microsoft.com/office/drawing/2014/main" id="{96D19D8F-4FC5-95EB-2EBF-D64607666188}"/>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546" name="ellipse_2302">
              <a:extLst>
                <a:ext uri="{FF2B5EF4-FFF2-40B4-BE49-F238E27FC236}">
                  <a16:creationId xmlns:a16="http://schemas.microsoft.com/office/drawing/2014/main" id="{1CF7F846-4E62-0D9F-A0D6-E337D7C7C990}"/>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547" name="ellipse_2303">
              <a:extLst>
                <a:ext uri="{FF2B5EF4-FFF2-40B4-BE49-F238E27FC236}">
                  <a16:creationId xmlns:a16="http://schemas.microsoft.com/office/drawing/2014/main" id="{F1D159C7-8184-2038-4ACF-629BB1337934}"/>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548" name="ellipse_2304">
              <a:extLst>
                <a:ext uri="{FF2B5EF4-FFF2-40B4-BE49-F238E27FC236}">
                  <a16:creationId xmlns:a16="http://schemas.microsoft.com/office/drawing/2014/main" id="{DE6FD875-6AE4-ABCB-9C7E-BBED9ED409BD}"/>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549" name="ellipse_2305">
              <a:extLst>
                <a:ext uri="{FF2B5EF4-FFF2-40B4-BE49-F238E27FC236}">
                  <a16:creationId xmlns:a16="http://schemas.microsoft.com/office/drawing/2014/main" id="{D5B6FC5E-B24D-3FFD-7940-CAE950CE9743}"/>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550" name="ellipse_2306">
              <a:extLst>
                <a:ext uri="{FF2B5EF4-FFF2-40B4-BE49-F238E27FC236}">
                  <a16:creationId xmlns:a16="http://schemas.microsoft.com/office/drawing/2014/main" id="{A494B271-E1AE-D47A-49A4-CA7987BD842A}"/>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551" name="ellipse_2307">
              <a:extLst>
                <a:ext uri="{FF2B5EF4-FFF2-40B4-BE49-F238E27FC236}">
                  <a16:creationId xmlns:a16="http://schemas.microsoft.com/office/drawing/2014/main" id="{EEEE54EA-6625-134A-28A0-44C5F59EB337}"/>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552" name="ellipse_2308">
              <a:extLst>
                <a:ext uri="{FF2B5EF4-FFF2-40B4-BE49-F238E27FC236}">
                  <a16:creationId xmlns:a16="http://schemas.microsoft.com/office/drawing/2014/main" id="{EF06952F-C2F6-361A-4363-B74CFF79477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553" name="ellipse_2309">
              <a:extLst>
                <a:ext uri="{FF2B5EF4-FFF2-40B4-BE49-F238E27FC236}">
                  <a16:creationId xmlns:a16="http://schemas.microsoft.com/office/drawing/2014/main" id="{664C8C22-E5A3-07AF-3D42-8E7D0C2BDBE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554" name="ellipse_2310">
              <a:extLst>
                <a:ext uri="{FF2B5EF4-FFF2-40B4-BE49-F238E27FC236}">
                  <a16:creationId xmlns:a16="http://schemas.microsoft.com/office/drawing/2014/main" id="{1183DCC9-3052-2BC4-A8F7-F5F33865290E}"/>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555" name="ellipse_2311">
              <a:extLst>
                <a:ext uri="{FF2B5EF4-FFF2-40B4-BE49-F238E27FC236}">
                  <a16:creationId xmlns:a16="http://schemas.microsoft.com/office/drawing/2014/main" id="{B2E18BF4-DBB3-6784-52DF-64D14C7E0452}"/>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556" name="ellipse_2312">
              <a:extLst>
                <a:ext uri="{FF2B5EF4-FFF2-40B4-BE49-F238E27FC236}">
                  <a16:creationId xmlns:a16="http://schemas.microsoft.com/office/drawing/2014/main" id="{4BB5F2F3-8DC5-3EFB-D7EA-07D3873E139E}"/>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557" name="ellipse_2313">
              <a:extLst>
                <a:ext uri="{FF2B5EF4-FFF2-40B4-BE49-F238E27FC236}">
                  <a16:creationId xmlns:a16="http://schemas.microsoft.com/office/drawing/2014/main" id="{6F91D171-983E-C713-2431-AD5E3CAE904C}"/>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558" name="ellipse_2314">
              <a:extLst>
                <a:ext uri="{FF2B5EF4-FFF2-40B4-BE49-F238E27FC236}">
                  <a16:creationId xmlns:a16="http://schemas.microsoft.com/office/drawing/2014/main" id="{906630F3-52B0-6462-A917-C66530F836D5}"/>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559" name="ellipse_2315">
              <a:extLst>
                <a:ext uri="{FF2B5EF4-FFF2-40B4-BE49-F238E27FC236}">
                  <a16:creationId xmlns:a16="http://schemas.microsoft.com/office/drawing/2014/main" id="{CAA19BB0-8A27-4EF7-1B36-609801357ED6}"/>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560" name="ellipse_2316">
              <a:extLst>
                <a:ext uri="{FF2B5EF4-FFF2-40B4-BE49-F238E27FC236}">
                  <a16:creationId xmlns:a16="http://schemas.microsoft.com/office/drawing/2014/main" id="{5620F9D8-582E-60AD-7960-D12E6167ECE1}"/>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561" name="ellipse_2317">
              <a:extLst>
                <a:ext uri="{FF2B5EF4-FFF2-40B4-BE49-F238E27FC236}">
                  <a16:creationId xmlns:a16="http://schemas.microsoft.com/office/drawing/2014/main" id="{6E958F1F-AA3F-1053-149F-D53E27DED4B7}"/>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562" name="ellipse_2318">
              <a:extLst>
                <a:ext uri="{FF2B5EF4-FFF2-40B4-BE49-F238E27FC236}">
                  <a16:creationId xmlns:a16="http://schemas.microsoft.com/office/drawing/2014/main" id="{0E8F3053-82D0-ED75-E849-A5FFF18C73B7}"/>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563" name="ellipse_2319">
              <a:extLst>
                <a:ext uri="{FF2B5EF4-FFF2-40B4-BE49-F238E27FC236}">
                  <a16:creationId xmlns:a16="http://schemas.microsoft.com/office/drawing/2014/main" id="{7A8C78BA-932B-8610-471E-7FB0176F26E6}"/>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564" name="Voxel-to-point fusion">
            <a:extLst>
              <a:ext uri="{FF2B5EF4-FFF2-40B4-BE49-F238E27FC236}">
                <a16:creationId xmlns:a16="http://schemas.microsoft.com/office/drawing/2014/main" id="{54AB7CDB-D013-52F1-D481-AD6CC67BE96D}"/>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565" name="Voxel-to-point fusion | arrowhead">
            <a:extLst>
              <a:ext uri="{FF2B5EF4-FFF2-40B4-BE49-F238E27FC236}">
                <a16:creationId xmlns:a16="http://schemas.microsoft.com/office/drawing/2014/main" id="{2035C270-25DD-0D51-C95D-2073522D5057}"/>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566" name="Voxel-to-point fusion">
            <a:extLst>
              <a:ext uri="{FF2B5EF4-FFF2-40B4-BE49-F238E27FC236}">
                <a16:creationId xmlns:a16="http://schemas.microsoft.com/office/drawing/2014/main" id="{5D8F7728-D73D-5747-8A2D-466AFC8C2973}"/>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567" name="Voxel-to-point fusion | arrowhead">
            <a:extLst>
              <a:ext uri="{FF2B5EF4-FFF2-40B4-BE49-F238E27FC236}">
                <a16:creationId xmlns:a16="http://schemas.microsoft.com/office/drawing/2014/main" id="{6013D68F-893C-E85C-116A-7158B24CC08E}"/>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568" name="Voxel-to-point fusion">
            <a:extLst>
              <a:ext uri="{FF2B5EF4-FFF2-40B4-BE49-F238E27FC236}">
                <a16:creationId xmlns:a16="http://schemas.microsoft.com/office/drawing/2014/main" id="{B41D2E3A-F26E-B9ED-3404-566AEF7EAB56}"/>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569" name="Voxel-to-point fusion | arrowhead">
            <a:extLst>
              <a:ext uri="{FF2B5EF4-FFF2-40B4-BE49-F238E27FC236}">
                <a16:creationId xmlns:a16="http://schemas.microsoft.com/office/drawing/2014/main" id="{5967F347-5440-EB99-9451-1EA9E766644E}"/>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570" name="连接符: 肘形 569">
            <a:extLst>
              <a:ext uri="{FF2B5EF4-FFF2-40B4-BE49-F238E27FC236}">
                <a16:creationId xmlns:a16="http://schemas.microsoft.com/office/drawing/2014/main" id="{F06FAC74-4203-4BB2-EFB1-D4E394359619}"/>
              </a:ext>
            </a:extLst>
          </p:cNvPr>
          <p:cNvCxnSpPr>
            <a:stCxn id="18" idx="3"/>
          </p:cNvCxnSpPr>
          <p:nvPr/>
        </p:nvCxnSpPr>
        <p:spPr>
          <a:xfrm flipV="1">
            <a:off x="2571950" y="1313993"/>
            <a:ext cx="319477" cy="126470"/>
          </a:xfrm>
          <a:prstGeom prst="bentConnector3">
            <a:avLst>
              <a:gd name="adj1" fmla="val 85575"/>
            </a:avLst>
          </a:prstGeom>
          <a:noFill/>
          <a:ln w="6467">
            <a:solidFill>
              <a:srgbClr val="C78A2B"/>
            </a:solidFill>
            <a:prstDash val="solid"/>
          </a:ln>
        </p:spPr>
      </p:cxnSp>
      <p:grpSp>
        <p:nvGrpSpPr>
          <p:cNvPr id="1708" name="Arrow | shared_input → find_density">
            <a:extLst>
              <a:ext uri="{FF2B5EF4-FFF2-40B4-BE49-F238E27FC236}">
                <a16:creationId xmlns:a16="http://schemas.microsoft.com/office/drawing/2014/main" id="{616686A3-51E3-3577-EC42-32197B262BB7}"/>
              </a:ext>
            </a:extLst>
          </p:cNvPr>
          <p:cNvGrpSpPr/>
          <p:nvPr/>
        </p:nvGrpSpPr>
        <p:grpSpPr>
          <a:xfrm>
            <a:off x="2045298" y="542254"/>
            <a:ext cx="124645" cy="20837"/>
            <a:chOff x="959220" y="757422"/>
            <a:chExt cx="174105" cy="29105"/>
          </a:xfrm>
        </p:grpSpPr>
        <p:cxnSp>
          <p:nvCxnSpPr>
            <p:cNvPr id="1709" name="Arrow | shared_input → find_density | path">
              <a:extLst>
                <a:ext uri="{FF2B5EF4-FFF2-40B4-BE49-F238E27FC236}">
                  <a16:creationId xmlns:a16="http://schemas.microsoft.com/office/drawing/2014/main" id="{DB1FD93C-D367-2779-5BF6-232F95F5507B}"/>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710" name="Arrow | shared_input → find_density | editable arrowhead">
              <a:extLst>
                <a:ext uri="{FF2B5EF4-FFF2-40B4-BE49-F238E27FC236}">
                  <a16:creationId xmlns:a16="http://schemas.microsoft.com/office/drawing/2014/main" id="{89857060-07E5-EE06-4CB1-71CE8AB8064E}"/>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Tree>
    <p:extLst>
      <p:ext uri="{BB962C8B-B14F-4D97-AF65-F5344CB8AC3E}">
        <p14:creationId xmlns:p14="http://schemas.microsoft.com/office/powerpoint/2010/main" val="214203305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TotalTime>
  <Words>685</Words>
  <Application>Microsoft Office PowerPoint</Application>
  <DocSecurity>0</DocSecurity>
  <PresentationFormat>自定义</PresentationFormat>
  <Paragraphs>190</Paragraphs>
  <Slides>2</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2</vt:i4>
      </vt:variant>
    </vt:vector>
  </HeadingPairs>
  <TitlesOfParts>
    <vt:vector size="6" baseType="lpstr">
      <vt:lpstr>Arial</vt:lpstr>
      <vt:lpstr>Calibri</vt:lpstr>
      <vt:lpstr>Segoe UI</vt:lpstr>
      <vt:lpstr>ChatGPT</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13</cp:revision>
  <dcterms:created xsi:type="dcterms:W3CDTF">2026-10-01T15:00:20Z</dcterms:created>
  <dcterms:modified xsi:type="dcterms:W3CDTF">2026-10-02T03:19:00Z</dcterms:modified>
</cp:coreProperties>
</file>