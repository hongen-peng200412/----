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87494B82.xml" ContentType="application/vnd.ms-powerpoint.comments+xml"/>
  <Override PartName="/ppt/notesSlides/notesSlide2.xml" ContentType="application/vnd.openxmlformats-officedocument.presentationml.notesSlide+xml"/>
  <Override PartName="/ppt/comments/modernComment_101_5142766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6591300" cy="3200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999" autoAdjust="0"/>
  </p:normalViewPr>
  <p:slideViewPr>
    <p:cSldViewPr snapToGrid="0">
      <p:cViewPr>
        <p:scale>
          <a:sx n="100" d="100"/>
          <a:sy n="100" d="100"/>
        </p:scale>
        <p:origin x="548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87494B8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419BFF-89CA-4249-882D-77C5F267CE1C}" authorId="{D3F71A66-0C34-DF1A-5236-FECDBC820DCB}" created="2026-10-03T10:08:27.885">
    <pc:sldMkLst xmlns:pc="http://schemas.microsoft.com/office/powerpoint/2013/main/command">
      <pc:docMk/>
      <pc:sldMk cId="2269727618" sldId="256"/>
    </pc:sldMkLst>
    <p188:pos x="101600" y="101600"/>
    <p188:txBody>
      <a:bodyPr/>
      <a:lstStyle/>
      <a:p>
        <a:r>
          <a:rPr lang="zh-CN" altLang="en-US"/>
          <a:t>@@e2e-all-find-match</a:t>
        </a:r>
      </a:p>
    </p188:txBody>
  </p188:cm>
  <p188:cm id="{DB7CD73B-D115-4006-97B5-F6902FD90029}" authorId="{D3F71A66-0C34-DF1A-5236-FECDBC820DCB}" created="2026-10-03T10:08:27.958">
    <pc:sldMkLst xmlns:pc="http://schemas.microsoft.com/office/powerpoint/2013/main/command">
      <pc:docMk/>
      <pc:sldMk cId="2269727618" sldId="256"/>
    </pc:sldMkLst>
    <p188:pos x="228600" y="228600"/>
    <p188:txBody>
      <a:bodyPr/>
      <a:lstStyle/>
      <a:p>
        <a:r>
          <a:rPr lang="zh-CN" altLang="en-US"/>
          <a:t>/storage/penghongen/Matcher/evaluation/final_smiles/strongest-1/frozen_test.json</a:t>
        </a:r>
      </a:p>
    </p188:txBody>
  </p188:cm>
</p188:cmLst>
</file>

<file path=ppt/comments/modernComment_101_514276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DEF3EAF-A518-4B40-94F7-B70D62FBB388}" authorId="{D3F71A66-0C34-DF1A-5236-FECDBC820DCB}" created="2026-10-03T10:09:53.689">
    <pc:sldMkLst xmlns:pc="http://schemas.microsoft.com/office/powerpoint/2013/main/command">
      <pc:docMk/>
      <pc:sldMk cId="1363310182" sldId="256"/>
    </pc:sldMkLst>
    <p188:pos x="101600" y="101600"/>
    <p188:txBody>
      <a:bodyPr/>
      <a:lstStyle/>
      <a:p>
        <a:r>
          <a:rPr lang="zh-CN" altLang="en-US"/>
          <a:t>@@e2e-small-pipeline</a:t>
        </a:r>
      </a:p>
    </p188:txBody>
  </p188:cm>
  <p188:cm id="{EB7B5976-BDCD-4656-B2EB-E3724DF6E638}" authorId="{D3F71A66-0C34-DF1A-5236-FECDBC820DCB}" created="2026-10-03T10:09:53.763">
    <pc:sldMkLst xmlns:pc="http://schemas.microsoft.com/office/powerpoint/2013/main/command">
      <pc:docMk/>
      <pc:sldMk cId="1363310182" sldId="256"/>
    </pc:sldMkLst>
    <p188:pos x="228600" y="228600"/>
    <p188:txBody>
      <a:bodyPr/>
      <a:lstStyle/>
      <a:p>
        <a:r>
          <a:rPr lang="zh-CN" altLang="en-US"/>
          <a:t>/storage/penghongen/Matcher/evaluation/test_smallmolecule_v1/strongest-1/train_strongest1_revised_job378587_20260920T230727/evaluation.json；/storage/penghongen/PocketXMol/final_evaluation/end_to_end/GT、CA2/docking_results.jsonl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40E6D-81F6-4F1C-843E-41060F95F2BE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2413" y="1143000"/>
            <a:ext cx="6353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628D9-A810-41CF-BA34-6300DD38DA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232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端到端配体区域检出与身份匹配。曲线展示在尝试预算 $K=1–10$ 内，179 个测试 PDB 中预测成功的比例。Find+Match 曲线要求端到端区域检出和配体身份匹配均正确，Find 和 Emap2lig-Find 曲线仅要求区域检出正确。Find 和 Match 分别指 LigandSeek-Find 和 LigandSeek-Match。GT 表示真实受体结构，CA2 表示 CryoAtom2 重建受体结构。</a:t>
            </a:r>
            <a:endParaRPr lang="en-US" altLang="zh-CN" dirty="0"/>
          </a:p>
          <a:p>
            <a:endParaRPr lang="zh-CN" dirty="0"/>
          </a:p>
          <a:p>
            <a:r>
              <a:rPr dirty="0"/>
              <a:t>ENGLISH:</a:t>
            </a:r>
          </a:p>
          <a:p>
            <a:r>
              <a:rPr lang="en-US" dirty="0"/>
              <a:t>End-to-end ligand-region detection and identity matching. The curves show the percentage of the 179 test PDB entries with successful predictions within an attempt budget of $K=1–10$.  </a:t>
            </a:r>
            <a:r>
              <a:rPr lang="en-US" dirty="0" err="1"/>
              <a:t>Find+Match</a:t>
            </a:r>
            <a:r>
              <a:rPr lang="en-US" dirty="0"/>
              <a:t> curves require end-to-end correct region detection and ligand identity matching, whereas Find and Emap2lig-Find curves require only correct region detection. Find and Match denote </a:t>
            </a:r>
            <a:r>
              <a:rPr lang="en-US" dirty="0" err="1"/>
              <a:t>LigandSeek</a:t>
            </a:r>
            <a:r>
              <a:rPr lang="en-US" dirty="0"/>
              <a:t>-Find and </a:t>
            </a:r>
            <a:r>
              <a:rPr lang="en-US" dirty="0" err="1"/>
              <a:t>LigandSeek</a:t>
            </a:r>
            <a:r>
              <a:rPr lang="en-US" dirty="0"/>
              <a:t>-Match, respectively. GT denotes deposited receptor structures, and CA2 denotes CryoAtom2-reconstructed receptor structures.</a:t>
            </a:r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628D9-A810-41CF-BA34-6300DD38DA8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0509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单残基、无缺失原子的有机小分子端到端建模。曲线展示在尝试预算 $K = 1–10$ 内，77 个测试 PDB 中预测成功的比例。Find 和 Match 分别指 LigandSeek-Find 和 LigandSeek-Match。GT 和 CA2 分别表示真实受体结构和 CryoAtom2 重建受体结构。</a:t>
            </a:r>
          </a:p>
          <a:p>
            <a:r>
              <a:rPr lang="en-US" altLang="zh-CN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a, </a:t>
            </a:r>
            <a:r>
              <a:rPr lang="zh-CN" dirty="0"/>
              <a:t>Find+Match 曲线要求端到端区域检出和配体身份匹配均正确，Find 和 Emap2lig-Find 曲线仅要求区域检出正确。</a:t>
            </a:r>
          </a:p>
          <a:p>
            <a:r>
              <a:rPr lang="en-US" altLang="zh-CN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b, c, </a:t>
            </a:r>
            <a:r>
              <a:rPr lang="zh-CN" dirty="0"/>
              <a:t>使用 PocketXMol-tuned 进行端到端构象重建时，成功率随计费尝试次数 $K$ 的变化，分别展示真实受体（GT，b）和 CryoAtom2 重建受体（CA2，c）条件。成功要求 RMSD 低于 2 Å 或 3 Å。实线表示按模型评分选出的 top-1 构象，虚线表示 best-of-50 构象。</a:t>
            </a:r>
            <a:endParaRPr lang="en-US" altLang="zh-CN" dirty="0"/>
          </a:p>
          <a:p>
            <a:endParaRPr lang="zh-CN" dirty="0"/>
          </a:p>
          <a:p>
            <a:r>
              <a:rPr dirty="0"/>
              <a:t>ENGLISH:</a:t>
            </a:r>
          </a:p>
          <a:p>
            <a:r>
              <a:rPr lang="en-US" dirty="0"/>
              <a:t>End-to-end modelling of single-residue organic small molecules with no missing atoms. Curves show the percentage of the 77 test PDB entries with successful predictions within an attempt budget of $K = 1–10$. Find and Match denote </a:t>
            </a:r>
            <a:r>
              <a:rPr lang="en-US" dirty="0" err="1"/>
              <a:t>LigandSeek</a:t>
            </a:r>
            <a:r>
              <a:rPr lang="en-US" dirty="0"/>
              <a:t>-Find and </a:t>
            </a:r>
            <a:r>
              <a:rPr lang="en-US" dirty="0" err="1"/>
              <a:t>LigandSeek</a:t>
            </a:r>
            <a:r>
              <a:rPr lang="en-US" dirty="0"/>
              <a:t>-Match, respectively. GT and CA2 denote deposited and CryoAtom2-reconstructed receptor structures, respectively.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a, </a:t>
            </a:r>
            <a:r>
              <a:rPr lang="en-US" dirty="0" err="1"/>
              <a:t>Find+Match</a:t>
            </a:r>
            <a:r>
              <a:rPr lang="en-US" dirty="0"/>
              <a:t> curves require end-to-end correct region detection and ligand identity matching, whereas Find and Emap2lig-Find curves require only correct region detection.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b, c, </a:t>
            </a:r>
            <a:r>
              <a:rPr lang="en-US" dirty="0"/>
              <a:t>Success rates for end-to-end pose reconstruction with </a:t>
            </a:r>
            <a:r>
              <a:rPr lang="en-US" dirty="0" err="1"/>
              <a:t>PocketXMol</a:t>
            </a:r>
            <a:r>
              <a:rPr lang="en-US" dirty="0"/>
              <a:t>-tuned using deposited (GT, b) and CryoAtom2-reconstructed (CA2, c) receptor structures across charged attempts $K$. Success requires RMSD below 2 Å or 3 Å. Solid lines denote top-1 poses selected by model score; dashed lines denote best-of-50 poses.</a:t>
            </a:r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DC8409-929D-466A-A2CD-CAE0966F44C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0214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3E6E02-E0B7-93F8-ADFD-B9BB1143E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914" y="523770"/>
            <a:ext cx="4943475" cy="1114213"/>
          </a:xfrm>
        </p:spPr>
        <p:txBody>
          <a:bodyPr anchor="b"/>
          <a:lstStyle>
            <a:lvl1pPr algn="ctr"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E5D887B-F165-F6AE-1711-82518A011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914" y="1680951"/>
            <a:ext cx="4943475" cy="772689"/>
          </a:xfrm>
        </p:spPr>
        <p:txBody>
          <a:bodyPr/>
          <a:lstStyle>
            <a:lvl1pPr marL="0" indent="0" algn="ctr">
              <a:buNone/>
              <a:defRPr sz="605"/>
            </a:lvl1pPr>
            <a:lvl2pPr marL="115351" indent="0" algn="ctr">
              <a:buNone/>
              <a:defRPr sz="505"/>
            </a:lvl2pPr>
            <a:lvl3pPr marL="230701" indent="0" algn="ctr">
              <a:buNone/>
              <a:defRPr sz="454"/>
            </a:lvl3pPr>
            <a:lvl4pPr marL="346052" indent="0" algn="ctr">
              <a:buNone/>
              <a:defRPr sz="404"/>
            </a:lvl4pPr>
            <a:lvl5pPr marL="461402" indent="0" algn="ctr">
              <a:buNone/>
              <a:defRPr sz="404"/>
            </a:lvl5pPr>
            <a:lvl6pPr marL="576753" indent="0" algn="ctr">
              <a:buNone/>
              <a:defRPr sz="404"/>
            </a:lvl6pPr>
            <a:lvl7pPr marL="692104" indent="0" algn="ctr">
              <a:buNone/>
              <a:defRPr sz="404"/>
            </a:lvl7pPr>
            <a:lvl8pPr marL="807454" indent="0" algn="ctr">
              <a:buNone/>
              <a:defRPr sz="404"/>
            </a:lvl8pPr>
            <a:lvl9pPr marL="922805" indent="0" algn="ctr">
              <a:buNone/>
              <a:defRPr sz="404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440A09-38F2-06EB-B22A-2C38310C0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FF0059-2279-4CD4-B287-CA26D91A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043C57-2AE4-D7F8-AC79-190E85A92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30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EAA63-90BE-7CF1-19AF-80E8D486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C957EA-33D2-1BA9-604D-91D46681F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40CF1D-8EC2-86F9-1979-4EF60601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9A25ED-23DB-F9D7-16E8-3D46D07EF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F24A41-1565-F07C-5A8C-E09E1160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245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19DA5-D2EB-35B9-2362-480C04CC5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719" y="797879"/>
            <a:ext cx="5684996" cy="1331277"/>
          </a:xfrm>
        </p:spPr>
        <p:txBody>
          <a:bodyPr anchor="b"/>
          <a:lstStyle>
            <a:lvl1pPr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90E0A3-1308-F989-2F60-46D25BFF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9719" y="2141750"/>
            <a:ext cx="5684996" cy="700087"/>
          </a:xfrm>
        </p:spPr>
        <p:txBody>
          <a:bodyPr/>
          <a:lstStyle>
            <a:lvl1pPr marL="0" indent="0">
              <a:buNone/>
              <a:defRPr sz="605">
                <a:solidFill>
                  <a:schemeClr val="tx1">
                    <a:tint val="75000"/>
                  </a:schemeClr>
                </a:solidFill>
              </a:defRPr>
            </a:lvl1pPr>
            <a:lvl2pPr marL="115351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2pPr>
            <a:lvl3pPr marL="230701" indent="0">
              <a:buNone/>
              <a:defRPr sz="454">
                <a:solidFill>
                  <a:schemeClr val="tx1">
                    <a:tint val="75000"/>
                  </a:schemeClr>
                </a:solidFill>
              </a:defRPr>
            </a:lvl3pPr>
            <a:lvl4pPr marL="34605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4pPr>
            <a:lvl5pPr marL="46140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5pPr>
            <a:lvl6pPr marL="576753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6pPr>
            <a:lvl7pPr marL="69210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7pPr>
            <a:lvl8pPr marL="80745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8pPr>
            <a:lvl9pPr marL="922805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E764A5-7FCC-AFF8-1ED3-0E07E9B4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8EB628-87B1-C072-299F-EE8C45B76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0EB1-E94F-5B02-8E97-6376D3C60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43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CDCC29-B93C-D9D2-7B39-0BC484FF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83692F-B4FA-00AA-841D-345F29ED97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3152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F14419-822A-3010-EB82-89CBDD656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6846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76B1B0-0C14-2893-4F81-35068551C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C8A353-BE32-571C-E4AA-DFDC0E91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760796-5ED5-7F8D-EB09-658AEE262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54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C82A0F-F3CD-C620-7586-B21A95793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1" y="170392"/>
            <a:ext cx="5684996" cy="6185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D597BD-29DB-7602-0EFB-6CE71F2B9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11" y="784543"/>
            <a:ext cx="2788429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DAB035-E45D-188D-00E8-B41C6D496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11" y="1169035"/>
            <a:ext cx="2788429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8907AD-6061-50E7-95A6-ED0764328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36847" y="784543"/>
            <a:ext cx="2802161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B22429-5DCA-8B70-D331-684861AF7D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336847" y="1169035"/>
            <a:ext cx="2802161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AB7B9B-7915-96EE-EADC-16EFC64C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C6D1C5-131B-53CC-F8E7-34895AF4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875E638-8E67-6627-CF65-10EAED0F6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1118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8FE23-5664-149B-669A-3ED52774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D354177-F610-0BE6-5414-33C6A1744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214AF9-A457-EB84-696C-3C54EDE2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016118D-8CFA-1588-03BD-D0721E0F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266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F5F5EF8-B157-D6D1-2A8F-63F710C3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49B839-F7B4-9AF6-D53B-9048306D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6E5F18-4C72-86B9-719C-D5B08F4EB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245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840FEC-1407-737F-2879-77F103E89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2A9285-96E5-5193-BC56-7E0706A17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>
              <a:defRPr sz="807"/>
            </a:lvl1pPr>
            <a:lvl2pPr>
              <a:defRPr sz="707"/>
            </a:lvl2pPr>
            <a:lvl3pPr>
              <a:defRPr sz="605"/>
            </a:lvl3pPr>
            <a:lvl4pPr>
              <a:defRPr sz="505"/>
            </a:lvl4pPr>
            <a:lvl5pPr>
              <a:defRPr sz="505"/>
            </a:lvl5pPr>
            <a:lvl6pPr>
              <a:defRPr sz="505"/>
            </a:lvl6pPr>
            <a:lvl7pPr>
              <a:defRPr sz="505"/>
            </a:lvl7pPr>
            <a:lvl8pPr>
              <a:defRPr sz="505"/>
            </a:lvl8pPr>
            <a:lvl9pPr>
              <a:defRPr sz="50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F6815D-73E0-8107-7A4F-FB1E15135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8C5996-C385-1389-5CE7-1ED6629C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566FC77-EF55-99EE-1B60-CC1DBF16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4430C5-8E02-6C34-EFCB-5685D3E1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862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D41EE-1906-1FA0-908E-FC731D860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A8166C9-4CCF-7DCA-7DF7-747B652DBA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 marL="0" indent="0">
              <a:buNone/>
              <a:defRPr sz="807"/>
            </a:lvl1pPr>
            <a:lvl2pPr marL="115351" indent="0">
              <a:buNone/>
              <a:defRPr sz="707"/>
            </a:lvl2pPr>
            <a:lvl3pPr marL="230701" indent="0">
              <a:buNone/>
              <a:defRPr sz="605"/>
            </a:lvl3pPr>
            <a:lvl4pPr marL="346052" indent="0">
              <a:buNone/>
              <a:defRPr sz="505"/>
            </a:lvl4pPr>
            <a:lvl5pPr marL="461402" indent="0">
              <a:buNone/>
              <a:defRPr sz="505"/>
            </a:lvl5pPr>
            <a:lvl6pPr marL="576753" indent="0">
              <a:buNone/>
              <a:defRPr sz="505"/>
            </a:lvl6pPr>
            <a:lvl7pPr marL="692104" indent="0">
              <a:buNone/>
              <a:defRPr sz="505"/>
            </a:lvl7pPr>
            <a:lvl8pPr marL="807454" indent="0">
              <a:buNone/>
              <a:defRPr sz="505"/>
            </a:lvl8pPr>
            <a:lvl9pPr marL="922805" indent="0">
              <a:buNone/>
              <a:defRPr sz="505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495A99-5408-52C2-D9D4-FE92F5E1B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9097DF-A1C2-5D5A-EEA8-054C872B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A6476B-D8BF-D6E8-4B07-0AD672299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72DB46-E862-5B1D-5671-614044411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756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64FC48-7F91-AA97-FA73-DCD116F6D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C1C0E51-CF7F-CB48-CA05-66A11F1E3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E1E48-881A-010C-97E8-BD1AF8BCD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0394B8-E7D5-C652-7670-BE5037EB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F3425D-50A3-4B0F-6164-CAD0539F4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140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3DEB65-6B9A-6EB3-385D-3D5C6143F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716900" y="170392"/>
            <a:ext cx="1421249" cy="271219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5E71E3-6BFF-5A1A-B25F-4B9996644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3152" y="170392"/>
            <a:ext cx="4181356" cy="271219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2B7F3E-7F38-8663-488F-4A26ED83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38B1EA-6E8D-049E-547F-919E06716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9E19D4-17B5-8291-8ACC-0CCBC4846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03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7D7CC80-4E61-69D7-4FB5-7EC8DE72E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52" y="170392"/>
            <a:ext cx="5684996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916793-B82C-C5DA-E446-4CCCE5A81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152" y="851959"/>
            <a:ext cx="5684996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18DC4A-03BF-F738-26DC-4F33338502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3153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0DB63-4F77-4091-A4E7-5235D19CF263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EBF259-2BE2-9F39-7AC3-B03CB294C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83368" y="2966297"/>
            <a:ext cx="2224564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330D9F-4642-B905-5148-02FCAB1E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655106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23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30701" rtl="0" eaLnBrk="1" latinLnBrk="0" hangingPunct="1">
        <a:lnSpc>
          <a:spcPct val="90000"/>
        </a:lnSpc>
        <a:spcBef>
          <a:spcPct val="0"/>
        </a:spcBef>
        <a:buNone/>
        <a:defRPr sz="11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675" indent="-57675" algn="l" defTabSz="230701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7" kern="1200">
          <a:solidFill>
            <a:schemeClr val="tx1"/>
          </a:solidFill>
          <a:latin typeface="+mn-lt"/>
          <a:ea typeface="+mn-ea"/>
          <a:cs typeface="+mn-cs"/>
        </a:defRPr>
      </a:lvl1pPr>
      <a:lvl2pPr marL="173026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2pPr>
      <a:lvl3pPr marL="28837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505" kern="1200">
          <a:solidFill>
            <a:schemeClr val="tx1"/>
          </a:solidFill>
          <a:latin typeface="+mn-lt"/>
          <a:ea typeface="+mn-ea"/>
          <a:cs typeface="+mn-cs"/>
        </a:defRPr>
      </a:lvl3pPr>
      <a:lvl4pPr marL="40372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519078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63442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74977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65130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80481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1pPr>
      <a:lvl2pPr marL="11535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2pPr>
      <a:lvl3pPr marL="23070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3pPr>
      <a:lvl4pPr marL="34605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46140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576753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69210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0745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22805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7494B8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142766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文本框 138">
            <a:extLst>
              <a:ext uri="{FF2B5EF4-FFF2-40B4-BE49-F238E27FC236}">
                <a16:creationId xmlns:a16="http://schemas.microsoft.com/office/drawing/2014/main" id="{F855BB21-5877-A768-9510-0AF1CCD2C60E}"/>
              </a:ext>
            </a:extLst>
          </p:cNvPr>
          <p:cNvSpPr txBox="1"/>
          <p:nvPr/>
        </p:nvSpPr>
        <p:spPr>
          <a:xfrm>
            <a:off x="723899" y="261620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0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F395B632-FC1F-1C92-9750-06343D76B872}"/>
              </a:ext>
            </a:extLst>
          </p:cNvPr>
          <p:cNvCxnSpPr/>
          <p:nvPr/>
        </p:nvCxnSpPr>
        <p:spPr>
          <a:xfrm>
            <a:off x="1206500" y="20891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4E69D516-32F6-9972-31F6-9D16FFD9FDD6}"/>
              </a:ext>
            </a:extLst>
          </p:cNvPr>
          <p:cNvSpPr txBox="1"/>
          <p:nvPr/>
        </p:nvSpPr>
        <p:spPr>
          <a:xfrm>
            <a:off x="723899" y="20383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25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7A513A3C-F4D9-0543-CFDD-CDA935FD3BA4}"/>
              </a:ext>
            </a:extLst>
          </p:cNvPr>
          <p:cNvCxnSpPr/>
          <p:nvPr/>
        </p:nvCxnSpPr>
        <p:spPr>
          <a:xfrm>
            <a:off x="1206500" y="151130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CC1F2FA-7EE5-3474-1639-7D6D2280511A}"/>
              </a:ext>
            </a:extLst>
          </p:cNvPr>
          <p:cNvSpPr txBox="1"/>
          <p:nvPr/>
        </p:nvSpPr>
        <p:spPr>
          <a:xfrm>
            <a:off x="723899" y="146050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50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C092010A-BAC8-2DDB-9EE2-7453CA12A973}"/>
              </a:ext>
            </a:extLst>
          </p:cNvPr>
          <p:cNvCxnSpPr/>
          <p:nvPr/>
        </p:nvCxnSpPr>
        <p:spPr>
          <a:xfrm>
            <a:off x="1206500" y="933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8587F3B9-B3CC-A889-3FE5-E99185DD6DFC}"/>
              </a:ext>
            </a:extLst>
          </p:cNvPr>
          <p:cNvSpPr txBox="1"/>
          <p:nvPr/>
        </p:nvSpPr>
        <p:spPr>
          <a:xfrm>
            <a:off x="723899" y="882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75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958E2FC8-3C0C-1956-BC71-BF7EA170AB0B}"/>
              </a:ext>
            </a:extLst>
          </p:cNvPr>
          <p:cNvCxnSpPr/>
          <p:nvPr/>
        </p:nvCxnSpPr>
        <p:spPr>
          <a:xfrm>
            <a:off x="1206500" y="35560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>
            <a:extLst>
              <a:ext uri="{FF2B5EF4-FFF2-40B4-BE49-F238E27FC236}">
                <a16:creationId xmlns:a16="http://schemas.microsoft.com/office/drawing/2014/main" id="{EF901531-2A73-3552-E249-EDD6BA38CDA9}"/>
              </a:ext>
            </a:extLst>
          </p:cNvPr>
          <p:cNvSpPr txBox="1"/>
          <p:nvPr/>
        </p:nvSpPr>
        <p:spPr>
          <a:xfrm>
            <a:off x="723899" y="30480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90">
                <a:solidFill>
                  <a:srgbClr val="65717B"/>
                </a:solidFill>
                <a:latin typeface="Arial" panose="020B0604020202020204" pitchFamily="34" charset="0"/>
              </a:rPr>
              <a:t>100</a:t>
            </a:r>
            <a:endParaRPr lang="zh-CN" altLang="en-US" sz="69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289222B-7D63-A6D0-AA60-9D43D25873EA}"/>
              </a:ext>
            </a:extLst>
          </p:cNvPr>
          <p:cNvCxnSpPr/>
          <p:nvPr/>
        </p:nvCxnSpPr>
        <p:spPr>
          <a:xfrm>
            <a:off x="1206500" y="355600"/>
            <a:ext cx="0" cy="231140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2BE217EE-B071-DCBF-9F2B-4DACEBF38B8E}"/>
              </a:ext>
            </a:extLst>
          </p:cNvPr>
          <p:cNvCxnSpPr/>
          <p:nvPr/>
        </p:nvCxnSpPr>
        <p:spPr>
          <a:xfrm>
            <a:off x="1206500" y="2667000"/>
            <a:ext cx="3238500" cy="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565E5F42-DD8C-E5C9-34AC-F5469E4C9D25}"/>
              </a:ext>
            </a:extLst>
          </p:cNvPr>
          <p:cNvCxnSpPr/>
          <p:nvPr/>
        </p:nvCxnSpPr>
        <p:spPr>
          <a:xfrm>
            <a:off x="1206500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文本框 150">
            <a:extLst>
              <a:ext uri="{FF2B5EF4-FFF2-40B4-BE49-F238E27FC236}">
                <a16:creationId xmlns:a16="http://schemas.microsoft.com/office/drawing/2014/main" id="{EE3ADE23-74D3-E518-1650-177D4DF4FE38}"/>
              </a:ext>
            </a:extLst>
          </p:cNvPr>
          <p:cNvSpPr txBox="1"/>
          <p:nvPr/>
        </p:nvSpPr>
        <p:spPr>
          <a:xfrm>
            <a:off x="1104899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731813B8-74E0-EDDF-E5F5-26CABCC7140A}"/>
              </a:ext>
            </a:extLst>
          </p:cNvPr>
          <p:cNvCxnSpPr/>
          <p:nvPr/>
        </p:nvCxnSpPr>
        <p:spPr>
          <a:xfrm>
            <a:off x="1566333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EA64B10D-46B0-5564-FDFF-27ABE1C477E6}"/>
              </a:ext>
            </a:extLst>
          </p:cNvPr>
          <p:cNvCxnSpPr/>
          <p:nvPr/>
        </p:nvCxnSpPr>
        <p:spPr>
          <a:xfrm>
            <a:off x="1926167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8B5D201F-F89E-A762-F8F5-1492BEAEA4D9}"/>
              </a:ext>
            </a:extLst>
          </p:cNvPr>
          <p:cNvSpPr txBox="1"/>
          <p:nvPr/>
        </p:nvSpPr>
        <p:spPr>
          <a:xfrm>
            <a:off x="1824566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3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397459BB-8E2A-9406-0D41-67837DCC7428}"/>
              </a:ext>
            </a:extLst>
          </p:cNvPr>
          <p:cNvCxnSpPr/>
          <p:nvPr/>
        </p:nvCxnSpPr>
        <p:spPr>
          <a:xfrm>
            <a:off x="2286000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2A04AC35-EEA4-55C8-1E25-6646DFE72BAF}"/>
              </a:ext>
            </a:extLst>
          </p:cNvPr>
          <p:cNvCxnSpPr/>
          <p:nvPr/>
        </p:nvCxnSpPr>
        <p:spPr>
          <a:xfrm>
            <a:off x="2645833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文本框 156">
            <a:extLst>
              <a:ext uri="{FF2B5EF4-FFF2-40B4-BE49-F238E27FC236}">
                <a16:creationId xmlns:a16="http://schemas.microsoft.com/office/drawing/2014/main" id="{B1169219-C036-A625-0643-F71787EBFB2B}"/>
              </a:ext>
            </a:extLst>
          </p:cNvPr>
          <p:cNvSpPr txBox="1"/>
          <p:nvPr/>
        </p:nvSpPr>
        <p:spPr>
          <a:xfrm>
            <a:off x="2544232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5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B5E50631-C367-F2AC-8F39-9106E709F39C}"/>
              </a:ext>
            </a:extLst>
          </p:cNvPr>
          <p:cNvCxnSpPr/>
          <p:nvPr/>
        </p:nvCxnSpPr>
        <p:spPr>
          <a:xfrm>
            <a:off x="3005667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8F9935D8-BA8D-630F-2E9D-DEAF34202D7C}"/>
              </a:ext>
            </a:extLst>
          </p:cNvPr>
          <p:cNvCxnSpPr/>
          <p:nvPr/>
        </p:nvCxnSpPr>
        <p:spPr>
          <a:xfrm>
            <a:off x="3365500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文本框 159">
            <a:extLst>
              <a:ext uri="{FF2B5EF4-FFF2-40B4-BE49-F238E27FC236}">
                <a16:creationId xmlns:a16="http://schemas.microsoft.com/office/drawing/2014/main" id="{D726D8EC-0FDE-B344-9DFE-5D726496BCE4}"/>
              </a:ext>
            </a:extLst>
          </p:cNvPr>
          <p:cNvSpPr txBox="1"/>
          <p:nvPr/>
        </p:nvSpPr>
        <p:spPr>
          <a:xfrm>
            <a:off x="3263899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7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DCCC950D-ABF5-1C86-8EAB-CAF92739E0E2}"/>
              </a:ext>
            </a:extLst>
          </p:cNvPr>
          <p:cNvCxnSpPr/>
          <p:nvPr/>
        </p:nvCxnSpPr>
        <p:spPr>
          <a:xfrm>
            <a:off x="3725333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B6E703B8-E0CB-FA71-8F51-751A5AB8714B}"/>
              </a:ext>
            </a:extLst>
          </p:cNvPr>
          <p:cNvCxnSpPr/>
          <p:nvPr/>
        </p:nvCxnSpPr>
        <p:spPr>
          <a:xfrm>
            <a:off x="4085167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BE88DFC7-4A32-DF82-B0DC-8FDA7EB49BE7}"/>
              </a:ext>
            </a:extLst>
          </p:cNvPr>
          <p:cNvCxnSpPr/>
          <p:nvPr/>
        </p:nvCxnSpPr>
        <p:spPr>
          <a:xfrm>
            <a:off x="4445000" y="266700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1E562F81-3CE6-DF00-6F40-15EE98C3A98F}"/>
              </a:ext>
            </a:extLst>
          </p:cNvPr>
          <p:cNvSpPr txBox="1"/>
          <p:nvPr/>
        </p:nvSpPr>
        <p:spPr>
          <a:xfrm>
            <a:off x="4343399" y="271399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10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7EADA45B-79CD-452C-FCC5-D7BD176BF02D}"/>
              </a:ext>
            </a:extLst>
          </p:cNvPr>
          <p:cNvSpPr txBox="1"/>
          <p:nvPr/>
        </p:nvSpPr>
        <p:spPr>
          <a:xfrm>
            <a:off x="1885949" y="2879090"/>
            <a:ext cx="1879600" cy="1143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71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71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A96CB2DA-9317-FE31-3C90-F77F8A32D88E}"/>
              </a:ext>
            </a:extLst>
          </p:cNvPr>
          <p:cNvSpPr txBox="1"/>
          <p:nvPr/>
        </p:nvSpPr>
        <p:spPr>
          <a:xfrm rot="16200000">
            <a:off x="-1" y="1524000"/>
            <a:ext cx="12700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71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1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7A05D923-3D5A-579E-842D-92FA70C2B355}"/>
              </a:ext>
            </a:extLst>
          </p:cNvPr>
          <p:cNvCxnSpPr/>
          <p:nvPr/>
        </p:nvCxnSpPr>
        <p:spPr>
          <a:xfrm flipV="1">
            <a:off x="1206500" y="600944"/>
            <a:ext cx="359833" cy="15495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7FC939E4-0643-1537-97CD-DA4FFB882F97}"/>
              </a:ext>
            </a:extLst>
          </p:cNvPr>
          <p:cNvCxnSpPr/>
          <p:nvPr/>
        </p:nvCxnSpPr>
        <p:spPr>
          <a:xfrm flipV="1">
            <a:off x="1566333" y="536380"/>
            <a:ext cx="359834" cy="6456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D339E4A8-8E7C-6E08-9839-87359BEC5888}"/>
              </a:ext>
            </a:extLst>
          </p:cNvPr>
          <p:cNvCxnSpPr/>
          <p:nvPr/>
        </p:nvCxnSpPr>
        <p:spPr>
          <a:xfrm>
            <a:off x="1926167" y="536380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16C94098-045F-2176-699E-935664EF1DD4}"/>
              </a:ext>
            </a:extLst>
          </p:cNvPr>
          <p:cNvCxnSpPr/>
          <p:nvPr/>
        </p:nvCxnSpPr>
        <p:spPr>
          <a:xfrm flipV="1">
            <a:off x="2286000" y="523467"/>
            <a:ext cx="359833" cy="1291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B3E4D1C9-381C-BAC5-7DCF-ED7EFBC8FC4C}"/>
              </a:ext>
            </a:extLst>
          </p:cNvPr>
          <p:cNvCxnSpPr/>
          <p:nvPr/>
        </p:nvCxnSpPr>
        <p:spPr>
          <a:xfrm>
            <a:off x="2645833" y="523467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5B44FDB7-2ED6-4025-6BE2-1045A9A6905E}"/>
              </a:ext>
            </a:extLst>
          </p:cNvPr>
          <p:cNvCxnSpPr/>
          <p:nvPr/>
        </p:nvCxnSpPr>
        <p:spPr>
          <a:xfrm flipV="1">
            <a:off x="3005667" y="510554"/>
            <a:ext cx="359833" cy="1291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305B4B93-48CC-40B0-627C-A659BB1525B9}"/>
              </a:ext>
            </a:extLst>
          </p:cNvPr>
          <p:cNvCxnSpPr/>
          <p:nvPr/>
        </p:nvCxnSpPr>
        <p:spPr>
          <a:xfrm>
            <a:off x="3365500" y="510554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>
            <a:extLst>
              <a:ext uri="{FF2B5EF4-FFF2-40B4-BE49-F238E27FC236}">
                <a16:creationId xmlns:a16="http://schemas.microsoft.com/office/drawing/2014/main" id="{6E3A2A8C-C6AF-A74A-7772-7ED500710413}"/>
              </a:ext>
            </a:extLst>
          </p:cNvPr>
          <p:cNvCxnSpPr/>
          <p:nvPr/>
        </p:nvCxnSpPr>
        <p:spPr>
          <a:xfrm>
            <a:off x="3725333" y="510554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E1A09484-0268-762C-48A0-DE9B6F4DEE25}"/>
              </a:ext>
            </a:extLst>
          </p:cNvPr>
          <p:cNvCxnSpPr/>
          <p:nvPr/>
        </p:nvCxnSpPr>
        <p:spPr>
          <a:xfrm>
            <a:off x="4085167" y="510554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椭圆 175">
            <a:extLst>
              <a:ext uri="{FF2B5EF4-FFF2-40B4-BE49-F238E27FC236}">
                <a16:creationId xmlns:a16="http://schemas.microsoft.com/office/drawing/2014/main" id="{01878C46-5CA8-A06B-C4D0-6D4AA0D85777}"/>
              </a:ext>
            </a:extLst>
          </p:cNvPr>
          <p:cNvSpPr/>
          <p:nvPr/>
        </p:nvSpPr>
        <p:spPr>
          <a:xfrm>
            <a:off x="1189673" y="739071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椭圆 176">
            <a:extLst>
              <a:ext uri="{FF2B5EF4-FFF2-40B4-BE49-F238E27FC236}">
                <a16:creationId xmlns:a16="http://schemas.microsoft.com/office/drawing/2014/main" id="{B0AEC18A-34FE-CB75-E20B-F33A7CCCDE38}"/>
              </a:ext>
            </a:extLst>
          </p:cNvPr>
          <p:cNvSpPr/>
          <p:nvPr/>
        </p:nvSpPr>
        <p:spPr>
          <a:xfrm>
            <a:off x="1549506" y="58411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椭圆 177">
            <a:extLst>
              <a:ext uri="{FF2B5EF4-FFF2-40B4-BE49-F238E27FC236}">
                <a16:creationId xmlns:a16="http://schemas.microsoft.com/office/drawing/2014/main" id="{47D0C237-356C-5084-777D-41B70B6AA48C}"/>
              </a:ext>
            </a:extLst>
          </p:cNvPr>
          <p:cNvSpPr/>
          <p:nvPr/>
        </p:nvSpPr>
        <p:spPr>
          <a:xfrm>
            <a:off x="1909339" y="51955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椭圆 178">
            <a:extLst>
              <a:ext uri="{FF2B5EF4-FFF2-40B4-BE49-F238E27FC236}">
                <a16:creationId xmlns:a16="http://schemas.microsoft.com/office/drawing/2014/main" id="{CA71A4F4-1F90-E907-B653-D49640A39B9F}"/>
              </a:ext>
            </a:extLst>
          </p:cNvPr>
          <p:cNvSpPr/>
          <p:nvPr/>
        </p:nvSpPr>
        <p:spPr>
          <a:xfrm>
            <a:off x="2269173" y="519552"/>
            <a:ext cx="33654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3BE62138-2022-CA2F-A706-1CC959BF3BA9}"/>
              </a:ext>
            </a:extLst>
          </p:cNvPr>
          <p:cNvSpPr/>
          <p:nvPr/>
        </p:nvSpPr>
        <p:spPr>
          <a:xfrm>
            <a:off x="2629006" y="506640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椭圆 180">
            <a:extLst>
              <a:ext uri="{FF2B5EF4-FFF2-40B4-BE49-F238E27FC236}">
                <a16:creationId xmlns:a16="http://schemas.microsoft.com/office/drawing/2014/main" id="{93DE2995-267B-8924-2927-FDCD7EEE68FB}"/>
              </a:ext>
            </a:extLst>
          </p:cNvPr>
          <p:cNvSpPr/>
          <p:nvPr/>
        </p:nvSpPr>
        <p:spPr>
          <a:xfrm>
            <a:off x="2988839" y="506640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椭圆 181">
            <a:extLst>
              <a:ext uri="{FF2B5EF4-FFF2-40B4-BE49-F238E27FC236}">
                <a16:creationId xmlns:a16="http://schemas.microsoft.com/office/drawing/2014/main" id="{FCDD9264-6DA5-A4E5-6335-C0890F978DAA}"/>
              </a:ext>
            </a:extLst>
          </p:cNvPr>
          <p:cNvSpPr/>
          <p:nvPr/>
        </p:nvSpPr>
        <p:spPr>
          <a:xfrm>
            <a:off x="3348672" y="49372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椭圆 182">
            <a:extLst>
              <a:ext uri="{FF2B5EF4-FFF2-40B4-BE49-F238E27FC236}">
                <a16:creationId xmlns:a16="http://schemas.microsoft.com/office/drawing/2014/main" id="{DED631C2-2EFD-6841-2103-A6E73B28D304}"/>
              </a:ext>
            </a:extLst>
          </p:cNvPr>
          <p:cNvSpPr/>
          <p:nvPr/>
        </p:nvSpPr>
        <p:spPr>
          <a:xfrm>
            <a:off x="3708506" y="49372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FBC79AE9-4B0E-982D-3D07-B7D3F8C8444F}"/>
              </a:ext>
            </a:extLst>
          </p:cNvPr>
          <p:cNvSpPr/>
          <p:nvPr/>
        </p:nvSpPr>
        <p:spPr>
          <a:xfrm>
            <a:off x="4068339" y="49372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椭圆 184">
            <a:extLst>
              <a:ext uri="{FF2B5EF4-FFF2-40B4-BE49-F238E27FC236}">
                <a16:creationId xmlns:a16="http://schemas.microsoft.com/office/drawing/2014/main" id="{1266A701-19B4-8ED2-BBA9-A59EC051A2D7}"/>
              </a:ext>
            </a:extLst>
          </p:cNvPr>
          <p:cNvSpPr/>
          <p:nvPr/>
        </p:nvSpPr>
        <p:spPr>
          <a:xfrm>
            <a:off x="4428172" y="49372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E57F0288-31F1-9EC1-2650-2C3E95FEF110}"/>
              </a:ext>
            </a:extLst>
          </p:cNvPr>
          <p:cNvCxnSpPr/>
          <p:nvPr/>
        </p:nvCxnSpPr>
        <p:spPr>
          <a:xfrm flipV="1">
            <a:off x="1206500" y="812850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D0958209-9F63-8939-D575-3F82F5BCFE17}"/>
              </a:ext>
            </a:extLst>
          </p:cNvPr>
          <p:cNvCxnSpPr/>
          <p:nvPr/>
        </p:nvCxnSpPr>
        <p:spPr>
          <a:xfrm flipV="1">
            <a:off x="1267781" y="782063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>
            <a:extLst>
              <a:ext uri="{FF2B5EF4-FFF2-40B4-BE49-F238E27FC236}">
                <a16:creationId xmlns:a16="http://schemas.microsoft.com/office/drawing/2014/main" id="{C8A0A178-6D0A-8EF5-7F94-1DBBC2D7A388}"/>
              </a:ext>
            </a:extLst>
          </p:cNvPr>
          <p:cNvCxnSpPr/>
          <p:nvPr/>
        </p:nvCxnSpPr>
        <p:spPr>
          <a:xfrm flipV="1">
            <a:off x="1308635" y="78206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C2C030F1-25B1-35EB-5403-920252334344}"/>
              </a:ext>
            </a:extLst>
          </p:cNvPr>
          <p:cNvCxnSpPr/>
          <p:nvPr/>
        </p:nvCxnSpPr>
        <p:spPr>
          <a:xfrm flipV="1">
            <a:off x="1329062" y="751276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C58581C8-2E84-DBA0-D7F7-E35892965581}"/>
              </a:ext>
            </a:extLst>
          </p:cNvPr>
          <p:cNvCxnSpPr/>
          <p:nvPr/>
        </p:nvCxnSpPr>
        <p:spPr>
          <a:xfrm flipV="1">
            <a:off x="1369916" y="751275"/>
            <a:ext cx="0" cy="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4D84CEEC-913D-6894-4043-2176C256828C}"/>
              </a:ext>
            </a:extLst>
          </p:cNvPr>
          <p:cNvCxnSpPr/>
          <p:nvPr/>
        </p:nvCxnSpPr>
        <p:spPr>
          <a:xfrm flipV="1">
            <a:off x="1390343" y="720488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63C8C417-22CD-14A8-C7AE-BC90DC9D2312}"/>
              </a:ext>
            </a:extLst>
          </p:cNvPr>
          <p:cNvCxnSpPr/>
          <p:nvPr/>
        </p:nvCxnSpPr>
        <p:spPr>
          <a:xfrm flipV="1">
            <a:off x="1431197" y="72048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45E8C7B6-1267-1EE6-7336-54979E20B51A}"/>
              </a:ext>
            </a:extLst>
          </p:cNvPr>
          <p:cNvCxnSpPr/>
          <p:nvPr/>
        </p:nvCxnSpPr>
        <p:spPr>
          <a:xfrm flipV="1">
            <a:off x="1451624" y="689701"/>
            <a:ext cx="40854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77FBA4B3-64E0-B89C-2B0A-720F3E2C4737}"/>
              </a:ext>
            </a:extLst>
          </p:cNvPr>
          <p:cNvCxnSpPr/>
          <p:nvPr/>
        </p:nvCxnSpPr>
        <p:spPr>
          <a:xfrm flipV="1">
            <a:off x="1512905" y="658913"/>
            <a:ext cx="40853" cy="20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5230CD60-CCE2-4060-9B22-94CA118FE351}"/>
              </a:ext>
            </a:extLst>
          </p:cNvPr>
          <p:cNvCxnSpPr/>
          <p:nvPr/>
        </p:nvCxnSpPr>
        <p:spPr>
          <a:xfrm flipV="1">
            <a:off x="1553758" y="658913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5AB0059E-5762-2805-75FB-999FEE053B34}"/>
              </a:ext>
            </a:extLst>
          </p:cNvPr>
          <p:cNvCxnSpPr/>
          <p:nvPr/>
        </p:nvCxnSpPr>
        <p:spPr>
          <a:xfrm flipV="1">
            <a:off x="1574983" y="642969"/>
            <a:ext cx="45001" cy="80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8A70D547-BA42-EDEA-BC90-91BED34971AE}"/>
              </a:ext>
            </a:extLst>
          </p:cNvPr>
          <p:cNvCxnSpPr/>
          <p:nvPr/>
        </p:nvCxnSpPr>
        <p:spPr>
          <a:xfrm flipV="1">
            <a:off x="1619984" y="642969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961F97C5-293E-580D-5F73-043DDFB5441D}"/>
              </a:ext>
            </a:extLst>
          </p:cNvPr>
          <p:cNvCxnSpPr/>
          <p:nvPr/>
        </p:nvCxnSpPr>
        <p:spPr>
          <a:xfrm flipV="1">
            <a:off x="1642485" y="630857"/>
            <a:ext cx="45001" cy="80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25459B5F-7371-099D-3FA5-343B423A2535}"/>
              </a:ext>
            </a:extLst>
          </p:cNvPr>
          <p:cNvCxnSpPr/>
          <p:nvPr/>
        </p:nvCxnSpPr>
        <p:spPr>
          <a:xfrm flipV="1">
            <a:off x="1709987" y="618746"/>
            <a:ext cx="45001" cy="80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81549BA3-EE3F-FC02-498B-0C0B1D066388}"/>
              </a:ext>
            </a:extLst>
          </p:cNvPr>
          <p:cNvCxnSpPr/>
          <p:nvPr/>
        </p:nvCxnSpPr>
        <p:spPr>
          <a:xfrm>
            <a:off x="1754988" y="61874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直接连接符 200">
            <a:extLst>
              <a:ext uri="{FF2B5EF4-FFF2-40B4-BE49-F238E27FC236}">
                <a16:creationId xmlns:a16="http://schemas.microsoft.com/office/drawing/2014/main" id="{BD638944-670C-129C-6906-05D2BF90405C}"/>
              </a:ext>
            </a:extLst>
          </p:cNvPr>
          <p:cNvCxnSpPr/>
          <p:nvPr/>
        </p:nvCxnSpPr>
        <p:spPr>
          <a:xfrm flipV="1">
            <a:off x="1777489" y="606634"/>
            <a:ext cx="45001" cy="80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F90AFB1C-C261-E28A-3C18-F6257986E78B}"/>
              </a:ext>
            </a:extLst>
          </p:cNvPr>
          <p:cNvCxnSpPr/>
          <p:nvPr/>
        </p:nvCxnSpPr>
        <p:spPr>
          <a:xfrm>
            <a:off x="1822490" y="60663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2A732D4C-740E-A231-7FDE-84B0A2E4EA39}"/>
              </a:ext>
            </a:extLst>
          </p:cNvPr>
          <p:cNvCxnSpPr/>
          <p:nvPr/>
        </p:nvCxnSpPr>
        <p:spPr>
          <a:xfrm flipV="1">
            <a:off x="1844991" y="594522"/>
            <a:ext cx="45001" cy="80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D294B7B9-A613-7430-D964-470868D5EA0C}"/>
              </a:ext>
            </a:extLst>
          </p:cNvPr>
          <p:cNvCxnSpPr/>
          <p:nvPr/>
        </p:nvCxnSpPr>
        <p:spPr>
          <a:xfrm flipV="1">
            <a:off x="1912493" y="588031"/>
            <a:ext cx="13674" cy="245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21DE607F-DB33-F346-F387-B734C199A460}"/>
              </a:ext>
            </a:extLst>
          </p:cNvPr>
          <p:cNvCxnSpPr/>
          <p:nvPr/>
        </p:nvCxnSpPr>
        <p:spPr>
          <a:xfrm flipV="1">
            <a:off x="1926167" y="586890"/>
            <a:ext cx="31807" cy="114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E0D6FA68-06A6-1A33-F860-13DACA14A9B4}"/>
              </a:ext>
            </a:extLst>
          </p:cNvPr>
          <p:cNvCxnSpPr/>
          <p:nvPr/>
        </p:nvCxnSpPr>
        <p:spPr>
          <a:xfrm flipV="1">
            <a:off x="1980819" y="584430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E04D4E80-8B6F-4028-A238-E3E233CDCD30}"/>
              </a:ext>
            </a:extLst>
          </p:cNvPr>
          <p:cNvCxnSpPr/>
          <p:nvPr/>
        </p:nvCxnSpPr>
        <p:spPr>
          <a:xfrm flipV="1">
            <a:off x="2049355" y="581971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65C740F3-ABD4-1C22-3D3A-9D7364A18F0E}"/>
              </a:ext>
            </a:extLst>
          </p:cNvPr>
          <p:cNvCxnSpPr/>
          <p:nvPr/>
        </p:nvCxnSpPr>
        <p:spPr>
          <a:xfrm>
            <a:off x="2095046" y="58197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AC56C697-0321-347A-6954-431AF43651A2}"/>
              </a:ext>
            </a:extLst>
          </p:cNvPr>
          <p:cNvCxnSpPr/>
          <p:nvPr/>
        </p:nvCxnSpPr>
        <p:spPr>
          <a:xfrm flipV="1">
            <a:off x="2117891" y="579512"/>
            <a:ext cx="45690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58E5548D-8D54-40D6-F385-3C1E27BB9D1B}"/>
              </a:ext>
            </a:extLst>
          </p:cNvPr>
          <p:cNvCxnSpPr/>
          <p:nvPr/>
        </p:nvCxnSpPr>
        <p:spPr>
          <a:xfrm flipV="1">
            <a:off x="2163581" y="579511"/>
            <a:ext cx="1" cy="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83A2CAF4-3F13-75C7-B938-15A7E849846B}"/>
              </a:ext>
            </a:extLst>
          </p:cNvPr>
          <p:cNvCxnSpPr/>
          <p:nvPr/>
        </p:nvCxnSpPr>
        <p:spPr>
          <a:xfrm flipV="1">
            <a:off x="2186427" y="577052"/>
            <a:ext cx="45690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连接符 211">
            <a:extLst>
              <a:ext uri="{FF2B5EF4-FFF2-40B4-BE49-F238E27FC236}">
                <a16:creationId xmlns:a16="http://schemas.microsoft.com/office/drawing/2014/main" id="{7C7C9E0D-7BA4-5F2C-4468-1616DF012586}"/>
              </a:ext>
            </a:extLst>
          </p:cNvPr>
          <p:cNvCxnSpPr/>
          <p:nvPr/>
        </p:nvCxnSpPr>
        <p:spPr>
          <a:xfrm>
            <a:off x="2232117" y="577052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33A5C0A-F158-59AE-3805-880841A358E7}"/>
              </a:ext>
            </a:extLst>
          </p:cNvPr>
          <p:cNvCxnSpPr/>
          <p:nvPr/>
        </p:nvCxnSpPr>
        <p:spPr>
          <a:xfrm flipV="1">
            <a:off x="2254963" y="575118"/>
            <a:ext cx="31037" cy="111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5E79EEE9-06EF-2016-DB14-BC370D915E60}"/>
              </a:ext>
            </a:extLst>
          </p:cNvPr>
          <p:cNvCxnSpPr/>
          <p:nvPr/>
        </p:nvCxnSpPr>
        <p:spPr>
          <a:xfrm flipV="1">
            <a:off x="2286000" y="574593"/>
            <a:ext cx="14653" cy="52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6146B3DC-C14A-47D0-FBFC-FBCB8C0288BC}"/>
              </a:ext>
            </a:extLst>
          </p:cNvPr>
          <p:cNvCxnSpPr/>
          <p:nvPr/>
        </p:nvCxnSpPr>
        <p:spPr>
          <a:xfrm>
            <a:off x="2300653" y="57459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20621AE5-0781-A262-A4F3-21FB3C319EC6}"/>
              </a:ext>
            </a:extLst>
          </p:cNvPr>
          <p:cNvCxnSpPr/>
          <p:nvPr/>
        </p:nvCxnSpPr>
        <p:spPr>
          <a:xfrm flipV="1">
            <a:off x="2323498" y="572133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EE68AC9E-75FA-47A8-D972-56849258E28F}"/>
              </a:ext>
            </a:extLst>
          </p:cNvPr>
          <p:cNvCxnSpPr/>
          <p:nvPr/>
        </p:nvCxnSpPr>
        <p:spPr>
          <a:xfrm>
            <a:off x="2369189" y="57213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52286EC0-FC7D-2E24-9F42-34B59D770573}"/>
              </a:ext>
            </a:extLst>
          </p:cNvPr>
          <p:cNvCxnSpPr/>
          <p:nvPr/>
        </p:nvCxnSpPr>
        <p:spPr>
          <a:xfrm flipV="1">
            <a:off x="2392034" y="569674"/>
            <a:ext cx="45691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4931721D-0A37-C681-C72B-8C5D183074D7}"/>
              </a:ext>
            </a:extLst>
          </p:cNvPr>
          <p:cNvCxnSpPr/>
          <p:nvPr/>
        </p:nvCxnSpPr>
        <p:spPr>
          <a:xfrm>
            <a:off x="2437725" y="56967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直接连接符 219">
            <a:extLst>
              <a:ext uri="{FF2B5EF4-FFF2-40B4-BE49-F238E27FC236}">
                <a16:creationId xmlns:a16="http://schemas.microsoft.com/office/drawing/2014/main" id="{A57C669E-9E28-3A32-8425-1E37E910F63D}"/>
              </a:ext>
            </a:extLst>
          </p:cNvPr>
          <p:cNvCxnSpPr/>
          <p:nvPr/>
        </p:nvCxnSpPr>
        <p:spPr>
          <a:xfrm flipV="1">
            <a:off x="2460570" y="567214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9AD1A02-4B83-4F7A-61E4-A4BD2E9018AB}"/>
              </a:ext>
            </a:extLst>
          </p:cNvPr>
          <p:cNvCxnSpPr/>
          <p:nvPr/>
        </p:nvCxnSpPr>
        <p:spPr>
          <a:xfrm>
            <a:off x="2506261" y="5672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60CD23FA-B540-FEFA-D587-177CD1FF30B2}"/>
              </a:ext>
            </a:extLst>
          </p:cNvPr>
          <p:cNvCxnSpPr/>
          <p:nvPr/>
        </p:nvCxnSpPr>
        <p:spPr>
          <a:xfrm flipV="1">
            <a:off x="2529106" y="564755"/>
            <a:ext cx="45691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C04A8CA3-C71B-7A48-5ECC-F5073EAB9175}"/>
              </a:ext>
            </a:extLst>
          </p:cNvPr>
          <p:cNvCxnSpPr/>
          <p:nvPr/>
        </p:nvCxnSpPr>
        <p:spPr>
          <a:xfrm flipV="1">
            <a:off x="2597642" y="562295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接连接符 223">
            <a:extLst>
              <a:ext uri="{FF2B5EF4-FFF2-40B4-BE49-F238E27FC236}">
                <a16:creationId xmlns:a16="http://schemas.microsoft.com/office/drawing/2014/main" id="{91D5D9F9-F266-2CF7-DE15-00C2C23471C4}"/>
              </a:ext>
            </a:extLst>
          </p:cNvPr>
          <p:cNvCxnSpPr/>
          <p:nvPr/>
        </p:nvCxnSpPr>
        <p:spPr>
          <a:xfrm flipV="1">
            <a:off x="2666178" y="559836"/>
            <a:ext cx="45690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6271B8C9-79F8-0F84-4094-EE966600CB87}"/>
              </a:ext>
            </a:extLst>
          </p:cNvPr>
          <p:cNvCxnSpPr/>
          <p:nvPr/>
        </p:nvCxnSpPr>
        <p:spPr>
          <a:xfrm>
            <a:off x="2711868" y="55983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直接连接符 225">
            <a:extLst>
              <a:ext uri="{FF2B5EF4-FFF2-40B4-BE49-F238E27FC236}">
                <a16:creationId xmlns:a16="http://schemas.microsoft.com/office/drawing/2014/main" id="{A883ECD3-B500-EE7C-BA3A-7C9B920FB46B}"/>
              </a:ext>
            </a:extLst>
          </p:cNvPr>
          <p:cNvCxnSpPr/>
          <p:nvPr/>
        </p:nvCxnSpPr>
        <p:spPr>
          <a:xfrm flipV="1">
            <a:off x="2734714" y="557376"/>
            <a:ext cx="45690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8131C4AC-57C6-4470-B9D8-D82AC8045F2E}"/>
              </a:ext>
            </a:extLst>
          </p:cNvPr>
          <p:cNvCxnSpPr/>
          <p:nvPr/>
        </p:nvCxnSpPr>
        <p:spPr>
          <a:xfrm flipV="1">
            <a:off x="2803250" y="554917"/>
            <a:ext cx="45690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52562FEA-F52C-13AB-6E70-6F48CEE5E881}"/>
              </a:ext>
            </a:extLst>
          </p:cNvPr>
          <p:cNvCxnSpPr/>
          <p:nvPr/>
        </p:nvCxnSpPr>
        <p:spPr>
          <a:xfrm flipV="1">
            <a:off x="2871786" y="552458"/>
            <a:ext cx="45690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FC88685A-1C2A-9049-EB2A-0F05D36B760D}"/>
              </a:ext>
            </a:extLst>
          </p:cNvPr>
          <p:cNvCxnSpPr/>
          <p:nvPr/>
        </p:nvCxnSpPr>
        <p:spPr>
          <a:xfrm flipV="1">
            <a:off x="2940321" y="549998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7583B9BB-54FF-990D-2109-FE4FBAD075D3}"/>
              </a:ext>
            </a:extLst>
          </p:cNvPr>
          <p:cNvCxnSpPr/>
          <p:nvPr/>
        </p:nvCxnSpPr>
        <p:spPr>
          <a:xfrm>
            <a:off x="2986012" y="5499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EDC9BC04-8790-C6B8-E929-93D6E8364D04}"/>
              </a:ext>
            </a:extLst>
          </p:cNvPr>
          <p:cNvCxnSpPr/>
          <p:nvPr/>
        </p:nvCxnSpPr>
        <p:spPr>
          <a:xfrm flipV="1">
            <a:off x="3008857" y="547539"/>
            <a:ext cx="45691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EC020526-6787-A7A8-3A9F-44090C8E4433}"/>
              </a:ext>
            </a:extLst>
          </p:cNvPr>
          <p:cNvCxnSpPr/>
          <p:nvPr/>
        </p:nvCxnSpPr>
        <p:spPr>
          <a:xfrm flipV="1">
            <a:off x="3054548" y="547539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0D018A0-8189-B3A6-D8B1-4B8D0DE606F4}"/>
              </a:ext>
            </a:extLst>
          </p:cNvPr>
          <p:cNvCxnSpPr/>
          <p:nvPr/>
        </p:nvCxnSpPr>
        <p:spPr>
          <a:xfrm flipV="1">
            <a:off x="3077393" y="545079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9BD78661-485C-19D9-9FEE-6FC5041B7E2D}"/>
              </a:ext>
            </a:extLst>
          </p:cNvPr>
          <p:cNvCxnSpPr/>
          <p:nvPr/>
        </p:nvCxnSpPr>
        <p:spPr>
          <a:xfrm flipV="1">
            <a:off x="3145929" y="542620"/>
            <a:ext cx="45691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接连接符 234">
            <a:extLst>
              <a:ext uri="{FF2B5EF4-FFF2-40B4-BE49-F238E27FC236}">
                <a16:creationId xmlns:a16="http://schemas.microsoft.com/office/drawing/2014/main" id="{60DAF3A5-3A40-F980-F81C-3B8C2F51C006}"/>
              </a:ext>
            </a:extLst>
          </p:cNvPr>
          <p:cNvCxnSpPr/>
          <p:nvPr/>
        </p:nvCxnSpPr>
        <p:spPr>
          <a:xfrm flipV="1">
            <a:off x="3214465" y="540160"/>
            <a:ext cx="45691" cy="16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A9D48160-0901-E205-D872-0B7EC42E9C25}"/>
              </a:ext>
            </a:extLst>
          </p:cNvPr>
          <p:cNvCxnSpPr/>
          <p:nvPr/>
        </p:nvCxnSpPr>
        <p:spPr>
          <a:xfrm flipV="1">
            <a:off x="3283001" y="537701"/>
            <a:ext cx="45690" cy="16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A7790E4D-55C4-B65A-0829-7821D2EAE10C}"/>
              </a:ext>
            </a:extLst>
          </p:cNvPr>
          <p:cNvCxnSpPr/>
          <p:nvPr/>
        </p:nvCxnSpPr>
        <p:spPr>
          <a:xfrm>
            <a:off x="3328691" y="5377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连接符 237">
            <a:extLst>
              <a:ext uri="{FF2B5EF4-FFF2-40B4-BE49-F238E27FC236}">
                <a16:creationId xmlns:a16="http://schemas.microsoft.com/office/drawing/2014/main" id="{728F24E6-D7E9-6A57-AB99-F7B566ED377F}"/>
              </a:ext>
            </a:extLst>
          </p:cNvPr>
          <p:cNvCxnSpPr/>
          <p:nvPr/>
        </p:nvCxnSpPr>
        <p:spPr>
          <a:xfrm flipV="1">
            <a:off x="3351537" y="536380"/>
            <a:ext cx="13963" cy="50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直接连接符 238">
            <a:extLst>
              <a:ext uri="{FF2B5EF4-FFF2-40B4-BE49-F238E27FC236}">
                <a16:creationId xmlns:a16="http://schemas.microsoft.com/office/drawing/2014/main" id="{D16B594A-6132-115E-DEDA-B5C073D233E8}"/>
              </a:ext>
            </a:extLst>
          </p:cNvPr>
          <p:cNvCxnSpPr/>
          <p:nvPr/>
        </p:nvCxnSpPr>
        <p:spPr>
          <a:xfrm>
            <a:off x="3365500" y="536380"/>
            <a:ext cx="31748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506C5FA8-2D8A-2922-63C3-42875F47B113}"/>
              </a:ext>
            </a:extLst>
          </p:cNvPr>
          <p:cNvCxnSpPr/>
          <p:nvPr/>
        </p:nvCxnSpPr>
        <p:spPr>
          <a:xfrm>
            <a:off x="339724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8839AF2E-F579-3329-5A9F-D5FB29C6DADE}"/>
              </a:ext>
            </a:extLst>
          </p:cNvPr>
          <p:cNvCxnSpPr/>
          <p:nvPr/>
        </p:nvCxnSpPr>
        <p:spPr>
          <a:xfrm>
            <a:off x="342010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接连接符 241">
            <a:extLst>
              <a:ext uri="{FF2B5EF4-FFF2-40B4-BE49-F238E27FC236}">
                <a16:creationId xmlns:a16="http://schemas.microsoft.com/office/drawing/2014/main" id="{6894F971-29E2-5738-D8ED-DCFC0B4FB9AC}"/>
              </a:ext>
            </a:extLst>
          </p:cNvPr>
          <p:cNvCxnSpPr/>
          <p:nvPr/>
        </p:nvCxnSpPr>
        <p:spPr>
          <a:xfrm>
            <a:off x="346582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4C8D20B8-B4F5-F1A3-BE80-CA250F0B3416}"/>
              </a:ext>
            </a:extLst>
          </p:cNvPr>
          <p:cNvCxnSpPr/>
          <p:nvPr/>
        </p:nvCxnSpPr>
        <p:spPr>
          <a:xfrm>
            <a:off x="348868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6A135609-6CF5-BD06-0349-DB473DE9A8D6}"/>
              </a:ext>
            </a:extLst>
          </p:cNvPr>
          <p:cNvCxnSpPr/>
          <p:nvPr/>
        </p:nvCxnSpPr>
        <p:spPr>
          <a:xfrm>
            <a:off x="355726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66DD3B1A-F1FB-C89B-6138-22AA9C408578}"/>
              </a:ext>
            </a:extLst>
          </p:cNvPr>
          <p:cNvCxnSpPr/>
          <p:nvPr/>
        </p:nvCxnSpPr>
        <p:spPr>
          <a:xfrm>
            <a:off x="360298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EF1E17AF-779F-70BE-CB68-FDBED95B219D}"/>
              </a:ext>
            </a:extLst>
          </p:cNvPr>
          <p:cNvCxnSpPr/>
          <p:nvPr/>
        </p:nvCxnSpPr>
        <p:spPr>
          <a:xfrm>
            <a:off x="362584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直接连接符 246">
            <a:extLst>
              <a:ext uri="{FF2B5EF4-FFF2-40B4-BE49-F238E27FC236}">
                <a16:creationId xmlns:a16="http://schemas.microsoft.com/office/drawing/2014/main" id="{104DDB83-F008-ABB7-16F8-D194F09FD103}"/>
              </a:ext>
            </a:extLst>
          </p:cNvPr>
          <p:cNvCxnSpPr/>
          <p:nvPr/>
        </p:nvCxnSpPr>
        <p:spPr>
          <a:xfrm>
            <a:off x="3694428" y="536380"/>
            <a:ext cx="30905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07DE450-A65D-BC99-23B6-9F871C04CCC3}"/>
              </a:ext>
            </a:extLst>
          </p:cNvPr>
          <p:cNvCxnSpPr/>
          <p:nvPr/>
        </p:nvCxnSpPr>
        <p:spPr>
          <a:xfrm>
            <a:off x="3725333" y="536380"/>
            <a:ext cx="14815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C11E5BC2-9755-ADDE-080E-BEB4C6310447}"/>
              </a:ext>
            </a:extLst>
          </p:cNvPr>
          <p:cNvCxnSpPr/>
          <p:nvPr/>
        </p:nvCxnSpPr>
        <p:spPr>
          <a:xfrm>
            <a:off x="374014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直接连接符 249">
            <a:extLst>
              <a:ext uri="{FF2B5EF4-FFF2-40B4-BE49-F238E27FC236}">
                <a16:creationId xmlns:a16="http://schemas.microsoft.com/office/drawing/2014/main" id="{AD021DFF-7015-5F30-3B34-14D88A501E17}"/>
              </a:ext>
            </a:extLst>
          </p:cNvPr>
          <p:cNvCxnSpPr/>
          <p:nvPr/>
        </p:nvCxnSpPr>
        <p:spPr>
          <a:xfrm>
            <a:off x="376300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直接连接符 250">
            <a:extLst>
              <a:ext uri="{FF2B5EF4-FFF2-40B4-BE49-F238E27FC236}">
                <a16:creationId xmlns:a16="http://schemas.microsoft.com/office/drawing/2014/main" id="{3F6E176C-7401-6C70-3D75-A57E85151454}"/>
              </a:ext>
            </a:extLst>
          </p:cNvPr>
          <p:cNvCxnSpPr/>
          <p:nvPr/>
        </p:nvCxnSpPr>
        <p:spPr>
          <a:xfrm>
            <a:off x="380872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92EC89F8-5F0B-536B-C0B8-0B7146E880A0}"/>
              </a:ext>
            </a:extLst>
          </p:cNvPr>
          <p:cNvCxnSpPr/>
          <p:nvPr/>
        </p:nvCxnSpPr>
        <p:spPr>
          <a:xfrm>
            <a:off x="383158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8F95FF60-111E-8220-032A-50F87CDA15EC}"/>
              </a:ext>
            </a:extLst>
          </p:cNvPr>
          <p:cNvCxnSpPr/>
          <p:nvPr/>
        </p:nvCxnSpPr>
        <p:spPr>
          <a:xfrm>
            <a:off x="390016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4E019839-ED6E-E78B-D1E7-2101B67159E0}"/>
              </a:ext>
            </a:extLst>
          </p:cNvPr>
          <p:cNvCxnSpPr/>
          <p:nvPr/>
        </p:nvCxnSpPr>
        <p:spPr>
          <a:xfrm>
            <a:off x="396874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C479281D-E0ED-D7E7-A5E8-051BA9751E17}"/>
              </a:ext>
            </a:extLst>
          </p:cNvPr>
          <p:cNvCxnSpPr/>
          <p:nvPr/>
        </p:nvCxnSpPr>
        <p:spPr>
          <a:xfrm>
            <a:off x="401446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7FA668A5-D9D7-2E40-5670-A7F183D12C7D}"/>
              </a:ext>
            </a:extLst>
          </p:cNvPr>
          <p:cNvCxnSpPr/>
          <p:nvPr/>
        </p:nvCxnSpPr>
        <p:spPr>
          <a:xfrm>
            <a:off x="403732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直接连接符 256">
            <a:extLst>
              <a:ext uri="{FF2B5EF4-FFF2-40B4-BE49-F238E27FC236}">
                <a16:creationId xmlns:a16="http://schemas.microsoft.com/office/drawing/2014/main" id="{77A1B25F-D604-207A-F616-6F09930D25A0}"/>
              </a:ext>
            </a:extLst>
          </p:cNvPr>
          <p:cNvCxnSpPr/>
          <p:nvPr/>
        </p:nvCxnSpPr>
        <p:spPr>
          <a:xfrm>
            <a:off x="410590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09CA8D41-5EED-5222-0C92-D8435AF0DFEB}"/>
              </a:ext>
            </a:extLst>
          </p:cNvPr>
          <p:cNvCxnSpPr/>
          <p:nvPr/>
        </p:nvCxnSpPr>
        <p:spPr>
          <a:xfrm>
            <a:off x="4151628" y="5363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连接符 258">
            <a:extLst>
              <a:ext uri="{FF2B5EF4-FFF2-40B4-BE49-F238E27FC236}">
                <a16:creationId xmlns:a16="http://schemas.microsoft.com/office/drawing/2014/main" id="{E93FC3AD-7E0D-172B-D018-B3BDA5AA05FC}"/>
              </a:ext>
            </a:extLst>
          </p:cNvPr>
          <p:cNvCxnSpPr/>
          <p:nvPr/>
        </p:nvCxnSpPr>
        <p:spPr>
          <a:xfrm>
            <a:off x="417448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连接符 259">
            <a:extLst>
              <a:ext uri="{FF2B5EF4-FFF2-40B4-BE49-F238E27FC236}">
                <a16:creationId xmlns:a16="http://schemas.microsoft.com/office/drawing/2014/main" id="{7CBE49F9-8688-A51D-9B76-87C3D4B7D667}"/>
              </a:ext>
            </a:extLst>
          </p:cNvPr>
          <p:cNvCxnSpPr/>
          <p:nvPr/>
        </p:nvCxnSpPr>
        <p:spPr>
          <a:xfrm>
            <a:off x="424306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1C414DCF-8D36-5550-3EB5-BB310491D5B0}"/>
              </a:ext>
            </a:extLst>
          </p:cNvPr>
          <p:cNvCxnSpPr/>
          <p:nvPr/>
        </p:nvCxnSpPr>
        <p:spPr>
          <a:xfrm>
            <a:off x="431164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直接连接符 261">
            <a:extLst>
              <a:ext uri="{FF2B5EF4-FFF2-40B4-BE49-F238E27FC236}">
                <a16:creationId xmlns:a16="http://schemas.microsoft.com/office/drawing/2014/main" id="{264488CC-AF09-9448-0A27-036E7541BC71}"/>
              </a:ext>
            </a:extLst>
          </p:cNvPr>
          <p:cNvCxnSpPr/>
          <p:nvPr/>
        </p:nvCxnSpPr>
        <p:spPr>
          <a:xfrm>
            <a:off x="4380228" y="53638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矩形 262">
            <a:extLst>
              <a:ext uri="{FF2B5EF4-FFF2-40B4-BE49-F238E27FC236}">
                <a16:creationId xmlns:a16="http://schemas.microsoft.com/office/drawing/2014/main" id="{3C3E63CC-CE02-C778-6162-ACE09F953B95}"/>
              </a:ext>
            </a:extLst>
          </p:cNvPr>
          <p:cNvSpPr/>
          <p:nvPr/>
        </p:nvSpPr>
        <p:spPr>
          <a:xfrm>
            <a:off x="1189673" y="81654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矩形 263">
            <a:extLst>
              <a:ext uri="{FF2B5EF4-FFF2-40B4-BE49-F238E27FC236}">
                <a16:creationId xmlns:a16="http://schemas.microsoft.com/office/drawing/2014/main" id="{DFB0A978-1D4D-78C5-BEF5-1185D455949E}"/>
              </a:ext>
            </a:extLst>
          </p:cNvPr>
          <p:cNvSpPr/>
          <p:nvPr/>
        </p:nvSpPr>
        <p:spPr>
          <a:xfrm>
            <a:off x="1549506" y="63576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矩形 264">
            <a:extLst>
              <a:ext uri="{FF2B5EF4-FFF2-40B4-BE49-F238E27FC236}">
                <a16:creationId xmlns:a16="http://schemas.microsoft.com/office/drawing/2014/main" id="{4C555627-BA22-1151-C798-5659432F82C3}"/>
              </a:ext>
            </a:extLst>
          </p:cNvPr>
          <p:cNvSpPr/>
          <p:nvPr/>
        </p:nvSpPr>
        <p:spPr>
          <a:xfrm>
            <a:off x="1909339" y="571204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457F9715-4002-CE30-3435-25A58E70BF9A}"/>
              </a:ext>
            </a:extLst>
          </p:cNvPr>
          <p:cNvSpPr/>
          <p:nvPr/>
        </p:nvSpPr>
        <p:spPr>
          <a:xfrm>
            <a:off x="2269173" y="558291"/>
            <a:ext cx="33654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矩形 266">
            <a:extLst>
              <a:ext uri="{FF2B5EF4-FFF2-40B4-BE49-F238E27FC236}">
                <a16:creationId xmlns:a16="http://schemas.microsoft.com/office/drawing/2014/main" id="{86585298-C3D2-3288-29C2-376925C85961}"/>
              </a:ext>
            </a:extLst>
          </p:cNvPr>
          <p:cNvSpPr/>
          <p:nvPr/>
        </p:nvSpPr>
        <p:spPr>
          <a:xfrm>
            <a:off x="2629006" y="54537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矩形 267">
            <a:extLst>
              <a:ext uri="{FF2B5EF4-FFF2-40B4-BE49-F238E27FC236}">
                <a16:creationId xmlns:a16="http://schemas.microsoft.com/office/drawing/2014/main" id="{85B93E41-0FA7-49B5-A59E-ED19FBD5BB84}"/>
              </a:ext>
            </a:extLst>
          </p:cNvPr>
          <p:cNvSpPr/>
          <p:nvPr/>
        </p:nvSpPr>
        <p:spPr>
          <a:xfrm>
            <a:off x="2988839" y="532465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 268">
            <a:extLst>
              <a:ext uri="{FF2B5EF4-FFF2-40B4-BE49-F238E27FC236}">
                <a16:creationId xmlns:a16="http://schemas.microsoft.com/office/drawing/2014/main" id="{1CCC3951-D27A-DB6F-E45F-3FE06E34B8E3}"/>
              </a:ext>
            </a:extLst>
          </p:cNvPr>
          <p:cNvSpPr/>
          <p:nvPr/>
        </p:nvSpPr>
        <p:spPr>
          <a:xfrm>
            <a:off x="3348672" y="5195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0" name="矩形 269">
            <a:extLst>
              <a:ext uri="{FF2B5EF4-FFF2-40B4-BE49-F238E27FC236}">
                <a16:creationId xmlns:a16="http://schemas.microsoft.com/office/drawing/2014/main" id="{328D6610-6BBA-6F01-327D-B1D196F5C21C}"/>
              </a:ext>
            </a:extLst>
          </p:cNvPr>
          <p:cNvSpPr/>
          <p:nvPr/>
        </p:nvSpPr>
        <p:spPr>
          <a:xfrm>
            <a:off x="3708506" y="5195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矩形 270">
            <a:extLst>
              <a:ext uri="{FF2B5EF4-FFF2-40B4-BE49-F238E27FC236}">
                <a16:creationId xmlns:a16="http://schemas.microsoft.com/office/drawing/2014/main" id="{4315D01B-C516-B9A9-F8F3-B9024686772F}"/>
              </a:ext>
            </a:extLst>
          </p:cNvPr>
          <p:cNvSpPr/>
          <p:nvPr/>
        </p:nvSpPr>
        <p:spPr>
          <a:xfrm>
            <a:off x="4068339" y="5195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C64261E5-34E5-FE26-79F0-FB971D414515}"/>
              </a:ext>
            </a:extLst>
          </p:cNvPr>
          <p:cNvSpPr/>
          <p:nvPr/>
        </p:nvSpPr>
        <p:spPr>
          <a:xfrm>
            <a:off x="4428172" y="5195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87FB553F-E675-DE1E-FDD3-E53DD8CD80B7}"/>
              </a:ext>
            </a:extLst>
          </p:cNvPr>
          <p:cNvCxnSpPr/>
          <p:nvPr/>
        </p:nvCxnSpPr>
        <p:spPr>
          <a:xfrm flipV="1">
            <a:off x="1206500" y="755898"/>
            <a:ext cx="359833" cy="18078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E39D45B1-FACF-8371-C1AD-EC002F984EEE}"/>
              </a:ext>
            </a:extLst>
          </p:cNvPr>
          <p:cNvCxnSpPr/>
          <p:nvPr/>
        </p:nvCxnSpPr>
        <p:spPr>
          <a:xfrm flipV="1">
            <a:off x="1566333" y="665508"/>
            <a:ext cx="359834" cy="9039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EF4C73D4-1CEE-AC2D-4C01-9D6E9B93B76F}"/>
              </a:ext>
            </a:extLst>
          </p:cNvPr>
          <p:cNvCxnSpPr/>
          <p:nvPr/>
        </p:nvCxnSpPr>
        <p:spPr>
          <a:xfrm flipV="1">
            <a:off x="1926167" y="652596"/>
            <a:ext cx="359833" cy="1291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24C3EBD7-85F2-0DDB-3F86-E126BE347529}"/>
              </a:ext>
            </a:extLst>
          </p:cNvPr>
          <p:cNvCxnSpPr/>
          <p:nvPr/>
        </p:nvCxnSpPr>
        <p:spPr>
          <a:xfrm flipV="1">
            <a:off x="2286000" y="639683"/>
            <a:ext cx="359833" cy="1291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连接符 276">
            <a:extLst>
              <a:ext uri="{FF2B5EF4-FFF2-40B4-BE49-F238E27FC236}">
                <a16:creationId xmlns:a16="http://schemas.microsoft.com/office/drawing/2014/main" id="{107EC6B5-8414-C80F-FB0F-46891723AF5F}"/>
              </a:ext>
            </a:extLst>
          </p:cNvPr>
          <p:cNvCxnSpPr/>
          <p:nvPr/>
        </p:nvCxnSpPr>
        <p:spPr>
          <a:xfrm flipV="1">
            <a:off x="2645833" y="626770"/>
            <a:ext cx="359834" cy="1291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CCB19DFA-F313-93BE-04FE-6FF98D87738E}"/>
              </a:ext>
            </a:extLst>
          </p:cNvPr>
          <p:cNvCxnSpPr/>
          <p:nvPr/>
        </p:nvCxnSpPr>
        <p:spPr>
          <a:xfrm flipV="1">
            <a:off x="3005667" y="613857"/>
            <a:ext cx="359833" cy="1291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086F7A59-F887-79C1-D3B9-12009D7B6187}"/>
              </a:ext>
            </a:extLst>
          </p:cNvPr>
          <p:cNvCxnSpPr/>
          <p:nvPr/>
        </p:nvCxnSpPr>
        <p:spPr>
          <a:xfrm>
            <a:off x="3365500" y="61385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CD13593B-04F2-D83F-73A4-ED63116FDEB9}"/>
              </a:ext>
            </a:extLst>
          </p:cNvPr>
          <p:cNvCxnSpPr/>
          <p:nvPr/>
        </p:nvCxnSpPr>
        <p:spPr>
          <a:xfrm>
            <a:off x="3725333" y="613857"/>
            <a:ext cx="359834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8523F122-55DD-6DAE-048F-814309A3FE8C}"/>
              </a:ext>
            </a:extLst>
          </p:cNvPr>
          <p:cNvCxnSpPr/>
          <p:nvPr/>
        </p:nvCxnSpPr>
        <p:spPr>
          <a:xfrm>
            <a:off x="4085167" y="61385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椭圆 281">
            <a:extLst>
              <a:ext uri="{FF2B5EF4-FFF2-40B4-BE49-F238E27FC236}">
                <a16:creationId xmlns:a16="http://schemas.microsoft.com/office/drawing/2014/main" id="{B5D80185-CE68-BC1B-8D58-356626B362B4}"/>
              </a:ext>
            </a:extLst>
          </p:cNvPr>
          <p:cNvSpPr/>
          <p:nvPr/>
        </p:nvSpPr>
        <p:spPr>
          <a:xfrm>
            <a:off x="1189673" y="919851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3" name="椭圆 282">
            <a:extLst>
              <a:ext uri="{FF2B5EF4-FFF2-40B4-BE49-F238E27FC236}">
                <a16:creationId xmlns:a16="http://schemas.microsoft.com/office/drawing/2014/main" id="{34DB9059-3061-863A-7A7B-D4615CE5BF1A}"/>
              </a:ext>
            </a:extLst>
          </p:cNvPr>
          <p:cNvSpPr/>
          <p:nvPr/>
        </p:nvSpPr>
        <p:spPr>
          <a:xfrm>
            <a:off x="1549506" y="739071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4" name="椭圆 283">
            <a:extLst>
              <a:ext uri="{FF2B5EF4-FFF2-40B4-BE49-F238E27FC236}">
                <a16:creationId xmlns:a16="http://schemas.microsoft.com/office/drawing/2014/main" id="{9DC37223-9E2B-E2C8-5012-22CA139792FE}"/>
              </a:ext>
            </a:extLst>
          </p:cNvPr>
          <p:cNvSpPr/>
          <p:nvPr/>
        </p:nvSpPr>
        <p:spPr>
          <a:xfrm>
            <a:off x="1909339" y="648681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5" name="椭圆 284">
            <a:extLst>
              <a:ext uri="{FF2B5EF4-FFF2-40B4-BE49-F238E27FC236}">
                <a16:creationId xmlns:a16="http://schemas.microsoft.com/office/drawing/2014/main" id="{A69E7679-EACC-6081-0BEA-40A394AEF9F5}"/>
              </a:ext>
            </a:extLst>
          </p:cNvPr>
          <p:cNvSpPr/>
          <p:nvPr/>
        </p:nvSpPr>
        <p:spPr>
          <a:xfrm>
            <a:off x="2269173" y="635768"/>
            <a:ext cx="33654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7EA729EC-F933-F5B5-86AE-69FEAF0CEF24}"/>
              </a:ext>
            </a:extLst>
          </p:cNvPr>
          <p:cNvSpPr/>
          <p:nvPr/>
        </p:nvSpPr>
        <p:spPr>
          <a:xfrm>
            <a:off x="2629006" y="622855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椭圆 286">
            <a:extLst>
              <a:ext uri="{FF2B5EF4-FFF2-40B4-BE49-F238E27FC236}">
                <a16:creationId xmlns:a16="http://schemas.microsoft.com/office/drawing/2014/main" id="{D5EFC8A2-86FD-4636-CA91-6BEAAD72E387}"/>
              </a:ext>
            </a:extLst>
          </p:cNvPr>
          <p:cNvSpPr/>
          <p:nvPr/>
        </p:nvSpPr>
        <p:spPr>
          <a:xfrm>
            <a:off x="2988839" y="609942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8" name="椭圆 287">
            <a:extLst>
              <a:ext uri="{FF2B5EF4-FFF2-40B4-BE49-F238E27FC236}">
                <a16:creationId xmlns:a16="http://schemas.microsoft.com/office/drawing/2014/main" id="{6E125FE6-53D0-71C1-4A20-8339CB0344F7}"/>
              </a:ext>
            </a:extLst>
          </p:cNvPr>
          <p:cNvSpPr/>
          <p:nvPr/>
        </p:nvSpPr>
        <p:spPr>
          <a:xfrm>
            <a:off x="3348672" y="597029"/>
            <a:ext cx="33655" cy="3365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9" name="椭圆 288">
            <a:extLst>
              <a:ext uri="{FF2B5EF4-FFF2-40B4-BE49-F238E27FC236}">
                <a16:creationId xmlns:a16="http://schemas.microsoft.com/office/drawing/2014/main" id="{B7AB2254-F7FC-3766-E98E-6D835D716B90}"/>
              </a:ext>
            </a:extLst>
          </p:cNvPr>
          <p:cNvSpPr/>
          <p:nvPr/>
        </p:nvSpPr>
        <p:spPr>
          <a:xfrm>
            <a:off x="3708506" y="597029"/>
            <a:ext cx="33655" cy="3365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椭圆 289">
            <a:extLst>
              <a:ext uri="{FF2B5EF4-FFF2-40B4-BE49-F238E27FC236}">
                <a16:creationId xmlns:a16="http://schemas.microsoft.com/office/drawing/2014/main" id="{5E609C4E-13EE-3A69-521C-DE8BAF5BD396}"/>
              </a:ext>
            </a:extLst>
          </p:cNvPr>
          <p:cNvSpPr/>
          <p:nvPr/>
        </p:nvSpPr>
        <p:spPr>
          <a:xfrm>
            <a:off x="4068339" y="597029"/>
            <a:ext cx="33655" cy="3365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1" name="椭圆 290">
            <a:extLst>
              <a:ext uri="{FF2B5EF4-FFF2-40B4-BE49-F238E27FC236}">
                <a16:creationId xmlns:a16="http://schemas.microsoft.com/office/drawing/2014/main" id="{4C082BF2-F0CA-BDD3-8EA2-8267AE304C59}"/>
              </a:ext>
            </a:extLst>
          </p:cNvPr>
          <p:cNvSpPr/>
          <p:nvPr/>
        </p:nvSpPr>
        <p:spPr>
          <a:xfrm>
            <a:off x="4428172" y="597029"/>
            <a:ext cx="33655" cy="3365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2" name="直接连接符 291">
            <a:extLst>
              <a:ext uri="{FF2B5EF4-FFF2-40B4-BE49-F238E27FC236}">
                <a16:creationId xmlns:a16="http://schemas.microsoft.com/office/drawing/2014/main" id="{9BB8E63A-322B-3D40-4D8E-518696ADB460}"/>
              </a:ext>
            </a:extLst>
          </p:cNvPr>
          <p:cNvCxnSpPr/>
          <p:nvPr/>
        </p:nvCxnSpPr>
        <p:spPr>
          <a:xfrm flipV="1">
            <a:off x="1206500" y="1089942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99A87BD-AA2D-5E72-2F9A-0BCCA55AC47C}"/>
              </a:ext>
            </a:extLst>
          </p:cNvPr>
          <p:cNvCxnSpPr/>
          <p:nvPr/>
        </p:nvCxnSpPr>
        <p:spPr>
          <a:xfrm flipV="1">
            <a:off x="1261269" y="1048668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56A02CE2-4377-1E9C-7ED7-4566FD614E54}"/>
              </a:ext>
            </a:extLst>
          </p:cNvPr>
          <p:cNvCxnSpPr/>
          <p:nvPr/>
        </p:nvCxnSpPr>
        <p:spPr>
          <a:xfrm flipV="1">
            <a:off x="1297782" y="1048668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直接连接符 294">
            <a:extLst>
              <a:ext uri="{FF2B5EF4-FFF2-40B4-BE49-F238E27FC236}">
                <a16:creationId xmlns:a16="http://schemas.microsoft.com/office/drawing/2014/main" id="{4FEDE9D2-113E-2098-E2D0-F45465F682E5}"/>
              </a:ext>
            </a:extLst>
          </p:cNvPr>
          <p:cNvCxnSpPr/>
          <p:nvPr/>
        </p:nvCxnSpPr>
        <p:spPr>
          <a:xfrm flipV="1">
            <a:off x="1316038" y="1007394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CE1D63DA-1C27-701F-09DD-19C43E62248C}"/>
              </a:ext>
            </a:extLst>
          </p:cNvPr>
          <p:cNvCxnSpPr/>
          <p:nvPr/>
        </p:nvCxnSpPr>
        <p:spPr>
          <a:xfrm flipV="1">
            <a:off x="1352551" y="100739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直接连接符 296">
            <a:extLst>
              <a:ext uri="{FF2B5EF4-FFF2-40B4-BE49-F238E27FC236}">
                <a16:creationId xmlns:a16="http://schemas.microsoft.com/office/drawing/2014/main" id="{91B8E8B4-30AA-BDC3-2A38-6A12A621BEFE}"/>
              </a:ext>
            </a:extLst>
          </p:cNvPr>
          <p:cNvCxnSpPr/>
          <p:nvPr/>
        </p:nvCxnSpPr>
        <p:spPr>
          <a:xfrm flipV="1">
            <a:off x="1370808" y="966120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直接连接符 297">
            <a:extLst>
              <a:ext uri="{FF2B5EF4-FFF2-40B4-BE49-F238E27FC236}">
                <a16:creationId xmlns:a16="http://schemas.microsoft.com/office/drawing/2014/main" id="{9555AF04-3A8E-81CB-F4EF-B0489758D5AD}"/>
              </a:ext>
            </a:extLst>
          </p:cNvPr>
          <p:cNvCxnSpPr/>
          <p:nvPr/>
        </p:nvCxnSpPr>
        <p:spPr>
          <a:xfrm flipV="1">
            <a:off x="1407321" y="966120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DF11728A-5F5C-24DC-2286-CA0E628AB71A}"/>
              </a:ext>
            </a:extLst>
          </p:cNvPr>
          <p:cNvCxnSpPr/>
          <p:nvPr/>
        </p:nvCxnSpPr>
        <p:spPr>
          <a:xfrm flipV="1">
            <a:off x="1425577" y="924846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31FA2834-269D-F2A0-8A77-5884628990E7}"/>
              </a:ext>
            </a:extLst>
          </p:cNvPr>
          <p:cNvCxnSpPr/>
          <p:nvPr/>
        </p:nvCxnSpPr>
        <p:spPr>
          <a:xfrm flipV="1">
            <a:off x="1480346" y="883572"/>
            <a:ext cx="36513" cy="2751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直接连接符 300">
            <a:extLst>
              <a:ext uri="{FF2B5EF4-FFF2-40B4-BE49-F238E27FC236}">
                <a16:creationId xmlns:a16="http://schemas.microsoft.com/office/drawing/2014/main" id="{30FC1B67-D0FF-CCBA-E360-CACE78A78F2E}"/>
              </a:ext>
            </a:extLst>
          </p:cNvPr>
          <p:cNvCxnSpPr/>
          <p:nvPr/>
        </p:nvCxnSpPr>
        <p:spPr>
          <a:xfrm flipV="1">
            <a:off x="1516859" y="88357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35607197-3A27-CF4A-9DAD-5E88EF4852F4}"/>
              </a:ext>
            </a:extLst>
          </p:cNvPr>
          <p:cNvCxnSpPr/>
          <p:nvPr/>
        </p:nvCxnSpPr>
        <p:spPr>
          <a:xfrm flipV="1">
            <a:off x="1535116" y="846288"/>
            <a:ext cx="31217" cy="2352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FCDA2F8E-D937-3377-F5D1-27377A69FAF0}"/>
              </a:ext>
            </a:extLst>
          </p:cNvPr>
          <p:cNvCxnSpPr/>
          <p:nvPr/>
        </p:nvCxnSpPr>
        <p:spPr>
          <a:xfrm flipV="1">
            <a:off x="1566333" y="844251"/>
            <a:ext cx="6310" cy="203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直接连接符 303">
            <a:extLst>
              <a:ext uri="{FF2B5EF4-FFF2-40B4-BE49-F238E27FC236}">
                <a16:creationId xmlns:a16="http://schemas.microsoft.com/office/drawing/2014/main" id="{EAA92E9D-C0A7-1542-FC1C-2E5894085409}"/>
              </a:ext>
            </a:extLst>
          </p:cNvPr>
          <p:cNvCxnSpPr/>
          <p:nvPr/>
        </p:nvCxnSpPr>
        <p:spPr>
          <a:xfrm>
            <a:off x="1572643" y="84425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791F98AD-29BC-E97E-4578-5E3499F96918}"/>
              </a:ext>
            </a:extLst>
          </p:cNvPr>
          <p:cNvCxnSpPr/>
          <p:nvPr/>
        </p:nvCxnSpPr>
        <p:spPr>
          <a:xfrm flipV="1">
            <a:off x="1594396" y="823173"/>
            <a:ext cx="43507" cy="1405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FE11783E-FC6D-E5E4-6E80-0C280884F2F4}"/>
              </a:ext>
            </a:extLst>
          </p:cNvPr>
          <p:cNvCxnSpPr/>
          <p:nvPr/>
        </p:nvCxnSpPr>
        <p:spPr>
          <a:xfrm>
            <a:off x="1637903" y="823173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接连接符 306">
            <a:extLst>
              <a:ext uri="{FF2B5EF4-FFF2-40B4-BE49-F238E27FC236}">
                <a16:creationId xmlns:a16="http://schemas.microsoft.com/office/drawing/2014/main" id="{9D4DEB51-AED9-5AA2-5A9E-98728C003E33}"/>
              </a:ext>
            </a:extLst>
          </p:cNvPr>
          <p:cNvCxnSpPr/>
          <p:nvPr/>
        </p:nvCxnSpPr>
        <p:spPr>
          <a:xfrm flipV="1">
            <a:off x="1659657" y="802096"/>
            <a:ext cx="43507" cy="14051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4EF490C9-6A75-1BD9-65CC-D65D35798F64}"/>
              </a:ext>
            </a:extLst>
          </p:cNvPr>
          <p:cNvCxnSpPr/>
          <p:nvPr/>
        </p:nvCxnSpPr>
        <p:spPr>
          <a:xfrm flipV="1">
            <a:off x="1703164" y="802096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直接连接符 308">
            <a:extLst>
              <a:ext uri="{FF2B5EF4-FFF2-40B4-BE49-F238E27FC236}">
                <a16:creationId xmlns:a16="http://schemas.microsoft.com/office/drawing/2014/main" id="{81D1A192-4B92-9C58-69FA-71FBCD65068D}"/>
              </a:ext>
            </a:extLst>
          </p:cNvPr>
          <p:cNvCxnSpPr/>
          <p:nvPr/>
        </p:nvCxnSpPr>
        <p:spPr>
          <a:xfrm flipV="1">
            <a:off x="1724918" y="781019"/>
            <a:ext cx="43507" cy="14051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A8F7F5F2-B04B-8C0B-368C-55C3988F8E47}"/>
              </a:ext>
            </a:extLst>
          </p:cNvPr>
          <p:cNvCxnSpPr/>
          <p:nvPr/>
        </p:nvCxnSpPr>
        <p:spPr>
          <a:xfrm flipV="1">
            <a:off x="1768425" y="781019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20C81F30-CF32-4C73-4691-C7ECE2DC2DA0}"/>
              </a:ext>
            </a:extLst>
          </p:cNvPr>
          <p:cNvCxnSpPr/>
          <p:nvPr/>
        </p:nvCxnSpPr>
        <p:spPr>
          <a:xfrm flipV="1">
            <a:off x="1790179" y="759941"/>
            <a:ext cx="43507" cy="1405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直接连接符 311">
            <a:extLst>
              <a:ext uri="{FF2B5EF4-FFF2-40B4-BE49-F238E27FC236}">
                <a16:creationId xmlns:a16="http://schemas.microsoft.com/office/drawing/2014/main" id="{B63BF4B6-1813-CAA9-4217-E3D036B7C4F8}"/>
              </a:ext>
            </a:extLst>
          </p:cNvPr>
          <p:cNvCxnSpPr/>
          <p:nvPr/>
        </p:nvCxnSpPr>
        <p:spPr>
          <a:xfrm flipV="1">
            <a:off x="1833686" y="75994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直接连接符 312">
            <a:extLst>
              <a:ext uri="{FF2B5EF4-FFF2-40B4-BE49-F238E27FC236}">
                <a16:creationId xmlns:a16="http://schemas.microsoft.com/office/drawing/2014/main" id="{E390012F-81F4-80B2-CE26-D46F49C86782}"/>
              </a:ext>
            </a:extLst>
          </p:cNvPr>
          <p:cNvCxnSpPr/>
          <p:nvPr/>
        </p:nvCxnSpPr>
        <p:spPr>
          <a:xfrm flipV="1">
            <a:off x="1855439" y="738864"/>
            <a:ext cx="43507" cy="1405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1CDE850-1F9E-5F12-9984-16B8D1918672}"/>
              </a:ext>
            </a:extLst>
          </p:cNvPr>
          <p:cNvCxnSpPr/>
          <p:nvPr/>
        </p:nvCxnSpPr>
        <p:spPr>
          <a:xfrm flipV="1">
            <a:off x="1898946" y="73886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直接连接符 314">
            <a:extLst>
              <a:ext uri="{FF2B5EF4-FFF2-40B4-BE49-F238E27FC236}">
                <a16:creationId xmlns:a16="http://schemas.microsoft.com/office/drawing/2014/main" id="{D7408999-9048-6F6D-9830-EB42D45962E9}"/>
              </a:ext>
            </a:extLst>
          </p:cNvPr>
          <p:cNvCxnSpPr/>
          <p:nvPr/>
        </p:nvCxnSpPr>
        <p:spPr>
          <a:xfrm flipV="1">
            <a:off x="1920700" y="730073"/>
            <a:ext cx="5467" cy="1765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直接连接符 315">
            <a:extLst>
              <a:ext uri="{FF2B5EF4-FFF2-40B4-BE49-F238E27FC236}">
                <a16:creationId xmlns:a16="http://schemas.microsoft.com/office/drawing/2014/main" id="{43F9115D-C589-313A-A997-DDFF17DAEB59}"/>
              </a:ext>
            </a:extLst>
          </p:cNvPr>
          <p:cNvCxnSpPr/>
          <p:nvPr/>
        </p:nvCxnSpPr>
        <p:spPr>
          <a:xfrm flipV="1">
            <a:off x="1926167" y="727211"/>
            <a:ext cx="39872" cy="286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449769C2-05CB-E238-1923-B7A50330529D}"/>
              </a:ext>
            </a:extLst>
          </p:cNvPr>
          <p:cNvCxnSpPr/>
          <p:nvPr/>
        </p:nvCxnSpPr>
        <p:spPr>
          <a:xfrm flipV="1">
            <a:off x="1988841" y="722301"/>
            <a:ext cx="45602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直接连接符 317">
            <a:extLst>
              <a:ext uri="{FF2B5EF4-FFF2-40B4-BE49-F238E27FC236}">
                <a16:creationId xmlns:a16="http://schemas.microsoft.com/office/drawing/2014/main" id="{93B61FDF-2B49-8DFE-813A-F8FAB5C220A0}"/>
              </a:ext>
            </a:extLst>
          </p:cNvPr>
          <p:cNvCxnSpPr/>
          <p:nvPr/>
        </p:nvCxnSpPr>
        <p:spPr>
          <a:xfrm>
            <a:off x="2034443" y="72230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接连接符 318">
            <a:extLst>
              <a:ext uri="{FF2B5EF4-FFF2-40B4-BE49-F238E27FC236}">
                <a16:creationId xmlns:a16="http://schemas.microsoft.com/office/drawing/2014/main" id="{6785B453-05AE-6C23-7C53-42FA2D92B771}"/>
              </a:ext>
            </a:extLst>
          </p:cNvPr>
          <p:cNvCxnSpPr/>
          <p:nvPr/>
        </p:nvCxnSpPr>
        <p:spPr>
          <a:xfrm flipV="1">
            <a:off x="2057245" y="717392"/>
            <a:ext cx="45602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81DE548E-CA75-7D45-9ED1-E33AFCFAC573}"/>
              </a:ext>
            </a:extLst>
          </p:cNvPr>
          <p:cNvCxnSpPr/>
          <p:nvPr/>
        </p:nvCxnSpPr>
        <p:spPr>
          <a:xfrm>
            <a:off x="2102847" y="717392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直接连接符 320">
            <a:extLst>
              <a:ext uri="{FF2B5EF4-FFF2-40B4-BE49-F238E27FC236}">
                <a16:creationId xmlns:a16="http://schemas.microsoft.com/office/drawing/2014/main" id="{98B94571-F9B1-E5A4-D112-8FA61D649F61}"/>
              </a:ext>
            </a:extLst>
          </p:cNvPr>
          <p:cNvCxnSpPr/>
          <p:nvPr/>
        </p:nvCxnSpPr>
        <p:spPr>
          <a:xfrm flipV="1">
            <a:off x="2125649" y="712483"/>
            <a:ext cx="45602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直接连接符 321">
            <a:extLst>
              <a:ext uri="{FF2B5EF4-FFF2-40B4-BE49-F238E27FC236}">
                <a16:creationId xmlns:a16="http://schemas.microsoft.com/office/drawing/2014/main" id="{731BB366-B797-06C4-C2F2-9A74DE110829}"/>
              </a:ext>
            </a:extLst>
          </p:cNvPr>
          <p:cNvCxnSpPr/>
          <p:nvPr/>
        </p:nvCxnSpPr>
        <p:spPr>
          <a:xfrm>
            <a:off x="2171251" y="712483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90D5C97A-3BEB-7F42-2BE7-3C49703A6F3C}"/>
              </a:ext>
            </a:extLst>
          </p:cNvPr>
          <p:cNvCxnSpPr/>
          <p:nvPr/>
        </p:nvCxnSpPr>
        <p:spPr>
          <a:xfrm flipV="1">
            <a:off x="2194053" y="707573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直接连接符 323">
            <a:extLst>
              <a:ext uri="{FF2B5EF4-FFF2-40B4-BE49-F238E27FC236}">
                <a16:creationId xmlns:a16="http://schemas.microsoft.com/office/drawing/2014/main" id="{85DB78E0-DB74-15BF-0091-826DCAB168DE}"/>
              </a:ext>
            </a:extLst>
          </p:cNvPr>
          <p:cNvCxnSpPr/>
          <p:nvPr/>
        </p:nvCxnSpPr>
        <p:spPr>
          <a:xfrm flipV="1">
            <a:off x="2262457" y="704247"/>
            <a:ext cx="23543" cy="169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直接连接符 324">
            <a:extLst>
              <a:ext uri="{FF2B5EF4-FFF2-40B4-BE49-F238E27FC236}">
                <a16:creationId xmlns:a16="http://schemas.microsoft.com/office/drawing/2014/main" id="{FEF90E8F-CECE-BF5F-B234-CF3B339736F6}"/>
              </a:ext>
            </a:extLst>
          </p:cNvPr>
          <p:cNvCxnSpPr/>
          <p:nvPr/>
        </p:nvCxnSpPr>
        <p:spPr>
          <a:xfrm flipV="1">
            <a:off x="2286000" y="703454"/>
            <a:ext cx="22102" cy="79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42A21699-4C61-F01C-69B2-5ACD40BDCE9A}"/>
              </a:ext>
            </a:extLst>
          </p:cNvPr>
          <p:cNvCxnSpPr/>
          <p:nvPr/>
        </p:nvCxnSpPr>
        <p:spPr>
          <a:xfrm>
            <a:off x="2308102" y="70345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9F3F00CD-B7AB-8D85-4C36-D325D5CAC332}"/>
              </a:ext>
            </a:extLst>
          </p:cNvPr>
          <p:cNvCxnSpPr/>
          <p:nvPr/>
        </p:nvCxnSpPr>
        <p:spPr>
          <a:xfrm flipV="1">
            <a:off x="2330947" y="700994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直接连接符 327">
            <a:extLst>
              <a:ext uri="{FF2B5EF4-FFF2-40B4-BE49-F238E27FC236}">
                <a16:creationId xmlns:a16="http://schemas.microsoft.com/office/drawing/2014/main" id="{D8D4086A-A784-FF84-FA60-F48FDF0176F7}"/>
              </a:ext>
            </a:extLst>
          </p:cNvPr>
          <p:cNvCxnSpPr/>
          <p:nvPr/>
        </p:nvCxnSpPr>
        <p:spPr>
          <a:xfrm flipV="1">
            <a:off x="2399483" y="698535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8A8B8DD-CBFA-E9F8-7647-31CE5EAED5DD}"/>
              </a:ext>
            </a:extLst>
          </p:cNvPr>
          <p:cNvCxnSpPr/>
          <p:nvPr/>
        </p:nvCxnSpPr>
        <p:spPr>
          <a:xfrm>
            <a:off x="2445174" y="698535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B8B689BD-D2C2-FF35-23E9-C190982DE2D2}"/>
              </a:ext>
            </a:extLst>
          </p:cNvPr>
          <p:cNvCxnSpPr/>
          <p:nvPr/>
        </p:nvCxnSpPr>
        <p:spPr>
          <a:xfrm flipV="1">
            <a:off x="2468019" y="696075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直接连接符 330">
            <a:extLst>
              <a:ext uri="{FF2B5EF4-FFF2-40B4-BE49-F238E27FC236}">
                <a16:creationId xmlns:a16="http://schemas.microsoft.com/office/drawing/2014/main" id="{06AEE8B8-52D7-5AFA-5F4A-0D22DE69E7BE}"/>
              </a:ext>
            </a:extLst>
          </p:cNvPr>
          <p:cNvCxnSpPr/>
          <p:nvPr/>
        </p:nvCxnSpPr>
        <p:spPr>
          <a:xfrm flipV="1">
            <a:off x="2513710" y="696075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F06D67AF-9CD8-FE36-A04D-AD6BFA665AE7}"/>
              </a:ext>
            </a:extLst>
          </p:cNvPr>
          <p:cNvCxnSpPr/>
          <p:nvPr/>
        </p:nvCxnSpPr>
        <p:spPr>
          <a:xfrm flipV="1">
            <a:off x="2536555" y="693616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F9F17569-407A-2925-93E9-6602D2F17F4E}"/>
              </a:ext>
            </a:extLst>
          </p:cNvPr>
          <p:cNvCxnSpPr/>
          <p:nvPr/>
        </p:nvCxnSpPr>
        <p:spPr>
          <a:xfrm flipV="1">
            <a:off x="2605091" y="691334"/>
            <a:ext cx="40742" cy="1462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直接连接符 333">
            <a:extLst>
              <a:ext uri="{FF2B5EF4-FFF2-40B4-BE49-F238E27FC236}">
                <a16:creationId xmlns:a16="http://schemas.microsoft.com/office/drawing/2014/main" id="{7105A502-5447-35B6-195C-A18B569BBBE7}"/>
              </a:ext>
            </a:extLst>
          </p:cNvPr>
          <p:cNvCxnSpPr/>
          <p:nvPr/>
        </p:nvCxnSpPr>
        <p:spPr>
          <a:xfrm flipV="1">
            <a:off x="2645833" y="691157"/>
            <a:ext cx="4948" cy="17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91727878-E1BF-7554-91DC-DEE7B05DBC68}"/>
              </a:ext>
            </a:extLst>
          </p:cNvPr>
          <p:cNvCxnSpPr/>
          <p:nvPr/>
        </p:nvCxnSpPr>
        <p:spPr>
          <a:xfrm>
            <a:off x="2650781" y="691157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直接连接符 335">
            <a:extLst>
              <a:ext uri="{FF2B5EF4-FFF2-40B4-BE49-F238E27FC236}">
                <a16:creationId xmlns:a16="http://schemas.microsoft.com/office/drawing/2014/main" id="{8E1E991C-F2DF-1087-C7DE-985A23786936}"/>
              </a:ext>
            </a:extLst>
          </p:cNvPr>
          <p:cNvCxnSpPr/>
          <p:nvPr/>
        </p:nvCxnSpPr>
        <p:spPr>
          <a:xfrm flipV="1">
            <a:off x="2673627" y="688697"/>
            <a:ext cx="45690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直接连接符 336">
            <a:extLst>
              <a:ext uri="{FF2B5EF4-FFF2-40B4-BE49-F238E27FC236}">
                <a16:creationId xmlns:a16="http://schemas.microsoft.com/office/drawing/2014/main" id="{6C1D6995-E06C-232A-7FDC-84D03DF763AA}"/>
              </a:ext>
            </a:extLst>
          </p:cNvPr>
          <p:cNvCxnSpPr/>
          <p:nvPr/>
        </p:nvCxnSpPr>
        <p:spPr>
          <a:xfrm flipV="1">
            <a:off x="2742163" y="686238"/>
            <a:ext cx="45690" cy="163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9E79F582-B139-4B28-38B3-17600EB0EFF7}"/>
              </a:ext>
            </a:extLst>
          </p:cNvPr>
          <p:cNvCxnSpPr/>
          <p:nvPr/>
        </p:nvCxnSpPr>
        <p:spPr>
          <a:xfrm flipV="1">
            <a:off x="2810699" y="683778"/>
            <a:ext cx="45690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0579BABA-B487-977D-1EF4-9B0CFA779B32}"/>
              </a:ext>
            </a:extLst>
          </p:cNvPr>
          <p:cNvCxnSpPr/>
          <p:nvPr/>
        </p:nvCxnSpPr>
        <p:spPr>
          <a:xfrm flipV="1">
            <a:off x="2879235" y="681319"/>
            <a:ext cx="45690" cy="163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直接连接符 339">
            <a:extLst>
              <a:ext uri="{FF2B5EF4-FFF2-40B4-BE49-F238E27FC236}">
                <a16:creationId xmlns:a16="http://schemas.microsoft.com/office/drawing/2014/main" id="{ACEF6AD8-040D-D624-60A3-E71257DC577D}"/>
              </a:ext>
            </a:extLst>
          </p:cNvPr>
          <p:cNvCxnSpPr/>
          <p:nvPr/>
        </p:nvCxnSpPr>
        <p:spPr>
          <a:xfrm>
            <a:off x="2924925" y="681319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983BFA54-2192-8F5C-AF32-27F7A6B95325}"/>
              </a:ext>
            </a:extLst>
          </p:cNvPr>
          <p:cNvCxnSpPr/>
          <p:nvPr/>
        </p:nvCxnSpPr>
        <p:spPr>
          <a:xfrm flipV="1">
            <a:off x="2947770" y="678859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直接连接符 341">
            <a:extLst>
              <a:ext uri="{FF2B5EF4-FFF2-40B4-BE49-F238E27FC236}">
                <a16:creationId xmlns:a16="http://schemas.microsoft.com/office/drawing/2014/main" id="{A5DAF150-043E-4BE2-B222-54E9C6EC1C42}"/>
              </a:ext>
            </a:extLst>
          </p:cNvPr>
          <p:cNvCxnSpPr/>
          <p:nvPr/>
        </p:nvCxnSpPr>
        <p:spPr>
          <a:xfrm>
            <a:off x="2993461" y="678859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直接连接符 342">
            <a:extLst>
              <a:ext uri="{FF2B5EF4-FFF2-40B4-BE49-F238E27FC236}">
                <a16:creationId xmlns:a16="http://schemas.microsoft.com/office/drawing/2014/main" id="{E0138F28-4C0C-ABD2-EBCE-58CAB457C0E0}"/>
              </a:ext>
            </a:extLst>
          </p:cNvPr>
          <p:cNvCxnSpPr/>
          <p:nvPr/>
        </p:nvCxnSpPr>
        <p:spPr>
          <a:xfrm flipV="1">
            <a:off x="3016306" y="676400"/>
            <a:ext cx="45691" cy="163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4071C561-0D57-1F0C-0CFB-0CD003C57C5B}"/>
              </a:ext>
            </a:extLst>
          </p:cNvPr>
          <p:cNvCxnSpPr/>
          <p:nvPr/>
        </p:nvCxnSpPr>
        <p:spPr>
          <a:xfrm flipV="1">
            <a:off x="3084842" y="673940"/>
            <a:ext cx="45691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EA5F6E2E-AA0B-A9AE-5912-4E42DB3F0C42}"/>
              </a:ext>
            </a:extLst>
          </p:cNvPr>
          <p:cNvCxnSpPr/>
          <p:nvPr/>
        </p:nvCxnSpPr>
        <p:spPr>
          <a:xfrm flipV="1">
            <a:off x="3153378" y="671481"/>
            <a:ext cx="45690" cy="163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直接连接符 345">
            <a:extLst>
              <a:ext uri="{FF2B5EF4-FFF2-40B4-BE49-F238E27FC236}">
                <a16:creationId xmlns:a16="http://schemas.microsoft.com/office/drawing/2014/main" id="{05F7DDBE-87C6-FAAB-5217-0E11B34D21FB}"/>
              </a:ext>
            </a:extLst>
          </p:cNvPr>
          <p:cNvCxnSpPr/>
          <p:nvPr/>
        </p:nvCxnSpPr>
        <p:spPr>
          <a:xfrm flipV="1">
            <a:off x="3221914" y="669021"/>
            <a:ext cx="45690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直接连接符 346">
            <a:extLst>
              <a:ext uri="{FF2B5EF4-FFF2-40B4-BE49-F238E27FC236}">
                <a16:creationId xmlns:a16="http://schemas.microsoft.com/office/drawing/2014/main" id="{E779A05F-DEE7-046B-7206-DFB15800628F}"/>
              </a:ext>
            </a:extLst>
          </p:cNvPr>
          <p:cNvCxnSpPr/>
          <p:nvPr/>
        </p:nvCxnSpPr>
        <p:spPr>
          <a:xfrm>
            <a:off x="3267604" y="66902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F64A1C37-F57B-A7A8-CE6A-7087D56A60D0}"/>
              </a:ext>
            </a:extLst>
          </p:cNvPr>
          <p:cNvCxnSpPr/>
          <p:nvPr/>
        </p:nvCxnSpPr>
        <p:spPr>
          <a:xfrm flipV="1">
            <a:off x="3290450" y="666562"/>
            <a:ext cx="45690" cy="164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C889FDF8-E830-896E-970F-7867877FFDA1}"/>
              </a:ext>
            </a:extLst>
          </p:cNvPr>
          <p:cNvCxnSpPr/>
          <p:nvPr/>
        </p:nvCxnSpPr>
        <p:spPr>
          <a:xfrm>
            <a:off x="3336140" y="666562"/>
            <a:ext cx="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直接连接符 349">
            <a:extLst>
              <a:ext uri="{FF2B5EF4-FFF2-40B4-BE49-F238E27FC236}">
                <a16:creationId xmlns:a16="http://schemas.microsoft.com/office/drawing/2014/main" id="{58B6559E-D511-5564-66AC-72DF8397ED02}"/>
              </a:ext>
            </a:extLst>
          </p:cNvPr>
          <p:cNvCxnSpPr/>
          <p:nvPr/>
        </p:nvCxnSpPr>
        <p:spPr>
          <a:xfrm flipV="1">
            <a:off x="3358986" y="665508"/>
            <a:ext cx="6514" cy="23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3117195-8AB3-CE5B-604E-0D7487591C0D}"/>
              </a:ext>
            </a:extLst>
          </p:cNvPr>
          <p:cNvCxnSpPr/>
          <p:nvPr/>
        </p:nvCxnSpPr>
        <p:spPr>
          <a:xfrm flipV="1">
            <a:off x="3365500" y="662702"/>
            <a:ext cx="39101" cy="2806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C9667FA0-9C82-ED6A-30F6-9FF8BE071E4A}"/>
              </a:ext>
            </a:extLst>
          </p:cNvPr>
          <p:cNvCxnSpPr/>
          <p:nvPr/>
        </p:nvCxnSpPr>
        <p:spPr>
          <a:xfrm>
            <a:off x="3404601" y="66270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直接连接符 352">
            <a:extLst>
              <a:ext uri="{FF2B5EF4-FFF2-40B4-BE49-F238E27FC236}">
                <a16:creationId xmlns:a16="http://schemas.microsoft.com/office/drawing/2014/main" id="{C55E2B1F-0ECA-558D-3E1F-EDB3666FD3A6}"/>
              </a:ext>
            </a:extLst>
          </p:cNvPr>
          <p:cNvCxnSpPr/>
          <p:nvPr/>
        </p:nvCxnSpPr>
        <p:spPr>
          <a:xfrm flipV="1">
            <a:off x="3427402" y="657793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231E1B0D-86EA-B1B2-414C-F414FD5AD52F}"/>
              </a:ext>
            </a:extLst>
          </p:cNvPr>
          <p:cNvCxnSpPr/>
          <p:nvPr/>
        </p:nvCxnSpPr>
        <p:spPr>
          <a:xfrm>
            <a:off x="3473005" y="65779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连接符 354">
            <a:extLst>
              <a:ext uri="{FF2B5EF4-FFF2-40B4-BE49-F238E27FC236}">
                <a16:creationId xmlns:a16="http://schemas.microsoft.com/office/drawing/2014/main" id="{EDE03962-8A10-B7D9-F0D2-A84233A79EBA}"/>
              </a:ext>
            </a:extLst>
          </p:cNvPr>
          <p:cNvCxnSpPr/>
          <p:nvPr/>
        </p:nvCxnSpPr>
        <p:spPr>
          <a:xfrm flipV="1">
            <a:off x="3495806" y="652883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直接连接符 355">
            <a:extLst>
              <a:ext uri="{FF2B5EF4-FFF2-40B4-BE49-F238E27FC236}">
                <a16:creationId xmlns:a16="http://schemas.microsoft.com/office/drawing/2014/main" id="{8E7CDEF4-F2D2-96B2-AC97-70D167547CD8}"/>
              </a:ext>
            </a:extLst>
          </p:cNvPr>
          <p:cNvCxnSpPr/>
          <p:nvPr/>
        </p:nvCxnSpPr>
        <p:spPr>
          <a:xfrm>
            <a:off x="3541409" y="6528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163986-17ED-8BEC-BD63-39B57B4ED135}"/>
              </a:ext>
            </a:extLst>
          </p:cNvPr>
          <p:cNvCxnSpPr/>
          <p:nvPr/>
        </p:nvCxnSpPr>
        <p:spPr>
          <a:xfrm flipV="1">
            <a:off x="3564210" y="647974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直接连接符 357">
            <a:extLst>
              <a:ext uri="{FF2B5EF4-FFF2-40B4-BE49-F238E27FC236}">
                <a16:creationId xmlns:a16="http://schemas.microsoft.com/office/drawing/2014/main" id="{EE114513-B5AC-B1B0-2DF5-54210456C386}"/>
              </a:ext>
            </a:extLst>
          </p:cNvPr>
          <p:cNvCxnSpPr/>
          <p:nvPr/>
        </p:nvCxnSpPr>
        <p:spPr>
          <a:xfrm flipV="1">
            <a:off x="3632614" y="643064"/>
            <a:ext cx="45603" cy="3273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直接连接符 358">
            <a:extLst>
              <a:ext uri="{FF2B5EF4-FFF2-40B4-BE49-F238E27FC236}">
                <a16:creationId xmlns:a16="http://schemas.microsoft.com/office/drawing/2014/main" id="{37914D98-BED8-FBEF-DB55-B06340051E5C}"/>
              </a:ext>
            </a:extLst>
          </p:cNvPr>
          <p:cNvCxnSpPr/>
          <p:nvPr/>
        </p:nvCxnSpPr>
        <p:spPr>
          <a:xfrm>
            <a:off x="3678217" y="64306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直接连接符 359">
            <a:extLst>
              <a:ext uri="{FF2B5EF4-FFF2-40B4-BE49-F238E27FC236}">
                <a16:creationId xmlns:a16="http://schemas.microsoft.com/office/drawing/2014/main" id="{98AE0DD5-FF1E-757B-26C0-E91713FE2739}"/>
              </a:ext>
            </a:extLst>
          </p:cNvPr>
          <p:cNvCxnSpPr/>
          <p:nvPr/>
        </p:nvCxnSpPr>
        <p:spPr>
          <a:xfrm flipV="1">
            <a:off x="3701018" y="639683"/>
            <a:ext cx="24315" cy="1745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直接连接符 360">
            <a:extLst>
              <a:ext uri="{FF2B5EF4-FFF2-40B4-BE49-F238E27FC236}">
                <a16:creationId xmlns:a16="http://schemas.microsoft.com/office/drawing/2014/main" id="{423B762E-D8DC-92C3-1EBD-6E39D44C422D}"/>
              </a:ext>
            </a:extLst>
          </p:cNvPr>
          <p:cNvCxnSpPr/>
          <p:nvPr/>
        </p:nvCxnSpPr>
        <p:spPr>
          <a:xfrm>
            <a:off x="3725333" y="639683"/>
            <a:ext cx="2134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直接连接符 361">
            <a:extLst>
              <a:ext uri="{FF2B5EF4-FFF2-40B4-BE49-F238E27FC236}">
                <a16:creationId xmlns:a16="http://schemas.microsoft.com/office/drawing/2014/main" id="{759F6FE6-D6D7-9748-C64F-5F831BDFD2CF}"/>
              </a:ext>
            </a:extLst>
          </p:cNvPr>
          <p:cNvCxnSpPr/>
          <p:nvPr/>
        </p:nvCxnSpPr>
        <p:spPr>
          <a:xfrm>
            <a:off x="3746676" y="6396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直接连接符 362">
            <a:extLst>
              <a:ext uri="{FF2B5EF4-FFF2-40B4-BE49-F238E27FC236}">
                <a16:creationId xmlns:a16="http://schemas.microsoft.com/office/drawing/2014/main" id="{C95B8EE1-D71C-558B-EECC-12306CDEB298}"/>
              </a:ext>
            </a:extLst>
          </p:cNvPr>
          <p:cNvCxnSpPr/>
          <p:nvPr/>
        </p:nvCxnSpPr>
        <p:spPr>
          <a:xfrm>
            <a:off x="376953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FC191785-3524-A594-48D3-9FBC373545AB}"/>
              </a:ext>
            </a:extLst>
          </p:cNvPr>
          <p:cNvCxnSpPr/>
          <p:nvPr/>
        </p:nvCxnSpPr>
        <p:spPr>
          <a:xfrm>
            <a:off x="383811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直接连接符 364">
            <a:extLst>
              <a:ext uri="{FF2B5EF4-FFF2-40B4-BE49-F238E27FC236}">
                <a16:creationId xmlns:a16="http://schemas.microsoft.com/office/drawing/2014/main" id="{1F25E794-141E-E067-68DB-A2874D4BFEFA}"/>
              </a:ext>
            </a:extLst>
          </p:cNvPr>
          <p:cNvCxnSpPr/>
          <p:nvPr/>
        </p:nvCxnSpPr>
        <p:spPr>
          <a:xfrm>
            <a:off x="390669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直接连接符 365">
            <a:extLst>
              <a:ext uri="{FF2B5EF4-FFF2-40B4-BE49-F238E27FC236}">
                <a16:creationId xmlns:a16="http://schemas.microsoft.com/office/drawing/2014/main" id="{25C40ADF-2CAE-347A-6124-D79ED5A64064}"/>
              </a:ext>
            </a:extLst>
          </p:cNvPr>
          <p:cNvCxnSpPr/>
          <p:nvPr/>
        </p:nvCxnSpPr>
        <p:spPr>
          <a:xfrm>
            <a:off x="3952416" y="6396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2BEF9241-4E47-E475-5954-F2DE9207F203}"/>
              </a:ext>
            </a:extLst>
          </p:cNvPr>
          <p:cNvCxnSpPr/>
          <p:nvPr/>
        </p:nvCxnSpPr>
        <p:spPr>
          <a:xfrm>
            <a:off x="397527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直接连接符 367">
            <a:extLst>
              <a:ext uri="{FF2B5EF4-FFF2-40B4-BE49-F238E27FC236}">
                <a16:creationId xmlns:a16="http://schemas.microsoft.com/office/drawing/2014/main" id="{D1EB32B0-B6DE-4B96-1EE5-AA98644815FC}"/>
              </a:ext>
            </a:extLst>
          </p:cNvPr>
          <p:cNvCxnSpPr/>
          <p:nvPr/>
        </p:nvCxnSpPr>
        <p:spPr>
          <a:xfrm>
            <a:off x="4043856" y="639683"/>
            <a:ext cx="41311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直接连接符 368">
            <a:extLst>
              <a:ext uri="{FF2B5EF4-FFF2-40B4-BE49-F238E27FC236}">
                <a16:creationId xmlns:a16="http://schemas.microsoft.com/office/drawing/2014/main" id="{4D9174C6-95E5-CF88-176F-5C927EA8DE08}"/>
              </a:ext>
            </a:extLst>
          </p:cNvPr>
          <p:cNvCxnSpPr/>
          <p:nvPr/>
        </p:nvCxnSpPr>
        <p:spPr>
          <a:xfrm>
            <a:off x="4085167" y="639683"/>
            <a:ext cx="4409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25FE098F-642A-2AE1-8589-63D70C88F5E4}"/>
              </a:ext>
            </a:extLst>
          </p:cNvPr>
          <p:cNvCxnSpPr/>
          <p:nvPr/>
        </p:nvCxnSpPr>
        <p:spPr>
          <a:xfrm>
            <a:off x="4089576" y="6396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直接连接符 370">
            <a:extLst>
              <a:ext uri="{FF2B5EF4-FFF2-40B4-BE49-F238E27FC236}">
                <a16:creationId xmlns:a16="http://schemas.microsoft.com/office/drawing/2014/main" id="{C607640C-7821-2560-835B-DBCDC09D06CF}"/>
              </a:ext>
            </a:extLst>
          </p:cNvPr>
          <p:cNvCxnSpPr/>
          <p:nvPr/>
        </p:nvCxnSpPr>
        <p:spPr>
          <a:xfrm>
            <a:off x="411243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接连接符 371">
            <a:extLst>
              <a:ext uri="{FF2B5EF4-FFF2-40B4-BE49-F238E27FC236}">
                <a16:creationId xmlns:a16="http://schemas.microsoft.com/office/drawing/2014/main" id="{32A08F88-32BD-47AC-41E7-B7C4D8C903CA}"/>
              </a:ext>
            </a:extLst>
          </p:cNvPr>
          <p:cNvCxnSpPr/>
          <p:nvPr/>
        </p:nvCxnSpPr>
        <p:spPr>
          <a:xfrm>
            <a:off x="418101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2619DAB1-2B5F-90A3-D3E1-E5695BA77636}"/>
              </a:ext>
            </a:extLst>
          </p:cNvPr>
          <p:cNvCxnSpPr/>
          <p:nvPr/>
        </p:nvCxnSpPr>
        <p:spPr>
          <a:xfrm>
            <a:off x="424959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直接连接符 373">
            <a:extLst>
              <a:ext uri="{FF2B5EF4-FFF2-40B4-BE49-F238E27FC236}">
                <a16:creationId xmlns:a16="http://schemas.microsoft.com/office/drawing/2014/main" id="{A4855A9D-7E04-B16D-3445-EF29C3FB2FD9}"/>
              </a:ext>
            </a:extLst>
          </p:cNvPr>
          <p:cNvCxnSpPr/>
          <p:nvPr/>
        </p:nvCxnSpPr>
        <p:spPr>
          <a:xfrm>
            <a:off x="431817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直接连接符 374">
            <a:extLst>
              <a:ext uri="{FF2B5EF4-FFF2-40B4-BE49-F238E27FC236}">
                <a16:creationId xmlns:a16="http://schemas.microsoft.com/office/drawing/2014/main" id="{ED3D52D3-B6DC-8B34-48D9-066ECE777625}"/>
              </a:ext>
            </a:extLst>
          </p:cNvPr>
          <p:cNvCxnSpPr/>
          <p:nvPr/>
        </p:nvCxnSpPr>
        <p:spPr>
          <a:xfrm>
            <a:off x="4386756" y="639683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56AF66A3-91DF-D2BA-5E29-5C9F306109F4}"/>
              </a:ext>
            </a:extLst>
          </p:cNvPr>
          <p:cNvCxnSpPr/>
          <p:nvPr/>
        </p:nvCxnSpPr>
        <p:spPr>
          <a:xfrm>
            <a:off x="4432476" y="639683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7" name="矩形 376">
            <a:extLst>
              <a:ext uri="{FF2B5EF4-FFF2-40B4-BE49-F238E27FC236}">
                <a16:creationId xmlns:a16="http://schemas.microsoft.com/office/drawing/2014/main" id="{1F28B181-0138-2F02-1930-2DB4A6DE6812}"/>
              </a:ext>
            </a:extLst>
          </p:cNvPr>
          <p:cNvSpPr/>
          <p:nvPr/>
        </p:nvSpPr>
        <p:spPr>
          <a:xfrm>
            <a:off x="1189673" y="1100631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8" name="矩形 377">
            <a:extLst>
              <a:ext uri="{FF2B5EF4-FFF2-40B4-BE49-F238E27FC236}">
                <a16:creationId xmlns:a16="http://schemas.microsoft.com/office/drawing/2014/main" id="{609007D4-CF7D-CC91-585C-5640BB14BA7D}"/>
              </a:ext>
            </a:extLst>
          </p:cNvPr>
          <p:cNvSpPr/>
          <p:nvPr/>
        </p:nvSpPr>
        <p:spPr>
          <a:xfrm>
            <a:off x="1549506" y="829461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9" name="矩形 378">
            <a:extLst>
              <a:ext uri="{FF2B5EF4-FFF2-40B4-BE49-F238E27FC236}">
                <a16:creationId xmlns:a16="http://schemas.microsoft.com/office/drawing/2014/main" id="{E2113E1D-58F5-FE38-80EB-995D0D991FDD}"/>
              </a:ext>
            </a:extLst>
          </p:cNvPr>
          <p:cNvSpPr/>
          <p:nvPr/>
        </p:nvSpPr>
        <p:spPr>
          <a:xfrm>
            <a:off x="1909339" y="71324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0" name="矩形 379">
            <a:extLst>
              <a:ext uri="{FF2B5EF4-FFF2-40B4-BE49-F238E27FC236}">
                <a16:creationId xmlns:a16="http://schemas.microsoft.com/office/drawing/2014/main" id="{49A59A6D-9F94-CCB0-F6D5-6DBB579DFCCC}"/>
              </a:ext>
            </a:extLst>
          </p:cNvPr>
          <p:cNvSpPr/>
          <p:nvPr/>
        </p:nvSpPr>
        <p:spPr>
          <a:xfrm>
            <a:off x="2269173" y="687419"/>
            <a:ext cx="33654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1" name="矩形 380">
            <a:extLst>
              <a:ext uri="{FF2B5EF4-FFF2-40B4-BE49-F238E27FC236}">
                <a16:creationId xmlns:a16="http://schemas.microsoft.com/office/drawing/2014/main" id="{636B6B5C-6738-190D-0DD1-96E6E78BAA29}"/>
              </a:ext>
            </a:extLst>
          </p:cNvPr>
          <p:cNvSpPr/>
          <p:nvPr/>
        </p:nvSpPr>
        <p:spPr>
          <a:xfrm>
            <a:off x="2629006" y="674507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2" name="矩形 381">
            <a:extLst>
              <a:ext uri="{FF2B5EF4-FFF2-40B4-BE49-F238E27FC236}">
                <a16:creationId xmlns:a16="http://schemas.microsoft.com/office/drawing/2014/main" id="{2D7027C9-6EF3-277E-CA12-C80839B33F13}"/>
              </a:ext>
            </a:extLst>
          </p:cNvPr>
          <p:cNvSpPr/>
          <p:nvPr/>
        </p:nvSpPr>
        <p:spPr>
          <a:xfrm>
            <a:off x="2988839" y="661594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3" name="矩形 382">
            <a:extLst>
              <a:ext uri="{FF2B5EF4-FFF2-40B4-BE49-F238E27FC236}">
                <a16:creationId xmlns:a16="http://schemas.microsoft.com/office/drawing/2014/main" id="{2F2E27F8-A618-3E06-3E67-67A0172FCED4}"/>
              </a:ext>
            </a:extLst>
          </p:cNvPr>
          <p:cNvSpPr/>
          <p:nvPr/>
        </p:nvSpPr>
        <p:spPr>
          <a:xfrm>
            <a:off x="3348672" y="648681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4" name="矩形 383">
            <a:extLst>
              <a:ext uri="{FF2B5EF4-FFF2-40B4-BE49-F238E27FC236}">
                <a16:creationId xmlns:a16="http://schemas.microsoft.com/office/drawing/2014/main" id="{FC657506-516C-B2C4-7143-08E9E4940865}"/>
              </a:ext>
            </a:extLst>
          </p:cNvPr>
          <p:cNvSpPr/>
          <p:nvPr/>
        </p:nvSpPr>
        <p:spPr>
          <a:xfrm>
            <a:off x="3708506" y="62285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5" name="矩形 384">
            <a:extLst>
              <a:ext uri="{FF2B5EF4-FFF2-40B4-BE49-F238E27FC236}">
                <a16:creationId xmlns:a16="http://schemas.microsoft.com/office/drawing/2014/main" id="{50F1008A-0B20-9944-4785-6D133698B53E}"/>
              </a:ext>
            </a:extLst>
          </p:cNvPr>
          <p:cNvSpPr/>
          <p:nvPr/>
        </p:nvSpPr>
        <p:spPr>
          <a:xfrm>
            <a:off x="4068339" y="62285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6" name="矩形 385">
            <a:extLst>
              <a:ext uri="{FF2B5EF4-FFF2-40B4-BE49-F238E27FC236}">
                <a16:creationId xmlns:a16="http://schemas.microsoft.com/office/drawing/2014/main" id="{F40B4469-4400-FB1F-C766-A9061C6ADB66}"/>
              </a:ext>
            </a:extLst>
          </p:cNvPr>
          <p:cNvSpPr/>
          <p:nvPr/>
        </p:nvSpPr>
        <p:spPr>
          <a:xfrm>
            <a:off x="4428172" y="62285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7" name="直接连接符 386">
            <a:extLst>
              <a:ext uri="{FF2B5EF4-FFF2-40B4-BE49-F238E27FC236}">
                <a16:creationId xmlns:a16="http://schemas.microsoft.com/office/drawing/2014/main" id="{4F6E021E-6F3B-CD7B-3EE5-10BDE5F6798C}"/>
              </a:ext>
            </a:extLst>
          </p:cNvPr>
          <p:cNvCxnSpPr/>
          <p:nvPr/>
        </p:nvCxnSpPr>
        <p:spPr>
          <a:xfrm flipV="1">
            <a:off x="1206500" y="1608146"/>
            <a:ext cx="359833" cy="142042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直接连接符 387">
            <a:extLst>
              <a:ext uri="{FF2B5EF4-FFF2-40B4-BE49-F238E27FC236}">
                <a16:creationId xmlns:a16="http://schemas.microsoft.com/office/drawing/2014/main" id="{9B372664-B16E-45E2-4468-0E2B58D94E05}"/>
              </a:ext>
            </a:extLst>
          </p:cNvPr>
          <p:cNvCxnSpPr/>
          <p:nvPr/>
        </p:nvCxnSpPr>
        <p:spPr>
          <a:xfrm flipV="1">
            <a:off x="1566333" y="1543582"/>
            <a:ext cx="359834" cy="64564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EF4AB9B-982F-8FD5-C527-89AFCE5241D4}"/>
              </a:ext>
            </a:extLst>
          </p:cNvPr>
          <p:cNvCxnSpPr/>
          <p:nvPr/>
        </p:nvCxnSpPr>
        <p:spPr>
          <a:xfrm flipV="1">
            <a:off x="1926167" y="1517756"/>
            <a:ext cx="359833" cy="25826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直接连接符 389">
            <a:extLst>
              <a:ext uri="{FF2B5EF4-FFF2-40B4-BE49-F238E27FC236}">
                <a16:creationId xmlns:a16="http://schemas.microsoft.com/office/drawing/2014/main" id="{C0340CE8-4ED5-700A-224C-EA75A379EDD3}"/>
              </a:ext>
            </a:extLst>
          </p:cNvPr>
          <p:cNvCxnSpPr/>
          <p:nvPr/>
        </p:nvCxnSpPr>
        <p:spPr>
          <a:xfrm flipV="1">
            <a:off x="2286000" y="1504844"/>
            <a:ext cx="359833" cy="12912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直接连接符 390">
            <a:extLst>
              <a:ext uri="{FF2B5EF4-FFF2-40B4-BE49-F238E27FC236}">
                <a16:creationId xmlns:a16="http://schemas.microsoft.com/office/drawing/2014/main" id="{9DB61FA5-FAB3-670C-FA7B-9DAF20E9C062}"/>
              </a:ext>
            </a:extLst>
          </p:cNvPr>
          <p:cNvCxnSpPr/>
          <p:nvPr/>
        </p:nvCxnSpPr>
        <p:spPr>
          <a:xfrm flipV="1">
            <a:off x="2645833" y="1491931"/>
            <a:ext cx="359834" cy="12913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EAB8C097-540B-B614-0494-2D707702B0DE}"/>
              </a:ext>
            </a:extLst>
          </p:cNvPr>
          <p:cNvCxnSpPr/>
          <p:nvPr/>
        </p:nvCxnSpPr>
        <p:spPr>
          <a:xfrm>
            <a:off x="3005667" y="1491931"/>
            <a:ext cx="359833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直接连接符 392">
            <a:extLst>
              <a:ext uri="{FF2B5EF4-FFF2-40B4-BE49-F238E27FC236}">
                <a16:creationId xmlns:a16="http://schemas.microsoft.com/office/drawing/2014/main" id="{8CA0F8F5-A48C-2EBB-7ED4-27C8B7CCAA0F}"/>
              </a:ext>
            </a:extLst>
          </p:cNvPr>
          <p:cNvCxnSpPr/>
          <p:nvPr/>
        </p:nvCxnSpPr>
        <p:spPr>
          <a:xfrm flipV="1">
            <a:off x="3365500" y="1479018"/>
            <a:ext cx="359833" cy="12913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直接连接符 393">
            <a:extLst>
              <a:ext uri="{FF2B5EF4-FFF2-40B4-BE49-F238E27FC236}">
                <a16:creationId xmlns:a16="http://schemas.microsoft.com/office/drawing/2014/main" id="{8B142C6D-94DB-E040-91D1-D03FAE984BAC}"/>
              </a:ext>
            </a:extLst>
          </p:cNvPr>
          <p:cNvCxnSpPr/>
          <p:nvPr/>
        </p:nvCxnSpPr>
        <p:spPr>
          <a:xfrm>
            <a:off x="3725333" y="1479018"/>
            <a:ext cx="359834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5F0A1727-FB42-6F69-A519-1210384ED9F5}"/>
              </a:ext>
            </a:extLst>
          </p:cNvPr>
          <p:cNvCxnSpPr/>
          <p:nvPr/>
        </p:nvCxnSpPr>
        <p:spPr>
          <a:xfrm flipV="1">
            <a:off x="4085167" y="1466105"/>
            <a:ext cx="359833" cy="12913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6" name="菱形 395">
            <a:extLst>
              <a:ext uri="{FF2B5EF4-FFF2-40B4-BE49-F238E27FC236}">
                <a16:creationId xmlns:a16="http://schemas.microsoft.com/office/drawing/2014/main" id="{8FEE9A87-21D4-44C3-1298-C25B40BD1C13}"/>
              </a:ext>
            </a:extLst>
          </p:cNvPr>
          <p:cNvSpPr/>
          <p:nvPr/>
        </p:nvSpPr>
        <p:spPr>
          <a:xfrm>
            <a:off x="1189673" y="173336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7" name="菱形 396">
            <a:extLst>
              <a:ext uri="{FF2B5EF4-FFF2-40B4-BE49-F238E27FC236}">
                <a16:creationId xmlns:a16="http://schemas.microsoft.com/office/drawing/2014/main" id="{DC221287-6AFF-8449-6558-1F2D5E409D1B}"/>
              </a:ext>
            </a:extLst>
          </p:cNvPr>
          <p:cNvSpPr/>
          <p:nvPr/>
        </p:nvSpPr>
        <p:spPr>
          <a:xfrm>
            <a:off x="1549506" y="1591319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8" name="菱形 397">
            <a:extLst>
              <a:ext uri="{FF2B5EF4-FFF2-40B4-BE49-F238E27FC236}">
                <a16:creationId xmlns:a16="http://schemas.microsoft.com/office/drawing/2014/main" id="{23D0ECE3-1AD1-4DE2-5EBC-4750B6E7C196}"/>
              </a:ext>
            </a:extLst>
          </p:cNvPr>
          <p:cNvSpPr/>
          <p:nvPr/>
        </p:nvSpPr>
        <p:spPr>
          <a:xfrm>
            <a:off x="1909339" y="1526755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9" name="菱形 398">
            <a:extLst>
              <a:ext uri="{FF2B5EF4-FFF2-40B4-BE49-F238E27FC236}">
                <a16:creationId xmlns:a16="http://schemas.microsoft.com/office/drawing/2014/main" id="{82B1FD20-89EE-E9A5-ADA2-87406997EED0}"/>
              </a:ext>
            </a:extLst>
          </p:cNvPr>
          <p:cNvSpPr/>
          <p:nvPr/>
        </p:nvSpPr>
        <p:spPr>
          <a:xfrm>
            <a:off x="2269173" y="1500929"/>
            <a:ext cx="33654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0" name="菱形 399">
            <a:extLst>
              <a:ext uri="{FF2B5EF4-FFF2-40B4-BE49-F238E27FC236}">
                <a16:creationId xmlns:a16="http://schemas.microsoft.com/office/drawing/2014/main" id="{CF2C341D-E692-5271-1515-8BEE36E32F2E}"/>
              </a:ext>
            </a:extLst>
          </p:cNvPr>
          <p:cNvSpPr/>
          <p:nvPr/>
        </p:nvSpPr>
        <p:spPr>
          <a:xfrm>
            <a:off x="2629006" y="1488016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1" name="菱形 400">
            <a:extLst>
              <a:ext uri="{FF2B5EF4-FFF2-40B4-BE49-F238E27FC236}">
                <a16:creationId xmlns:a16="http://schemas.microsoft.com/office/drawing/2014/main" id="{222955BC-466B-1020-EA78-B9E0F9AB866B}"/>
              </a:ext>
            </a:extLst>
          </p:cNvPr>
          <p:cNvSpPr/>
          <p:nvPr/>
        </p:nvSpPr>
        <p:spPr>
          <a:xfrm>
            <a:off x="2988839" y="147510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2" name="菱形 401">
            <a:extLst>
              <a:ext uri="{FF2B5EF4-FFF2-40B4-BE49-F238E27FC236}">
                <a16:creationId xmlns:a16="http://schemas.microsoft.com/office/drawing/2014/main" id="{21D0510A-6044-1FE7-AA59-FE020CC36F5C}"/>
              </a:ext>
            </a:extLst>
          </p:cNvPr>
          <p:cNvSpPr/>
          <p:nvPr/>
        </p:nvSpPr>
        <p:spPr>
          <a:xfrm>
            <a:off x="3348672" y="147510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3" name="菱形 402">
            <a:extLst>
              <a:ext uri="{FF2B5EF4-FFF2-40B4-BE49-F238E27FC236}">
                <a16:creationId xmlns:a16="http://schemas.microsoft.com/office/drawing/2014/main" id="{7F5D26D7-7038-AF09-CA0E-BCC5D482E046}"/>
              </a:ext>
            </a:extLst>
          </p:cNvPr>
          <p:cNvSpPr/>
          <p:nvPr/>
        </p:nvSpPr>
        <p:spPr>
          <a:xfrm>
            <a:off x="3708506" y="146219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4" name="菱形 403">
            <a:extLst>
              <a:ext uri="{FF2B5EF4-FFF2-40B4-BE49-F238E27FC236}">
                <a16:creationId xmlns:a16="http://schemas.microsoft.com/office/drawing/2014/main" id="{73095F7E-417E-E77A-09CD-4409535DDC04}"/>
              </a:ext>
            </a:extLst>
          </p:cNvPr>
          <p:cNvSpPr/>
          <p:nvPr/>
        </p:nvSpPr>
        <p:spPr>
          <a:xfrm>
            <a:off x="4068339" y="146219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5" name="菱形 404">
            <a:extLst>
              <a:ext uri="{FF2B5EF4-FFF2-40B4-BE49-F238E27FC236}">
                <a16:creationId xmlns:a16="http://schemas.microsoft.com/office/drawing/2014/main" id="{9570A4F8-5E27-AFB9-7B71-F41F1156DAAA}"/>
              </a:ext>
            </a:extLst>
          </p:cNvPr>
          <p:cNvSpPr/>
          <p:nvPr/>
        </p:nvSpPr>
        <p:spPr>
          <a:xfrm>
            <a:off x="4428172" y="1449278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6" name="直接连接符 405">
            <a:extLst>
              <a:ext uri="{FF2B5EF4-FFF2-40B4-BE49-F238E27FC236}">
                <a16:creationId xmlns:a16="http://schemas.microsoft.com/office/drawing/2014/main" id="{58E838B0-E757-F8A5-BC85-ED1890A5CF63}"/>
              </a:ext>
            </a:extLst>
          </p:cNvPr>
          <p:cNvCxnSpPr/>
          <p:nvPr/>
        </p:nvCxnSpPr>
        <p:spPr>
          <a:xfrm>
            <a:off x="4749800" y="984250"/>
            <a:ext cx="21590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7" name="椭圆 406">
            <a:extLst>
              <a:ext uri="{FF2B5EF4-FFF2-40B4-BE49-F238E27FC236}">
                <a16:creationId xmlns:a16="http://schemas.microsoft.com/office/drawing/2014/main" id="{5A975F45-6724-E382-E81C-7F27FB5ECA51}"/>
              </a:ext>
            </a:extLst>
          </p:cNvPr>
          <p:cNvSpPr/>
          <p:nvPr/>
        </p:nvSpPr>
        <p:spPr>
          <a:xfrm>
            <a:off x="4841558" y="968057"/>
            <a:ext cx="32384" cy="32386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8" name="文本框 407">
            <a:extLst>
              <a:ext uri="{FF2B5EF4-FFF2-40B4-BE49-F238E27FC236}">
                <a16:creationId xmlns:a16="http://schemas.microsoft.com/office/drawing/2014/main" id="{45C31265-40AF-A583-752D-D231C0DCCBD9}"/>
              </a:ext>
            </a:extLst>
          </p:cNvPr>
          <p:cNvSpPr txBox="1"/>
          <p:nvPr/>
        </p:nvSpPr>
        <p:spPr>
          <a:xfrm>
            <a:off x="5041899" y="9271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09" name="直接连接符 408">
            <a:extLst>
              <a:ext uri="{FF2B5EF4-FFF2-40B4-BE49-F238E27FC236}">
                <a16:creationId xmlns:a16="http://schemas.microsoft.com/office/drawing/2014/main" id="{B20C740A-5250-F568-7C3A-7E77AE2F60CC}"/>
              </a:ext>
            </a:extLst>
          </p:cNvPr>
          <p:cNvCxnSpPr/>
          <p:nvPr/>
        </p:nvCxnSpPr>
        <p:spPr>
          <a:xfrm>
            <a:off x="4749800" y="116205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342D4E54-6B1A-5782-5ED3-8F15CF729B62}"/>
              </a:ext>
            </a:extLst>
          </p:cNvPr>
          <p:cNvCxnSpPr/>
          <p:nvPr/>
        </p:nvCxnSpPr>
        <p:spPr>
          <a:xfrm>
            <a:off x="4818380" y="116205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2D449692-0804-7C16-3715-1863DAD74865}"/>
              </a:ext>
            </a:extLst>
          </p:cNvPr>
          <p:cNvCxnSpPr/>
          <p:nvPr/>
        </p:nvCxnSpPr>
        <p:spPr>
          <a:xfrm>
            <a:off x="4864100" y="116205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直接连接符 411">
            <a:extLst>
              <a:ext uri="{FF2B5EF4-FFF2-40B4-BE49-F238E27FC236}">
                <a16:creationId xmlns:a16="http://schemas.microsoft.com/office/drawing/2014/main" id="{DA01CB8E-E783-12E0-9E84-766AD2F81A6E}"/>
              </a:ext>
            </a:extLst>
          </p:cNvPr>
          <p:cNvCxnSpPr/>
          <p:nvPr/>
        </p:nvCxnSpPr>
        <p:spPr>
          <a:xfrm>
            <a:off x="4886960" y="116205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F9F27506-3C3B-76AB-C5D8-8F615E0C4EBE}"/>
              </a:ext>
            </a:extLst>
          </p:cNvPr>
          <p:cNvCxnSpPr/>
          <p:nvPr/>
        </p:nvCxnSpPr>
        <p:spPr>
          <a:xfrm>
            <a:off x="4932680" y="116205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35EFDD49-9626-4FBD-AC30-28C2795152CD}"/>
              </a:ext>
            </a:extLst>
          </p:cNvPr>
          <p:cNvCxnSpPr/>
          <p:nvPr/>
        </p:nvCxnSpPr>
        <p:spPr>
          <a:xfrm>
            <a:off x="4955540" y="1162050"/>
            <a:ext cx="1016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矩形 414">
            <a:extLst>
              <a:ext uri="{FF2B5EF4-FFF2-40B4-BE49-F238E27FC236}">
                <a16:creationId xmlns:a16="http://schemas.microsoft.com/office/drawing/2014/main" id="{C4D10D16-AA4D-07C7-0117-81018497177F}"/>
              </a:ext>
            </a:extLst>
          </p:cNvPr>
          <p:cNvSpPr/>
          <p:nvPr/>
        </p:nvSpPr>
        <p:spPr>
          <a:xfrm>
            <a:off x="4841558" y="1145857"/>
            <a:ext cx="32384" cy="32386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文本框 415">
            <a:extLst>
              <a:ext uri="{FF2B5EF4-FFF2-40B4-BE49-F238E27FC236}">
                <a16:creationId xmlns:a16="http://schemas.microsoft.com/office/drawing/2014/main" id="{32E9824E-5963-E8BB-402F-8F20984D059C}"/>
              </a:ext>
            </a:extLst>
          </p:cNvPr>
          <p:cNvSpPr txBox="1"/>
          <p:nvPr/>
        </p:nvSpPr>
        <p:spPr>
          <a:xfrm>
            <a:off x="5041899" y="11049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72F9D9FB-872E-B705-EA78-84E4B72778F0}"/>
              </a:ext>
            </a:extLst>
          </p:cNvPr>
          <p:cNvCxnSpPr/>
          <p:nvPr/>
        </p:nvCxnSpPr>
        <p:spPr>
          <a:xfrm>
            <a:off x="4749800" y="1339850"/>
            <a:ext cx="21590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8" name="椭圆 417">
            <a:extLst>
              <a:ext uri="{FF2B5EF4-FFF2-40B4-BE49-F238E27FC236}">
                <a16:creationId xmlns:a16="http://schemas.microsoft.com/office/drawing/2014/main" id="{F173A24A-CA23-47DE-EE83-A65A5D4F8233}"/>
              </a:ext>
            </a:extLst>
          </p:cNvPr>
          <p:cNvSpPr/>
          <p:nvPr/>
        </p:nvSpPr>
        <p:spPr>
          <a:xfrm>
            <a:off x="4841558" y="1323657"/>
            <a:ext cx="32384" cy="32386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9" name="文本框 418">
            <a:extLst>
              <a:ext uri="{FF2B5EF4-FFF2-40B4-BE49-F238E27FC236}">
                <a16:creationId xmlns:a16="http://schemas.microsoft.com/office/drawing/2014/main" id="{8C2199C3-817D-016C-1B34-5A203D3C653C}"/>
              </a:ext>
            </a:extLst>
          </p:cNvPr>
          <p:cNvSpPr txBox="1"/>
          <p:nvPr/>
        </p:nvSpPr>
        <p:spPr>
          <a:xfrm>
            <a:off x="5041899" y="12827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941B7509-8291-A3BE-62DB-D9C07D1D3007}"/>
              </a:ext>
            </a:extLst>
          </p:cNvPr>
          <p:cNvCxnSpPr/>
          <p:nvPr/>
        </p:nvCxnSpPr>
        <p:spPr>
          <a:xfrm>
            <a:off x="4749800" y="1517650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直接连接符 420">
            <a:extLst>
              <a:ext uri="{FF2B5EF4-FFF2-40B4-BE49-F238E27FC236}">
                <a16:creationId xmlns:a16="http://schemas.microsoft.com/office/drawing/2014/main" id="{2533FBBF-1699-2F39-EB8A-7D7D416FC496}"/>
              </a:ext>
            </a:extLst>
          </p:cNvPr>
          <p:cNvCxnSpPr/>
          <p:nvPr/>
        </p:nvCxnSpPr>
        <p:spPr>
          <a:xfrm>
            <a:off x="4818380" y="1517650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5AC9BCAD-0AAE-DF70-284D-5A6280AFB273}"/>
              </a:ext>
            </a:extLst>
          </p:cNvPr>
          <p:cNvCxnSpPr/>
          <p:nvPr/>
        </p:nvCxnSpPr>
        <p:spPr>
          <a:xfrm>
            <a:off x="4864100" y="1517650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直接连接符 422">
            <a:extLst>
              <a:ext uri="{FF2B5EF4-FFF2-40B4-BE49-F238E27FC236}">
                <a16:creationId xmlns:a16="http://schemas.microsoft.com/office/drawing/2014/main" id="{ECC1BD4A-E62A-DAB3-02B9-A8147A8A9B7C}"/>
              </a:ext>
            </a:extLst>
          </p:cNvPr>
          <p:cNvCxnSpPr/>
          <p:nvPr/>
        </p:nvCxnSpPr>
        <p:spPr>
          <a:xfrm>
            <a:off x="4886960" y="1517650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直接连接符 423">
            <a:extLst>
              <a:ext uri="{FF2B5EF4-FFF2-40B4-BE49-F238E27FC236}">
                <a16:creationId xmlns:a16="http://schemas.microsoft.com/office/drawing/2014/main" id="{B76EE159-2AB3-55AC-0502-6A05FDE646FE}"/>
              </a:ext>
            </a:extLst>
          </p:cNvPr>
          <p:cNvCxnSpPr/>
          <p:nvPr/>
        </p:nvCxnSpPr>
        <p:spPr>
          <a:xfrm>
            <a:off x="4932680" y="1517650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2F6A2619-2DF3-C212-55FB-1FB0F8E2504E}"/>
              </a:ext>
            </a:extLst>
          </p:cNvPr>
          <p:cNvCxnSpPr/>
          <p:nvPr/>
        </p:nvCxnSpPr>
        <p:spPr>
          <a:xfrm>
            <a:off x="4955540" y="1517650"/>
            <a:ext cx="1016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6" name="矩形 425">
            <a:extLst>
              <a:ext uri="{FF2B5EF4-FFF2-40B4-BE49-F238E27FC236}">
                <a16:creationId xmlns:a16="http://schemas.microsoft.com/office/drawing/2014/main" id="{519582BA-DDF8-0F93-CD79-CF75E1076CAE}"/>
              </a:ext>
            </a:extLst>
          </p:cNvPr>
          <p:cNvSpPr/>
          <p:nvPr/>
        </p:nvSpPr>
        <p:spPr>
          <a:xfrm>
            <a:off x="4841558" y="1501457"/>
            <a:ext cx="32384" cy="32386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7" name="文本框 426">
            <a:extLst>
              <a:ext uri="{FF2B5EF4-FFF2-40B4-BE49-F238E27FC236}">
                <a16:creationId xmlns:a16="http://schemas.microsoft.com/office/drawing/2014/main" id="{31EB14ED-04B5-F1DE-D2F4-C2F46B7BFAB2}"/>
              </a:ext>
            </a:extLst>
          </p:cNvPr>
          <p:cNvSpPr txBox="1"/>
          <p:nvPr/>
        </p:nvSpPr>
        <p:spPr>
          <a:xfrm>
            <a:off x="5041899" y="14605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88CD282D-5F07-E677-A3B0-AD1024997D94}"/>
              </a:ext>
            </a:extLst>
          </p:cNvPr>
          <p:cNvCxnSpPr/>
          <p:nvPr/>
        </p:nvCxnSpPr>
        <p:spPr>
          <a:xfrm>
            <a:off x="4749800" y="1695450"/>
            <a:ext cx="215900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9" name="菱形 428">
            <a:extLst>
              <a:ext uri="{FF2B5EF4-FFF2-40B4-BE49-F238E27FC236}">
                <a16:creationId xmlns:a16="http://schemas.microsoft.com/office/drawing/2014/main" id="{1D1B76DA-3C6E-A1EA-E843-D02C513BB60A}"/>
              </a:ext>
            </a:extLst>
          </p:cNvPr>
          <p:cNvSpPr/>
          <p:nvPr/>
        </p:nvSpPr>
        <p:spPr>
          <a:xfrm>
            <a:off x="4841558" y="1679258"/>
            <a:ext cx="32384" cy="3238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0" name="文本框 429">
            <a:extLst>
              <a:ext uri="{FF2B5EF4-FFF2-40B4-BE49-F238E27FC236}">
                <a16:creationId xmlns:a16="http://schemas.microsoft.com/office/drawing/2014/main" id="{DAF0DB5A-5062-4A97-AD8A-7444E4B2D52E}"/>
              </a:ext>
            </a:extLst>
          </p:cNvPr>
          <p:cNvSpPr txBox="1"/>
          <p:nvPr/>
        </p:nvSpPr>
        <p:spPr>
          <a:xfrm>
            <a:off x="5041899" y="163830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8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68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7276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文本框 374">
            <a:extLst>
              <a:ext uri="{FF2B5EF4-FFF2-40B4-BE49-F238E27FC236}">
                <a16:creationId xmlns:a16="http://schemas.microsoft.com/office/drawing/2014/main" id="{A4E563FB-55C0-A1EA-4CBD-C55F95ADCC68}"/>
              </a:ext>
            </a:extLst>
          </p:cNvPr>
          <p:cNvSpPr txBox="1"/>
          <p:nvPr/>
        </p:nvSpPr>
        <p:spPr>
          <a:xfrm rot="16200000">
            <a:off x="-1" y="1524000"/>
            <a:ext cx="12700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71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1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76" name="文本框 375">
            <a:extLst>
              <a:ext uri="{FF2B5EF4-FFF2-40B4-BE49-F238E27FC236}">
                <a16:creationId xmlns:a16="http://schemas.microsoft.com/office/drawing/2014/main" id="{9756E9B1-8C47-0EEB-964F-D2B8E2D3D8C6}"/>
              </a:ext>
            </a:extLst>
          </p:cNvPr>
          <p:cNvSpPr txBox="1"/>
          <p:nvPr/>
        </p:nvSpPr>
        <p:spPr>
          <a:xfrm>
            <a:off x="1206499" y="38100"/>
            <a:ext cx="1143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820" b="1">
                <a:solidFill>
                  <a:srgbClr val="263746"/>
                </a:solidFill>
                <a:latin typeface="Arial" panose="020B0604020202020204" pitchFamily="34" charset="0"/>
              </a:rPr>
              <a:t>a</a:t>
            </a:r>
            <a:endParaRPr lang="zh-CN" altLang="en-US" sz="82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77" name="文本框 376">
            <a:extLst>
              <a:ext uri="{FF2B5EF4-FFF2-40B4-BE49-F238E27FC236}">
                <a16:creationId xmlns:a16="http://schemas.microsoft.com/office/drawing/2014/main" id="{3DABFDCE-5BFD-9BA0-5CDF-BF8AC07D8049}"/>
              </a:ext>
            </a:extLst>
          </p:cNvPr>
          <p:cNvSpPr txBox="1"/>
          <p:nvPr/>
        </p:nvSpPr>
        <p:spPr>
          <a:xfrm>
            <a:off x="1422399" y="40640"/>
            <a:ext cx="29845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750" b="1">
                <a:solidFill>
                  <a:srgbClr val="263746"/>
                </a:solidFill>
                <a:latin typeface="Arial" panose="020B0604020202020204" pitchFamily="34" charset="0"/>
              </a:rPr>
              <a:t>Detection and identity</a:t>
            </a:r>
            <a:endParaRPr lang="zh-CN" altLang="en-US" sz="75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78" name="文本框 377">
            <a:extLst>
              <a:ext uri="{FF2B5EF4-FFF2-40B4-BE49-F238E27FC236}">
                <a16:creationId xmlns:a16="http://schemas.microsoft.com/office/drawing/2014/main" id="{7A9580EC-801C-9D1E-992D-1EE62B665F03}"/>
              </a:ext>
            </a:extLst>
          </p:cNvPr>
          <p:cNvSpPr txBox="1"/>
          <p:nvPr/>
        </p:nvSpPr>
        <p:spPr>
          <a:xfrm>
            <a:off x="723899" y="730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889A848F-7104-AF97-F0D1-DA741326F119}"/>
              </a:ext>
            </a:extLst>
          </p:cNvPr>
          <p:cNvCxnSpPr/>
          <p:nvPr/>
        </p:nvCxnSpPr>
        <p:spPr>
          <a:xfrm>
            <a:off x="1206500" y="6540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0" name="文本框 379">
            <a:extLst>
              <a:ext uri="{FF2B5EF4-FFF2-40B4-BE49-F238E27FC236}">
                <a16:creationId xmlns:a16="http://schemas.microsoft.com/office/drawing/2014/main" id="{B59077C7-534A-132E-73C0-6E68680D5F67}"/>
              </a:ext>
            </a:extLst>
          </p:cNvPr>
          <p:cNvSpPr txBox="1"/>
          <p:nvPr/>
        </p:nvSpPr>
        <p:spPr>
          <a:xfrm>
            <a:off x="723899" y="603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25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1ACA05CB-7312-D10A-CA7F-7FCDC4FB8664}"/>
              </a:ext>
            </a:extLst>
          </p:cNvPr>
          <p:cNvCxnSpPr/>
          <p:nvPr/>
        </p:nvCxnSpPr>
        <p:spPr>
          <a:xfrm>
            <a:off x="1206500" y="5270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1D532652-207F-43C7-3149-3037BB414056}"/>
              </a:ext>
            </a:extLst>
          </p:cNvPr>
          <p:cNvSpPr txBox="1"/>
          <p:nvPr/>
        </p:nvSpPr>
        <p:spPr>
          <a:xfrm>
            <a:off x="723899" y="476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50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83" name="直接连接符 382">
            <a:extLst>
              <a:ext uri="{FF2B5EF4-FFF2-40B4-BE49-F238E27FC236}">
                <a16:creationId xmlns:a16="http://schemas.microsoft.com/office/drawing/2014/main" id="{BFFD0C49-F8B1-6504-8D43-F4A455BDE40D}"/>
              </a:ext>
            </a:extLst>
          </p:cNvPr>
          <p:cNvCxnSpPr/>
          <p:nvPr/>
        </p:nvCxnSpPr>
        <p:spPr>
          <a:xfrm>
            <a:off x="1206500" y="4000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4" name="文本框 383">
            <a:extLst>
              <a:ext uri="{FF2B5EF4-FFF2-40B4-BE49-F238E27FC236}">
                <a16:creationId xmlns:a16="http://schemas.microsoft.com/office/drawing/2014/main" id="{64F5DAC2-E31B-4D93-B5C5-258B0382EB3B}"/>
              </a:ext>
            </a:extLst>
          </p:cNvPr>
          <p:cNvSpPr txBox="1"/>
          <p:nvPr/>
        </p:nvSpPr>
        <p:spPr>
          <a:xfrm>
            <a:off x="723899" y="349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75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85" name="直接连接符 384">
            <a:extLst>
              <a:ext uri="{FF2B5EF4-FFF2-40B4-BE49-F238E27FC236}">
                <a16:creationId xmlns:a16="http://schemas.microsoft.com/office/drawing/2014/main" id="{674EC912-3B12-8CE1-87DC-128AEC577CFB}"/>
              </a:ext>
            </a:extLst>
          </p:cNvPr>
          <p:cNvCxnSpPr/>
          <p:nvPr/>
        </p:nvCxnSpPr>
        <p:spPr>
          <a:xfrm>
            <a:off x="1206500" y="2730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文本框 385">
            <a:extLst>
              <a:ext uri="{FF2B5EF4-FFF2-40B4-BE49-F238E27FC236}">
                <a16:creationId xmlns:a16="http://schemas.microsoft.com/office/drawing/2014/main" id="{7B1EAFF6-8A6F-B58C-F66A-A2A869AF8508}"/>
              </a:ext>
            </a:extLst>
          </p:cNvPr>
          <p:cNvSpPr txBox="1"/>
          <p:nvPr/>
        </p:nvSpPr>
        <p:spPr>
          <a:xfrm>
            <a:off x="723899" y="2222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100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87" name="直接连接符 386">
            <a:extLst>
              <a:ext uri="{FF2B5EF4-FFF2-40B4-BE49-F238E27FC236}">
                <a16:creationId xmlns:a16="http://schemas.microsoft.com/office/drawing/2014/main" id="{67817CF9-2D85-7EAD-C8B5-47E7D0544D36}"/>
              </a:ext>
            </a:extLst>
          </p:cNvPr>
          <p:cNvCxnSpPr/>
          <p:nvPr/>
        </p:nvCxnSpPr>
        <p:spPr>
          <a:xfrm>
            <a:off x="1206500" y="273050"/>
            <a:ext cx="0" cy="50800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直接连接符 387">
            <a:extLst>
              <a:ext uri="{FF2B5EF4-FFF2-40B4-BE49-F238E27FC236}">
                <a16:creationId xmlns:a16="http://schemas.microsoft.com/office/drawing/2014/main" id="{09A51B06-C071-65C2-03BB-264E0F7E2D8B}"/>
              </a:ext>
            </a:extLst>
          </p:cNvPr>
          <p:cNvCxnSpPr/>
          <p:nvPr/>
        </p:nvCxnSpPr>
        <p:spPr>
          <a:xfrm>
            <a:off x="1206500" y="781050"/>
            <a:ext cx="3238500" cy="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4E48E244-03B4-707A-E848-30396B2A4BAF}"/>
              </a:ext>
            </a:extLst>
          </p:cNvPr>
          <p:cNvCxnSpPr/>
          <p:nvPr/>
        </p:nvCxnSpPr>
        <p:spPr>
          <a:xfrm>
            <a:off x="1206500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文本框 389">
            <a:extLst>
              <a:ext uri="{FF2B5EF4-FFF2-40B4-BE49-F238E27FC236}">
                <a16:creationId xmlns:a16="http://schemas.microsoft.com/office/drawing/2014/main" id="{BBC24400-4683-3150-3262-D86D155C73C0}"/>
              </a:ext>
            </a:extLst>
          </p:cNvPr>
          <p:cNvSpPr txBox="1"/>
          <p:nvPr/>
        </p:nvSpPr>
        <p:spPr>
          <a:xfrm>
            <a:off x="1104899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91" name="直接连接符 390">
            <a:extLst>
              <a:ext uri="{FF2B5EF4-FFF2-40B4-BE49-F238E27FC236}">
                <a16:creationId xmlns:a16="http://schemas.microsoft.com/office/drawing/2014/main" id="{DC682E81-5E01-DDC9-ACBF-7782B77A115F}"/>
              </a:ext>
            </a:extLst>
          </p:cNvPr>
          <p:cNvCxnSpPr/>
          <p:nvPr/>
        </p:nvCxnSpPr>
        <p:spPr>
          <a:xfrm>
            <a:off x="1566333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B0094F19-5501-748E-DF82-A9AC0F773A23}"/>
              </a:ext>
            </a:extLst>
          </p:cNvPr>
          <p:cNvCxnSpPr/>
          <p:nvPr/>
        </p:nvCxnSpPr>
        <p:spPr>
          <a:xfrm>
            <a:off x="1926167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文本框 392">
            <a:extLst>
              <a:ext uri="{FF2B5EF4-FFF2-40B4-BE49-F238E27FC236}">
                <a16:creationId xmlns:a16="http://schemas.microsoft.com/office/drawing/2014/main" id="{B506427F-D09C-193C-DAD2-9DB4048BAE18}"/>
              </a:ext>
            </a:extLst>
          </p:cNvPr>
          <p:cNvSpPr txBox="1"/>
          <p:nvPr/>
        </p:nvSpPr>
        <p:spPr>
          <a:xfrm>
            <a:off x="1824566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3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94" name="直接连接符 393">
            <a:extLst>
              <a:ext uri="{FF2B5EF4-FFF2-40B4-BE49-F238E27FC236}">
                <a16:creationId xmlns:a16="http://schemas.microsoft.com/office/drawing/2014/main" id="{D0F15CFD-4BEE-A0D4-A475-61D85302CFFA}"/>
              </a:ext>
            </a:extLst>
          </p:cNvPr>
          <p:cNvCxnSpPr/>
          <p:nvPr/>
        </p:nvCxnSpPr>
        <p:spPr>
          <a:xfrm>
            <a:off x="2286000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9BA5F56A-DD3A-FCB5-3EA4-978C90F5807E}"/>
              </a:ext>
            </a:extLst>
          </p:cNvPr>
          <p:cNvCxnSpPr/>
          <p:nvPr/>
        </p:nvCxnSpPr>
        <p:spPr>
          <a:xfrm>
            <a:off x="2645833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6" name="文本框 395">
            <a:extLst>
              <a:ext uri="{FF2B5EF4-FFF2-40B4-BE49-F238E27FC236}">
                <a16:creationId xmlns:a16="http://schemas.microsoft.com/office/drawing/2014/main" id="{C7A26EFF-E516-43B1-2AE1-1893CCEE7C3C}"/>
              </a:ext>
            </a:extLst>
          </p:cNvPr>
          <p:cNvSpPr txBox="1"/>
          <p:nvPr/>
        </p:nvSpPr>
        <p:spPr>
          <a:xfrm>
            <a:off x="2544232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5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397" name="直接连接符 396">
            <a:extLst>
              <a:ext uri="{FF2B5EF4-FFF2-40B4-BE49-F238E27FC236}">
                <a16:creationId xmlns:a16="http://schemas.microsoft.com/office/drawing/2014/main" id="{45CA1E27-883D-65D2-055D-DEEE52F88DEF}"/>
              </a:ext>
            </a:extLst>
          </p:cNvPr>
          <p:cNvCxnSpPr/>
          <p:nvPr/>
        </p:nvCxnSpPr>
        <p:spPr>
          <a:xfrm>
            <a:off x="3005667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D21E8E3F-3FF6-5CFF-D4CA-CB2B3E3A654E}"/>
              </a:ext>
            </a:extLst>
          </p:cNvPr>
          <p:cNvCxnSpPr/>
          <p:nvPr/>
        </p:nvCxnSpPr>
        <p:spPr>
          <a:xfrm>
            <a:off x="3365500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9" name="文本框 398">
            <a:extLst>
              <a:ext uri="{FF2B5EF4-FFF2-40B4-BE49-F238E27FC236}">
                <a16:creationId xmlns:a16="http://schemas.microsoft.com/office/drawing/2014/main" id="{7AC8BBDC-4F95-A59A-C9CC-DCC3201DEDE8}"/>
              </a:ext>
            </a:extLst>
          </p:cNvPr>
          <p:cNvSpPr txBox="1"/>
          <p:nvPr/>
        </p:nvSpPr>
        <p:spPr>
          <a:xfrm>
            <a:off x="3263899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7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00" name="直接连接符 399">
            <a:extLst>
              <a:ext uri="{FF2B5EF4-FFF2-40B4-BE49-F238E27FC236}">
                <a16:creationId xmlns:a16="http://schemas.microsoft.com/office/drawing/2014/main" id="{54F7C135-A984-B3EA-9037-4B9F71AB131E}"/>
              </a:ext>
            </a:extLst>
          </p:cNvPr>
          <p:cNvCxnSpPr/>
          <p:nvPr/>
        </p:nvCxnSpPr>
        <p:spPr>
          <a:xfrm>
            <a:off x="3725333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853D60F9-540E-0117-82D7-FCE3D5F1F568}"/>
              </a:ext>
            </a:extLst>
          </p:cNvPr>
          <p:cNvCxnSpPr/>
          <p:nvPr/>
        </p:nvCxnSpPr>
        <p:spPr>
          <a:xfrm>
            <a:off x="4085167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C34D897F-4E6C-5588-AD9F-F33239067CED}"/>
              </a:ext>
            </a:extLst>
          </p:cNvPr>
          <p:cNvCxnSpPr/>
          <p:nvPr/>
        </p:nvCxnSpPr>
        <p:spPr>
          <a:xfrm>
            <a:off x="4445000" y="7810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文本框 402">
            <a:extLst>
              <a:ext uri="{FF2B5EF4-FFF2-40B4-BE49-F238E27FC236}">
                <a16:creationId xmlns:a16="http://schemas.microsoft.com/office/drawing/2014/main" id="{E0B2B257-630E-9035-9B75-2DB9509D13A1}"/>
              </a:ext>
            </a:extLst>
          </p:cNvPr>
          <p:cNvSpPr txBox="1"/>
          <p:nvPr/>
        </p:nvSpPr>
        <p:spPr>
          <a:xfrm>
            <a:off x="4343399" y="8280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10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sp>
        <p:nvSpPr>
          <p:cNvPr id="404" name="文本框 403">
            <a:extLst>
              <a:ext uri="{FF2B5EF4-FFF2-40B4-BE49-F238E27FC236}">
                <a16:creationId xmlns:a16="http://schemas.microsoft.com/office/drawing/2014/main" id="{0173DA4D-DDF9-AEF3-A4EC-EC2CD3FC3B43}"/>
              </a:ext>
            </a:extLst>
          </p:cNvPr>
          <p:cNvSpPr txBox="1"/>
          <p:nvPr/>
        </p:nvSpPr>
        <p:spPr>
          <a:xfrm>
            <a:off x="1885949" y="955040"/>
            <a:ext cx="1879600" cy="1143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9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69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05" name="文本框 404">
            <a:extLst>
              <a:ext uri="{FF2B5EF4-FFF2-40B4-BE49-F238E27FC236}">
                <a16:creationId xmlns:a16="http://schemas.microsoft.com/office/drawing/2014/main" id="{CF5D604E-839D-4386-7699-4D53154B12ED}"/>
              </a:ext>
            </a:extLst>
          </p:cNvPr>
          <p:cNvSpPr txBox="1"/>
          <p:nvPr/>
        </p:nvSpPr>
        <p:spPr>
          <a:xfrm>
            <a:off x="1206499" y="1066800"/>
            <a:ext cx="1143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820" b="1">
                <a:solidFill>
                  <a:srgbClr val="263746"/>
                </a:solidFill>
                <a:latin typeface="Arial" panose="020B0604020202020204" pitchFamily="34" charset="0"/>
              </a:rPr>
              <a:t>b</a:t>
            </a:r>
            <a:endParaRPr lang="zh-CN" altLang="en-US" sz="82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06" name="文本框 405">
            <a:extLst>
              <a:ext uri="{FF2B5EF4-FFF2-40B4-BE49-F238E27FC236}">
                <a16:creationId xmlns:a16="http://schemas.microsoft.com/office/drawing/2014/main" id="{9C73C277-6F66-4B39-357D-D04FD4E52F58}"/>
              </a:ext>
            </a:extLst>
          </p:cNvPr>
          <p:cNvSpPr txBox="1"/>
          <p:nvPr/>
        </p:nvSpPr>
        <p:spPr>
          <a:xfrm>
            <a:off x="1422399" y="1069340"/>
            <a:ext cx="29845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750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GT</a:t>
            </a:r>
            <a:endParaRPr lang="zh-CN" altLang="en-US" sz="75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07" name="文本框 406">
            <a:extLst>
              <a:ext uri="{FF2B5EF4-FFF2-40B4-BE49-F238E27FC236}">
                <a16:creationId xmlns:a16="http://schemas.microsoft.com/office/drawing/2014/main" id="{5675AD2E-9785-61F4-1BC1-EADDCBC9C6A3}"/>
              </a:ext>
            </a:extLst>
          </p:cNvPr>
          <p:cNvSpPr txBox="1"/>
          <p:nvPr/>
        </p:nvSpPr>
        <p:spPr>
          <a:xfrm>
            <a:off x="723899" y="1758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5BCC5B50-1DEA-B09A-B4F9-9351F1348D66}"/>
              </a:ext>
            </a:extLst>
          </p:cNvPr>
          <p:cNvCxnSpPr/>
          <p:nvPr/>
        </p:nvCxnSpPr>
        <p:spPr>
          <a:xfrm>
            <a:off x="1206500" y="16827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文本框 408">
            <a:extLst>
              <a:ext uri="{FF2B5EF4-FFF2-40B4-BE49-F238E27FC236}">
                <a16:creationId xmlns:a16="http://schemas.microsoft.com/office/drawing/2014/main" id="{01CC763A-6C5D-D609-88BB-F484D0DD9812}"/>
              </a:ext>
            </a:extLst>
          </p:cNvPr>
          <p:cNvSpPr txBox="1"/>
          <p:nvPr/>
        </p:nvSpPr>
        <p:spPr>
          <a:xfrm>
            <a:off x="723899" y="1631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25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9DF0E5A-9E98-2B61-9E27-C46E97AB0103}"/>
              </a:ext>
            </a:extLst>
          </p:cNvPr>
          <p:cNvCxnSpPr/>
          <p:nvPr/>
        </p:nvCxnSpPr>
        <p:spPr>
          <a:xfrm>
            <a:off x="1206500" y="15557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文本框 410">
            <a:extLst>
              <a:ext uri="{FF2B5EF4-FFF2-40B4-BE49-F238E27FC236}">
                <a16:creationId xmlns:a16="http://schemas.microsoft.com/office/drawing/2014/main" id="{0D38D8D2-6E16-594E-E071-F828783A36F8}"/>
              </a:ext>
            </a:extLst>
          </p:cNvPr>
          <p:cNvSpPr txBox="1"/>
          <p:nvPr/>
        </p:nvSpPr>
        <p:spPr>
          <a:xfrm>
            <a:off x="723899" y="1504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50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12" name="直接连接符 411">
            <a:extLst>
              <a:ext uri="{FF2B5EF4-FFF2-40B4-BE49-F238E27FC236}">
                <a16:creationId xmlns:a16="http://schemas.microsoft.com/office/drawing/2014/main" id="{7E93E587-51AA-75E5-298E-1459E9C71867}"/>
              </a:ext>
            </a:extLst>
          </p:cNvPr>
          <p:cNvCxnSpPr/>
          <p:nvPr/>
        </p:nvCxnSpPr>
        <p:spPr>
          <a:xfrm>
            <a:off x="1206500" y="14287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文本框 412">
            <a:extLst>
              <a:ext uri="{FF2B5EF4-FFF2-40B4-BE49-F238E27FC236}">
                <a16:creationId xmlns:a16="http://schemas.microsoft.com/office/drawing/2014/main" id="{932D13F1-F317-F7C1-1B04-3F4DB44AD2D6}"/>
              </a:ext>
            </a:extLst>
          </p:cNvPr>
          <p:cNvSpPr txBox="1"/>
          <p:nvPr/>
        </p:nvSpPr>
        <p:spPr>
          <a:xfrm>
            <a:off x="723899" y="1377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75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1EDB5D18-5991-32C7-9205-8913F66E4046}"/>
              </a:ext>
            </a:extLst>
          </p:cNvPr>
          <p:cNvCxnSpPr/>
          <p:nvPr/>
        </p:nvCxnSpPr>
        <p:spPr>
          <a:xfrm>
            <a:off x="1206500" y="13017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文本框 414">
            <a:extLst>
              <a:ext uri="{FF2B5EF4-FFF2-40B4-BE49-F238E27FC236}">
                <a16:creationId xmlns:a16="http://schemas.microsoft.com/office/drawing/2014/main" id="{65FAEBAC-4D8F-65E7-4C0E-A1389725E749}"/>
              </a:ext>
            </a:extLst>
          </p:cNvPr>
          <p:cNvSpPr txBox="1"/>
          <p:nvPr/>
        </p:nvSpPr>
        <p:spPr>
          <a:xfrm>
            <a:off x="723899" y="12509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100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DF297F9C-7E1A-0C19-7230-3217717D2713}"/>
              </a:ext>
            </a:extLst>
          </p:cNvPr>
          <p:cNvCxnSpPr/>
          <p:nvPr/>
        </p:nvCxnSpPr>
        <p:spPr>
          <a:xfrm>
            <a:off x="1206500" y="1301750"/>
            <a:ext cx="0" cy="50800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DF054C55-8307-16E9-D278-745C73F83470}"/>
              </a:ext>
            </a:extLst>
          </p:cNvPr>
          <p:cNvCxnSpPr/>
          <p:nvPr/>
        </p:nvCxnSpPr>
        <p:spPr>
          <a:xfrm>
            <a:off x="1206500" y="1809750"/>
            <a:ext cx="3238500" cy="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直接连接符 417">
            <a:extLst>
              <a:ext uri="{FF2B5EF4-FFF2-40B4-BE49-F238E27FC236}">
                <a16:creationId xmlns:a16="http://schemas.microsoft.com/office/drawing/2014/main" id="{19388896-BD11-86D9-5EC0-B7B001A45236}"/>
              </a:ext>
            </a:extLst>
          </p:cNvPr>
          <p:cNvCxnSpPr/>
          <p:nvPr/>
        </p:nvCxnSpPr>
        <p:spPr>
          <a:xfrm>
            <a:off x="1206500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9" name="文本框 418">
            <a:extLst>
              <a:ext uri="{FF2B5EF4-FFF2-40B4-BE49-F238E27FC236}">
                <a16:creationId xmlns:a16="http://schemas.microsoft.com/office/drawing/2014/main" id="{C350E2BF-1C57-F2F5-58D3-9CAD77BCE857}"/>
              </a:ext>
            </a:extLst>
          </p:cNvPr>
          <p:cNvSpPr txBox="1"/>
          <p:nvPr/>
        </p:nvSpPr>
        <p:spPr>
          <a:xfrm>
            <a:off x="1104899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F6A7AB3B-9B52-45EC-5BCC-583CC2313319}"/>
              </a:ext>
            </a:extLst>
          </p:cNvPr>
          <p:cNvCxnSpPr/>
          <p:nvPr/>
        </p:nvCxnSpPr>
        <p:spPr>
          <a:xfrm>
            <a:off x="1566333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直接连接符 420">
            <a:extLst>
              <a:ext uri="{FF2B5EF4-FFF2-40B4-BE49-F238E27FC236}">
                <a16:creationId xmlns:a16="http://schemas.microsoft.com/office/drawing/2014/main" id="{A6A59416-9C68-127C-19B8-513256BEBE7D}"/>
              </a:ext>
            </a:extLst>
          </p:cNvPr>
          <p:cNvCxnSpPr/>
          <p:nvPr/>
        </p:nvCxnSpPr>
        <p:spPr>
          <a:xfrm>
            <a:off x="1926167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文本框 421">
            <a:extLst>
              <a:ext uri="{FF2B5EF4-FFF2-40B4-BE49-F238E27FC236}">
                <a16:creationId xmlns:a16="http://schemas.microsoft.com/office/drawing/2014/main" id="{6919A09E-4EF2-B42B-0C87-A75F1D10F3C4}"/>
              </a:ext>
            </a:extLst>
          </p:cNvPr>
          <p:cNvSpPr txBox="1"/>
          <p:nvPr/>
        </p:nvSpPr>
        <p:spPr>
          <a:xfrm>
            <a:off x="1824566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3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23" name="直接连接符 422">
            <a:extLst>
              <a:ext uri="{FF2B5EF4-FFF2-40B4-BE49-F238E27FC236}">
                <a16:creationId xmlns:a16="http://schemas.microsoft.com/office/drawing/2014/main" id="{AB0BEE28-9E3B-E8BC-F65F-8D49BB3D67F8}"/>
              </a:ext>
            </a:extLst>
          </p:cNvPr>
          <p:cNvCxnSpPr/>
          <p:nvPr/>
        </p:nvCxnSpPr>
        <p:spPr>
          <a:xfrm>
            <a:off x="2286000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直接连接符 423">
            <a:extLst>
              <a:ext uri="{FF2B5EF4-FFF2-40B4-BE49-F238E27FC236}">
                <a16:creationId xmlns:a16="http://schemas.microsoft.com/office/drawing/2014/main" id="{A373484F-E8AB-7837-55D7-9A2669E1BC65}"/>
              </a:ext>
            </a:extLst>
          </p:cNvPr>
          <p:cNvCxnSpPr/>
          <p:nvPr/>
        </p:nvCxnSpPr>
        <p:spPr>
          <a:xfrm>
            <a:off x="2645833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文本框 424">
            <a:extLst>
              <a:ext uri="{FF2B5EF4-FFF2-40B4-BE49-F238E27FC236}">
                <a16:creationId xmlns:a16="http://schemas.microsoft.com/office/drawing/2014/main" id="{F64A575C-9657-E54D-10DA-7DAF8F3BAA88}"/>
              </a:ext>
            </a:extLst>
          </p:cNvPr>
          <p:cNvSpPr txBox="1"/>
          <p:nvPr/>
        </p:nvSpPr>
        <p:spPr>
          <a:xfrm>
            <a:off x="2544232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5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26" name="直接连接符 425">
            <a:extLst>
              <a:ext uri="{FF2B5EF4-FFF2-40B4-BE49-F238E27FC236}">
                <a16:creationId xmlns:a16="http://schemas.microsoft.com/office/drawing/2014/main" id="{C7F2BEB4-7AAA-C6D2-37FA-49A82800CA64}"/>
              </a:ext>
            </a:extLst>
          </p:cNvPr>
          <p:cNvCxnSpPr/>
          <p:nvPr/>
        </p:nvCxnSpPr>
        <p:spPr>
          <a:xfrm>
            <a:off x="3005667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4AC76186-A7A6-1B40-EA43-C35727051F5C}"/>
              </a:ext>
            </a:extLst>
          </p:cNvPr>
          <p:cNvCxnSpPr/>
          <p:nvPr/>
        </p:nvCxnSpPr>
        <p:spPr>
          <a:xfrm>
            <a:off x="3365500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文本框 427">
            <a:extLst>
              <a:ext uri="{FF2B5EF4-FFF2-40B4-BE49-F238E27FC236}">
                <a16:creationId xmlns:a16="http://schemas.microsoft.com/office/drawing/2014/main" id="{4A0D8A7F-26B6-5CC8-0561-6AED797C321E}"/>
              </a:ext>
            </a:extLst>
          </p:cNvPr>
          <p:cNvSpPr txBox="1"/>
          <p:nvPr/>
        </p:nvSpPr>
        <p:spPr>
          <a:xfrm>
            <a:off x="3263899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7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29" name="直接连接符 428">
            <a:extLst>
              <a:ext uri="{FF2B5EF4-FFF2-40B4-BE49-F238E27FC236}">
                <a16:creationId xmlns:a16="http://schemas.microsoft.com/office/drawing/2014/main" id="{3F4F5F49-DCC7-609B-B0F7-344E6BB4255C}"/>
              </a:ext>
            </a:extLst>
          </p:cNvPr>
          <p:cNvCxnSpPr/>
          <p:nvPr/>
        </p:nvCxnSpPr>
        <p:spPr>
          <a:xfrm>
            <a:off x="3725333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直接连接符 429">
            <a:extLst>
              <a:ext uri="{FF2B5EF4-FFF2-40B4-BE49-F238E27FC236}">
                <a16:creationId xmlns:a16="http://schemas.microsoft.com/office/drawing/2014/main" id="{0424D786-2B94-50C3-ACAD-3AA42A90D764}"/>
              </a:ext>
            </a:extLst>
          </p:cNvPr>
          <p:cNvCxnSpPr/>
          <p:nvPr/>
        </p:nvCxnSpPr>
        <p:spPr>
          <a:xfrm>
            <a:off x="4085167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6F8558E1-4259-0443-EE0A-D26F6C4081F0}"/>
              </a:ext>
            </a:extLst>
          </p:cNvPr>
          <p:cNvCxnSpPr/>
          <p:nvPr/>
        </p:nvCxnSpPr>
        <p:spPr>
          <a:xfrm>
            <a:off x="4445000" y="18097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2" name="文本框 431">
            <a:extLst>
              <a:ext uri="{FF2B5EF4-FFF2-40B4-BE49-F238E27FC236}">
                <a16:creationId xmlns:a16="http://schemas.microsoft.com/office/drawing/2014/main" id="{02E6F78F-F262-BB5C-3FA1-28256DE82147}"/>
              </a:ext>
            </a:extLst>
          </p:cNvPr>
          <p:cNvSpPr txBox="1"/>
          <p:nvPr/>
        </p:nvSpPr>
        <p:spPr>
          <a:xfrm>
            <a:off x="4343399" y="18567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10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sp>
        <p:nvSpPr>
          <p:cNvPr id="433" name="文本框 432">
            <a:extLst>
              <a:ext uri="{FF2B5EF4-FFF2-40B4-BE49-F238E27FC236}">
                <a16:creationId xmlns:a16="http://schemas.microsoft.com/office/drawing/2014/main" id="{1903EC86-08D3-2ED2-1037-4C62D77DB55C}"/>
              </a:ext>
            </a:extLst>
          </p:cNvPr>
          <p:cNvSpPr txBox="1"/>
          <p:nvPr/>
        </p:nvSpPr>
        <p:spPr>
          <a:xfrm>
            <a:off x="1885949" y="1983740"/>
            <a:ext cx="1879600" cy="1143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9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69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34" name="文本框 433">
            <a:extLst>
              <a:ext uri="{FF2B5EF4-FFF2-40B4-BE49-F238E27FC236}">
                <a16:creationId xmlns:a16="http://schemas.microsoft.com/office/drawing/2014/main" id="{AC2B5A26-D042-C03F-EEAF-A7A9517830F9}"/>
              </a:ext>
            </a:extLst>
          </p:cNvPr>
          <p:cNvSpPr txBox="1"/>
          <p:nvPr/>
        </p:nvSpPr>
        <p:spPr>
          <a:xfrm>
            <a:off x="1206499" y="2095500"/>
            <a:ext cx="1143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820" b="1">
                <a:solidFill>
                  <a:srgbClr val="263746"/>
                </a:solidFill>
                <a:latin typeface="Arial" panose="020B0604020202020204" pitchFamily="34" charset="0"/>
              </a:rPr>
              <a:t>c</a:t>
            </a:r>
            <a:endParaRPr lang="zh-CN" altLang="en-US" sz="82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35" name="文本框 434">
            <a:extLst>
              <a:ext uri="{FF2B5EF4-FFF2-40B4-BE49-F238E27FC236}">
                <a16:creationId xmlns:a16="http://schemas.microsoft.com/office/drawing/2014/main" id="{429114AC-301B-C9D5-DE06-62C4EAF9FA09}"/>
              </a:ext>
            </a:extLst>
          </p:cNvPr>
          <p:cNvSpPr txBox="1"/>
          <p:nvPr/>
        </p:nvSpPr>
        <p:spPr>
          <a:xfrm>
            <a:off x="1422399" y="2098040"/>
            <a:ext cx="29845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750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CA2</a:t>
            </a:r>
            <a:endParaRPr lang="zh-CN" altLang="en-US" sz="750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36" name="文本框 435">
            <a:extLst>
              <a:ext uri="{FF2B5EF4-FFF2-40B4-BE49-F238E27FC236}">
                <a16:creationId xmlns:a16="http://schemas.microsoft.com/office/drawing/2014/main" id="{3F603873-4597-A566-54B7-9007A72479D2}"/>
              </a:ext>
            </a:extLst>
          </p:cNvPr>
          <p:cNvSpPr txBox="1"/>
          <p:nvPr/>
        </p:nvSpPr>
        <p:spPr>
          <a:xfrm>
            <a:off x="723899" y="2787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9416F567-C88B-7F7E-7079-D95811AA35D8}"/>
              </a:ext>
            </a:extLst>
          </p:cNvPr>
          <p:cNvCxnSpPr/>
          <p:nvPr/>
        </p:nvCxnSpPr>
        <p:spPr>
          <a:xfrm>
            <a:off x="1206500" y="2711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8" name="文本框 437">
            <a:extLst>
              <a:ext uri="{FF2B5EF4-FFF2-40B4-BE49-F238E27FC236}">
                <a16:creationId xmlns:a16="http://schemas.microsoft.com/office/drawing/2014/main" id="{A612F093-0AF8-B54F-B142-DD144FD41D92}"/>
              </a:ext>
            </a:extLst>
          </p:cNvPr>
          <p:cNvSpPr txBox="1"/>
          <p:nvPr/>
        </p:nvSpPr>
        <p:spPr>
          <a:xfrm>
            <a:off x="723899" y="2660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25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39" name="直接连接符 438">
            <a:extLst>
              <a:ext uri="{FF2B5EF4-FFF2-40B4-BE49-F238E27FC236}">
                <a16:creationId xmlns:a16="http://schemas.microsoft.com/office/drawing/2014/main" id="{2E85E856-F235-ABB4-4B9B-F0A98322E983}"/>
              </a:ext>
            </a:extLst>
          </p:cNvPr>
          <p:cNvCxnSpPr/>
          <p:nvPr/>
        </p:nvCxnSpPr>
        <p:spPr>
          <a:xfrm>
            <a:off x="1206500" y="2584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文本框 439">
            <a:extLst>
              <a:ext uri="{FF2B5EF4-FFF2-40B4-BE49-F238E27FC236}">
                <a16:creationId xmlns:a16="http://schemas.microsoft.com/office/drawing/2014/main" id="{713D260A-697E-82EF-CEDE-0F059BD12555}"/>
              </a:ext>
            </a:extLst>
          </p:cNvPr>
          <p:cNvSpPr txBox="1"/>
          <p:nvPr/>
        </p:nvSpPr>
        <p:spPr>
          <a:xfrm>
            <a:off x="723899" y="2533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50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41" name="直接连接符 440">
            <a:extLst>
              <a:ext uri="{FF2B5EF4-FFF2-40B4-BE49-F238E27FC236}">
                <a16:creationId xmlns:a16="http://schemas.microsoft.com/office/drawing/2014/main" id="{48F55527-CD84-61B5-5AF8-C2A3F7522400}"/>
              </a:ext>
            </a:extLst>
          </p:cNvPr>
          <p:cNvCxnSpPr/>
          <p:nvPr/>
        </p:nvCxnSpPr>
        <p:spPr>
          <a:xfrm>
            <a:off x="1206500" y="2457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文本框 441">
            <a:extLst>
              <a:ext uri="{FF2B5EF4-FFF2-40B4-BE49-F238E27FC236}">
                <a16:creationId xmlns:a16="http://schemas.microsoft.com/office/drawing/2014/main" id="{26771E69-8868-0EDF-08CC-21A266B1E7FC}"/>
              </a:ext>
            </a:extLst>
          </p:cNvPr>
          <p:cNvSpPr txBox="1"/>
          <p:nvPr/>
        </p:nvSpPr>
        <p:spPr>
          <a:xfrm>
            <a:off x="723899" y="2406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75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E6837CA5-727B-0EEF-C7F4-304C117A0A18}"/>
              </a:ext>
            </a:extLst>
          </p:cNvPr>
          <p:cNvCxnSpPr/>
          <p:nvPr/>
        </p:nvCxnSpPr>
        <p:spPr>
          <a:xfrm>
            <a:off x="1206500" y="2330450"/>
            <a:ext cx="3238500" cy="0"/>
          </a:xfrm>
          <a:prstGeom prst="line">
            <a:avLst/>
          </a:prstGeom>
          <a:ln w="4572">
            <a:solidFill>
              <a:srgbClr val="E2E8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文本框 443">
            <a:extLst>
              <a:ext uri="{FF2B5EF4-FFF2-40B4-BE49-F238E27FC236}">
                <a16:creationId xmlns:a16="http://schemas.microsoft.com/office/drawing/2014/main" id="{BDE8453C-911C-789C-61AF-2105EF228EA0}"/>
              </a:ext>
            </a:extLst>
          </p:cNvPr>
          <p:cNvSpPr txBox="1"/>
          <p:nvPr/>
        </p:nvSpPr>
        <p:spPr>
          <a:xfrm>
            <a:off x="723899" y="2279650"/>
            <a:ext cx="3429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r"/>
            <a:r>
              <a:rPr lang="en-US" altLang="zh-CN" sz="650">
                <a:solidFill>
                  <a:srgbClr val="65717B"/>
                </a:solidFill>
                <a:latin typeface="Arial" panose="020B0604020202020204" pitchFamily="34" charset="0"/>
              </a:rPr>
              <a:t>100</a:t>
            </a:r>
            <a:endParaRPr lang="zh-CN" altLang="en-US" sz="65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45" name="直接连接符 444">
            <a:extLst>
              <a:ext uri="{FF2B5EF4-FFF2-40B4-BE49-F238E27FC236}">
                <a16:creationId xmlns:a16="http://schemas.microsoft.com/office/drawing/2014/main" id="{07E1D627-A1CA-8AEB-DA67-2D5D7076878E}"/>
              </a:ext>
            </a:extLst>
          </p:cNvPr>
          <p:cNvCxnSpPr/>
          <p:nvPr/>
        </p:nvCxnSpPr>
        <p:spPr>
          <a:xfrm>
            <a:off x="1206500" y="2330450"/>
            <a:ext cx="0" cy="50800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BA9B9120-531C-213C-B91C-3F11054FA07D}"/>
              </a:ext>
            </a:extLst>
          </p:cNvPr>
          <p:cNvCxnSpPr/>
          <p:nvPr/>
        </p:nvCxnSpPr>
        <p:spPr>
          <a:xfrm>
            <a:off x="1206500" y="2838450"/>
            <a:ext cx="3238500" cy="0"/>
          </a:xfrm>
          <a:prstGeom prst="line">
            <a:avLst/>
          </a:prstGeom>
          <a:ln w="9144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直接连接符 446">
            <a:extLst>
              <a:ext uri="{FF2B5EF4-FFF2-40B4-BE49-F238E27FC236}">
                <a16:creationId xmlns:a16="http://schemas.microsoft.com/office/drawing/2014/main" id="{D3E6A5A1-36BF-7E01-C7EB-4DB8B0B8D5AB}"/>
              </a:ext>
            </a:extLst>
          </p:cNvPr>
          <p:cNvCxnSpPr/>
          <p:nvPr/>
        </p:nvCxnSpPr>
        <p:spPr>
          <a:xfrm>
            <a:off x="1206500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文本框 447">
            <a:extLst>
              <a:ext uri="{FF2B5EF4-FFF2-40B4-BE49-F238E27FC236}">
                <a16:creationId xmlns:a16="http://schemas.microsoft.com/office/drawing/2014/main" id="{FF9D94FE-A3DD-AA15-1090-EC39342A61B8}"/>
              </a:ext>
            </a:extLst>
          </p:cNvPr>
          <p:cNvSpPr txBox="1"/>
          <p:nvPr/>
        </p:nvSpPr>
        <p:spPr>
          <a:xfrm>
            <a:off x="1104899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49" name="直接连接符 448">
            <a:extLst>
              <a:ext uri="{FF2B5EF4-FFF2-40B4-BE49-F238E27FC236}">
                <a16:creationId xmlns:a16="http://schemas.microsoft.com/office/drawing/2014/main" id="{436CE8AF-AD5E-F34A-CCAF-5A9BA5774C41}"/>
              </a:ext>
            </a:extLst>
          </p:cNvPr>
          <p:cNvCxnSpPr/>
          <p:nvPr/>
        </p:nvCxnSpPr>
        <p:spPr>
          <a:xfrm>
            <a:off x="1566333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直接连接符 449">
            <a:extLst>
              <a:ext uri="{FF2B5EF4-FFF2-40B4-BE49-F238E27FC236}">
                <a16:creationId xmlns:a16="http://schemas.microsoft.com/office/drawing/2014/main" id="{44F00F58-23CF-BBD2-6088-9E8A41C90C6D}"/>
              </a:ext>
            </a:extLst>
          </p:cNvPr>
          <p:cNvCxnSpPr/>
          <p:nvPr/>
        </p:nvCxnSpPr>
        <p:spPr>
          <a:xfrm>
            <a:off x="1926167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1" name="文本框 450">
            <a:extLst>
              <a:ext uri="{FF2B5EF4-FFF2-40B4-BE49-F238E27FC236}">
                <a16:creationId xmlns:a16="http://schemas.microsoft.com/office/drawing/2014/main" id="{BE7CE281-C9E8-4C1C-942B-960617A923EC}"/>
              </a:ext>
            </a:extLst>
          </p:cNvPr>
          <p:cNvSpPr txBox="1"/>
          <p:nvPr/>
        </p:nvSpPr>
        <p:spPr>
          <a:xfrm>
            <a:off x="1824566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3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52" name="直接连接符 451">
            <a:extLst>
              <a:ext uri="{FF2B5EF4-FFF2-40B4-BE49-F238E27FC236}">
                <a16:creationId xmlns:a16="http://schemas.microsoft.com/office/drawing/2014/main" id="{B5330BA1-EBA9-76E6-9A98-4503E44C5B12}"/>
              </a:ext>
            </a:extLst>
          </p:cNvPr>
          <p:cNvCxnSpPr/>
          <p:nvPr/>
        </p:nvCxnSpPr>
        <p:spPr>
          <a:xfrm>
            <a:off x="2286000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97BB880F-C17A-C1FB-F669-9ED5BBE9F22C}"/>
              </a:ext>
            </a:extLst>
          </p:cNvPr>
          <p:cNvCxnSpPr/>
          <p:nvPr/>
        </p:nvCxnSpPr>
        <p:spPr>
          <a:xfrm>
            <a:off x="2645833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文本框 453">
            <a:extLst>
              <a:ext uri="{FF2B5EF4-FFF2-40B4-BE49-F238E27FC236}">
                <a16:creationId xmlns:a16="http://schemas.microsoft.com/office/drawing/2014/main" id="{A32F2F8F-0D20-0CBF-3FE1-7E824D4AB37D}"/>
              </a:ext>
            </a:extLst>
          </p:cNvPr>
          <p:cNvSpPr txBox="1"/>
          <p:nvPr/>
        </p:nvSpPr>
        <p:spPr>
          <a:xfrm>
            <a:off x="2544232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5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55" name="直接连接符 454">
            <a:extLst>
              <a:ext uri="{FF2B5EF4-FFF2-40B4-BE49-F238E27FC236}">
                <a16:creationId xmlns:a16="http://schemas.microsoft.com/office/drawing/2014/main" id="{D2BD9387-3540-E7A3-940A-2B6960EE386F}"/>
              </a:ext>
            </a:extLst>
          </p:cNvPr>
          <p:cNvCxnSpPr/>
          <p:nvPr/>
        </p:nvCxnSpPr>
        <p:spPr>
          <a:xfrm>
            <a:off x="3005667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F33AE12C-C8EB-EB22-60A6-7E6FF3FC29D2}"/>
              </a:ext>
            </a:extLst>
          </p:cNvPr>
          <p:cNvCxnSpPr/>
          <p:nvPr/>
        </p:nvCxnSpPr>
        <p:spPr>
          <a:xfrm>
            <a:off x="3365500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7" name="文本框 456">
            <a:extLst>
              <a:ext uri="{FF2B5EF4-FFF2-40B4-BE49-F238E27FC236}">
                <a16:creationId xmlns:a16="http://schemas.microsoft.com/office/drawing/2014/main" id="{4C85BEBC-0FD5-5F8A-6BCD-652C9C2CFABC}"/>
              </a:ext>
            </a:extLst>
          </p:cNvPr>
          <p:cNvSpPr txBox="1"/>
          <p:nvPr/>
        </p:nvSpPr>
        <p:spPr>
          <a:xfrm>
            <a:off x="3263899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7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3861A78D-7673-5D05-765A-0BA578701782}"/>
              </a:ext>
            </a:extLst>
          </p:cNvPr>
          <p:cNvCxnSpPr/>
          <p:nvPr/>
        </p:nvCxnSpPr>
        <p:spPr>
          <a:xfrm>
            <a:off x="3725333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B9B47A76-1F12-E796-973D-F649A553EBA3}"/>
              </a:ext>
            </a:extLst>
          </p:cNvPr>
          <p:cNvCxnSpPr/>
          <p:nvPr/>
        </p:nvCxnSpPr>
        <p:spPr>
          <a:xfrm>
            <a:off x="4085167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直接连接符 459">
            <a:extLst>
              <a:ext uri="{FF2B5EF4-FFF2-40B4-BE49-F238E27FC236}">
                <a16:creationId xmlns:a16="http://schemas.microsoft.com/office/drawing/2014/main" id="{594F9BD2-F373-7F67-5B92-A600BD4FF527}"/>
              </a:ext>
            </a:extLst>
          </p:cNvPr>
          <p:cNvCxnSpPr/>
          <p:nvPr/>
        </p:nvCxnSpPr>
        <p:spPr>
          <a:xfrm>
            <a:off x="4445000" y="2838450"/>
            <a:ext cx="0" cy="26670"/>
          </a:xfrm>
          <a:prstGeom prst="line">
            <a:avLst/>
          </a:prstGeom>
          <a:ln w="6858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文本框 460">
            <a:extLst>
              <a:ext uri="{FF2B5EF4-FFF2-40B4-BE49-F238E27FC236}">
                <a16:creationId xmlns:a16="http://schemas.microsoft.com/office/drawing/2014/main" id="{579E75A5-D3C0-03E8-0633-F8955AC77FBC}"/>
              </a:ext>
            </a:extLst>
          </p:cNvPr>
          <p:cNvSpPr txBox="1"/>
          <p:nvPr/>
        </p:nvSpPr>
        <p:spPr>
          <a:xfrm>
            <a:off x="4343399" y="2885440"/>
            <a:ext cx="203200" cy="1016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60">
                <a:solidFill>
                  <a:srgbClr val="65717B"/>
                </a:solidFill>
                <a:latin typeface="Arial" panose="020B0604020202020204" pitchFamily="34" charset="0"/>
              </a:rPr>
              <a:t>10</a:t>
            </a:r>
            <a:endParaRPr lang="zh-CN" altLang="en-US" sz="660">
              <a:solidFill>
                <a:srgbClr val="65717B"/>
              </a:solidFill>
              <a:latin typeface="Arial" panose="020B0604020202020204" pitchFamily="34" charset="0"/>
            </a:endParaRPr>
          </a:p>
        </p:txBody>
      </p:sp>
      <p:sp>
        <p:nvSpPr>
          <p:cNvPr id="462" name="文本框 461">
            <a:extLst>
              <a:ext uri="{FF2B5EF4-FFF2-40B4-BE49-F238E27FC236}">
                <a16:creationId xmlns:a16="http://schemas.microsoft.com/office/drawing/2014/main" id="{45473AB6-725E-EE67-A105-614A84FA7063}"/>
              </a:ext>
            </a:extLst>
          </p:cNvPr>
          <p:cNvSpPr txBox="1"/>
          <p:nvPr/>
        </p:nvSpPr>
        <p:spPr>
          <a:xfrm>
            <a:off x="1885949" y="3012440"/>
            <a:ext cx="1879600" cy="1143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ctr"/>
            <a:r>
              <a:rPr lang="en-US" altLang="zh-CN" sz="69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69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5E891B0E-B2AB-CB22-229B-86ED8EB68BAB}"/>
              </a:ext>
            </a:extLst>
          </p:cNvPr>
          <p:cNvCxnSpPr/>
          <p:nvPr/>
        </p:nvCxnSpPr>
        <p:spPr>
          <a:xfrm flipV="1">
            <a:off x="1206500" y="345621"/>
            <a:ext cx="359833" cy="1319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直接连接符 463">
            <a:extLst>
              <a:ext uri="{FF2B5EF4-FFF2-40B4-BE49-F238E27FC236}">
                <a16:creationId xmlns:a16="http://schemas.microsoft.com/office/drawing/2014/main" id="{6B2FDA76-2320-38EC-19F8-2D1FCD27277B}"/>
              </a:ext>
            </a:extLst>
          </p:cNvPr>
          <p:cNvCxnSpPr/>
          <p:nvPr/>
        </p:nvCxnSpPr>
        <p:spPr>
          <a:xfrm>
            <a:off x="1566333" y="345621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F98B2BD-09D2-2C5A-CE95-2E27DA6D58E7}"/>
              </a:ext>
            </a:extLst>
          </p:cNvPr>
          <p:cNvCxnSpPr/>
          <p:nvPr/>
        </p:nvCxnSpPr>
        <p:spPr>
          <a:xfrm flipV="1">
            <a:off x="1926167" y="339024"/>
            <a:ext cx="359833" cy="659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直接连接符 465">
            <a:extLst>
              <a:ext uri="{FF2B5EF4-FFF2-40B4-BE49-F238E27FC236}">
                <a16:creationId xmlns:a16="http://schemas.microsoft.com/office/drawing/2014/main" id="{685371BB-6209-EFE3-153B-2F4356F2EE16}"/>
              </a:ext>
            </a:extLst>
          </p:cNvPr>
          <p:cNvCxnSpPr/>
          <p:nvPr/>
        </p:nvCxnSpPr>
        <p:spPr>
          <a:xfrm flipV="1">
            <a:off x="2286000" y="332427"/>
            <a:ext cx="359833" cy="659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直接连接符 466">
            <a:extLst>
              <a:ext uri="{FF2B5EF4-FFF2-40B4-BE49-F238E27FC236}">
                <a16:creationId xmlns:a16="http://schemas.microsoft.com/office/drawing/2014/main" id="{9232FDAF-225A-EC65-A886-41F514982EEE}"/>
              </a:ext>
            </a:extLst>
          </p:cNvPr>
          <p:cNvCxnSpPr/>
          <p:nvPr/>
        </p:nvCxnSpPr>
        <p:spPr>
          <a:xfrm>
            <a:off x="2645833" y="332427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A55BDF48-BEAC-CFA0-AC2F-270AC8C937B8}"/>
              </a:ext>
            </a:extLst>
          </p:cNvPr>
          <p:cNvCxnSpPr/>
          <p:nvPr/>
        </p:nvCxnSpPr>
        <p:spPr>
          <a:xfrm flipV="1">
            <a:off x="3005667" y="325829"/>
            <a:ext cx="359833" cy="659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直接连接符 468">
            <a:extLst>
              <a:ext uri="{FF2B5EF4-FFF2-40B4-BE49-F238E27FC236}">
                <a16:creationId xmlns:a16="http://schemas.microsoft.com/office/drawing/2014/main" id="{1CA413C6-0264-9017-8492-F64EB5B0DEC5}"/>
              </a:ext>
            </a:extLst>
          </p:cNvPr>
          <p:cNvCxnSpPr/>
          <p:nvPr/>
        </p:nvCxnSpPr>
        <p:spPr>
          <a:xfrm>
            <a:off x="3365500" y="32582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直接连接符 469">
            <a:extLst>
              <a:ext uri="{FF2B5EF4-FFF2-40B4-BE49-F238E27FC236}">
                <a16:creationId xmlns:a16="http://schemas.microsoft.com/office/drawing/2014/main" id="{559B5F68-0A55-343F-EEF5-2645F80D0B0B}"/>
              </a:ext>
            </a:extLst>
          </p:cNvPr>
          <p:cNvCxnSpPr/>
          <p:nvPr/>
        </p:nvCxnSpPr>
        <p:spPr>
          <a:xfrm>
            <a:off x="3725333" y="325829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F741D593-617B-7E60-8D09-034506162EF9}"/>
              </a:ext>
            </a:extLst>
          </p:cNvPr>
          <p:cNvCxnSpPr/>
          <p:nvPr/>
        </p:nvCxnSpPr>
        <p:spPr>
          <a:xfrm>
            <a:off x="4085167" y="32582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2" name="椭圆 471">
            <a:extLst>
              <a:ext uri="{FF2B5EF4-FFF2-40B4-BE49-F238E27FC236}">
                <a16:creationId xmlns:a16="http://schemas.microsoft.com/office/drawing/2014/main" id="{1BE240FF-61E6-9897-3125-41EEC8EA8DDE}"/>
              </a:ext>
            </a:extLst>
          </p:cNvPr>
          <p:cNvSpPr/>
          <p:nvPr/>
        </p:nvSpPr>
        <p:spPr>
          <a:xfrm>
            <a:off x="1189673" y="341989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3" name="椭圆 472">
            <a:extLst>
              <a:ext uri="{FF2B5EF4-FFF2-40B4-BE49-F238E27FC236}">
                <a16:creationId xmlns:a16="http://schemas.microsoft.com/office/drawing/2014/main" id="{B4EBD9D1-92E7-39A6-C36A-8948563B2B9D}"/>
              </a:ext>
            </a:extLst>
          </p:cNvPr>
          <p:cNvSpPr/>
          <p:nvPr/>
        </p:nvSpPr>
        <p:spPr>
          <a:xfrm>
            <a:off x="1549506" y="328794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4" name="椭圆 473">
            <a:extLst>
              <a:ext uri="{FF2B5EF4-FFF2-40B4-BE49-F238E27FC236}">
                <a16:creationId xmlns:a16="http://schemas.microsoft.com/office/drawing/2014/main" id="{74514D27-91D1-6F83-E44E-1205D8AF73E7}"/>
              </a:ext>
            </a:extLst>
          </p:cNvPr>
          <p:cNvSpPr/>
          <p:nvPr/>
        </p:nvSpPr>
        <p:spPr>
          <a:xfrm>
            <a:off x="1909339" y="328794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5" name="椭圆 474">
            <a:extLst>
              <a:ext uri="{FF2B5EF4-FFF2-40B4-BE49-F238E27FC236}">
                <a16:creationId xmlns:a16="http://schemas.microsoft.com/office/drawing/2014/main" id="{79D3658A-6C43-5A20-8E8F-7EE88918B469}"/>
              </a:ext>
            </a:extLst>
          </p:cNvPr>
          <p:cNvSpPr/>
          <p:nvPr/>
        </p:nvSpPr>
        <p:spPr>
          <a:xfrm>
            <a:off x="2269173" y="322197"/>
            <a:ext cx="33654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6" name="椭圆 475">
            <a:extLst>
              <a:ext uri="{FF2B5EF4-FFF2-40B4-BE49-F238E27FC236}">
                <a16:creationId xmlns:a16="http://schemas.microsoft.com/office/drawing/2014/main" id="{AAD2CE0B-D40C-ACFA-04AF-C5855E954E96}"/>
              </a:ext>
            </a:extLst>
          </p:cNvPr>
          <p:cNvSpPr/>
          <p:nvPr/>
        </p:nvSpPr>
        <p:spPr>
          <a:xfrm>
            <a:off x="2629006" y="315599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椭圆 476">
            <a:extLst>
              <a:ext uri="{FF2B5EF4-FFF2-40B4-BE49-F238E27FC236}">
                <a16:creationId xmlns:a16="http://schemas.microsoft.com/office/drawing/2014/main" id="{D38232C0-2B59-E00D-4B13-2E902FF76827}"/>
              </a:ext>
            </a:extLst>
          </p:cNvPr>
          <p:cNvSpPr/>
          <p:nvPr/>
        </p:nvSpPr>
        <p:spPr>
          <a:xfrm>
            <a:off x="2988839" y="315599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椭圆 477">
            <a:extLst>
              <a:ext uri="{FF2B5EF4-FFF2-40B4-BE49-F238E27FC236}">
                <a16:creationId xmlns:a16="http://schemas.microsoft.com/office/drawing/2014/main" id="{4196CA03-C4F3-A6DD-0D9D-1E31B18F524B}"/>
              </a:ext>
            </a:extLst>
          </p:cNvPr>
          <p:cNvSpPr/>
          <p:nvPr/>
        </p:nvSpPr>
        <p:spPr>
          <a:xfrm>
            <a:off x="3348672" y="30900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椭圆 478">
            <a:extLst>
              <a:ext uri="{FF2B5EF4-FFF2-40B4-BE49-F238E27FC236}">
                <a16:creationId xmlns:a16="http://schemas.microsoft.com/office/drawing/2014/main" id="{761C76CC-6820-1CFA-03EB-3EA3324E46E7}"/>
              </a:ext>
            </a:extLst>
          </p:cNvPr>
          <p:cNvSpPr/>
          <p:nvPr/>
        </p:nvSpPr>
        <p:spPr>
          <a:xfrm>
            <a:off x="3708506" y="30900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0" name="椭圆 479">
            <a:extLst>
              <a:ext uri="{FF2B5EF4-FFF2-40B4-BE49-F238E27FC236}">
                <a16:creationId xmlns:a16="http://schemas.microsoft.com/office/drawing/2014/main" id="{5EB02B16-B810-050D-0854-D14E679258FD}"/>
              </a:ext>
            </a:extLst>
          </p:cNvPr>
          <p:cNvSpPr/>
          <p:nvPr/>
        </p:nvSpPr>
        <p:spPr>
          <a:xfrm>
            <a:off x="4068339" y="30900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椭圆 480">
            <a:extLst>
              <a:ext uri="{FF2B5EF4-FFF2-40B4-BE49-F238E27FC236}">
                <a16:creationId xmlns:a16="http://schemas.microsoft.com/office/drawing/2014/main" id="{91CAF6DA-5D6B-D440-E86F-9E84E71D9D10}"/>
              </a:ext>
            </a:extLst>
          </p:cNvPr>
          <p:cNvSpPr/>
          <p:nvPr/>
        </p:nvSpPr>
        <p:spPr>
          <a:xfrm>
            <a:off x="4428172" y="30900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2" name="直接连接符 481">
            <a:extLst>
              <a:ext uri="{FF2B5EF4-FFF2-40B4-BE49-F238E27FC236}">
                <a16:creationId xmlns:a16="http://schemas.microsoft.com/office/drawing/2014/main" id="{42102B57-DF2E-EB0D-DF63-12F56312B247}"/>
              </a:ext>
            </a:extLst>
          </p:cNvPr>
          <p:cNvCxnSpPr/>
          <p:nvPr/>
        </p:nvCxnSpPr>
        <p:spPr>
          <a:xfrm flipV="1">
            <a:off x="1206500" y="377770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04A9DA28-8EE4-C35E-F78F-8D2E68B300D7}"/>
              </a:ext>
            </a:extLst>
          </p:cNvPr>
          <p:cNvCxnSpPr/>
          <p:nvPr/>
        </p:nvCxnSpPr>
        <p:spPr>
          <a:xfrm flipV="1">
            <a:off x="1275068" y="376513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直接连接符 483">
            <a:extLst>
              <a:ext uri="{FF2B5EF4-FFF2-40B4-BE49-F238E27FC236}">
                <a16:creationId xmlns:a16="http://schemas.microsoft.com/office/drawing/2014/main" id="{020B1DC0-7D55-1A58-7FE8-2DAB09CDDABA}"/>
              </a:ext>
            </a:extLst>
          </p:cNvPr>
          <p:cNvCxnSpPr/>
          <p:nvPr/>
        </p:nvCxnSpPr>
        <p:spPr>
          <a:xfrm>
            <a:off x="1320781" y="37651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8461BB29-DFE7-6FD6-E846-407B38A144CE}"/>
              </a:ext>
            </a:extLst>
          </p:cNvPr>
          <p:cNvCxnSpPr/>
          <p:nvPr/>
        </p:nvCxnSpPr>
        <p:spPr>
          <a:xfrm flipV="1">
            <a:off x="1343637" y="375256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B6184926-B21A-FEE3-85CA-18FB3E6D5075}"/>
              </a:ext>
            </a:extLst>
          </p:cNvPr>
          <p:cNvCxnSpPr/>
          <p:nvPr/>
        </p:nvCxnSpPr>
        <p:spPr>
          <a:xfrm>
            <a:off x="1389349" y="37525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直接连接符 486">
            <a:extLst>
              <a:ext uri="{FF2B5EF4-FFF2-40B4-BE49-F238E27FC236}">
                <a16:creationId xmlns:a16="http://schemas.microsoft.com/office/drawing/2014/main" id="{531FA549-491E-FD4E-8BA0-7BDB765762BC}"/>
              </a:ext>
            </a:extLst>
          </p:cNvPr>
          <p:cNvCxnSpPr/>
          <p:nvPr/>
        </p:nvCxnSpPr>
        <p:spPr>
          <a:xfrm flipV="1">
            <a:off x="1412205" y="373999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直接连接符 487">
            <a:extLst>
              <a:ext uri="{FF2B5EF4-FFF2-40B4-BE49-F238E27FC236}">
                <a16:creationId xmlns:a16="http://schemas.microsoft.com/office/drawing/2014/main" id="{A1D8743D-357E-05A5-41BA-A2EEC0A7F450}"/>
              </a:ext>
            </a:extLst>
          </p:cNvPr>
          <p:cNvCxnSpPr/>
          <p:nvPr/>
        </p:nvCxnSpPr>
        <p:spPr>
          <a:xfrm>
            <a:off x="1457918" y="373999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9F4CEF97-734C-782E-FB20-4B87A4843919}"/>
              </a:ext>
            </a:extLst>
          </p:cNvPr>
          <p:cNvCxnSpPr/>
          <p:nvPr/>
        </p:nvCxnSpPr>
        <p:spPr>
          <a:xfrm flipV="1">
            <a:off x="1480774" y="372742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直接连接符 489">
            <a:extLst>
              <a:ext uri="{FF2B5EF4-FFF2-40B4-BE49-F238E27FC236}">
                <a16:creationId xmlns:a16="http://schemas.microsoft.com/office/drawing/2014/main" id="{708B88EA-CA00-1EBC-E67D-D86BED60F521}"/>
              </a:ext>
            </a:extLst>
          </p:cNvPr>
          <p:cNvCxnSpPr/>
          <p:nvPr/>
        </p:nvCxnSpPr>
        <p:spPr>
          <a:xfrm flipV="1">
            <a:off x="1549343" y="372011"/>
            <a:ext cx="16990" cy="312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直接连接符 490">
            <a:extLst>
              <a:ext uri="{FF2B5EF4-FFF2-40B4-BE49-F238E27FC236}">
                <a16:creationId xmlns:a16="http://schemas.microsoft.com/office/drawing/2014/main" id="{EDDDF7DA-1C3A-3882-9A0F-A71C589B6164}"/>
              </a:ext>
            </a:extLst>
          </p:cNvPr>
          <p:cNvCxnSpPr/>
          <p:nvPr/>
        </p:nvCxnSpPr>
        <p:spPr>
          <a:xfrm flipV="1">
            <a:off x="1566333" y="371484"/>
            <a:ext cx="28722" cy="52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7C63A360-F5E6-2ADE-5108-D5B332AB740F}"/>
              </a:ext>
            </a:extLst>
          </p:cNvPr>
          <p:cNvCxnSpPr/>
          <p:nvPr/>
        </p:nvCxnSpPr>
        <p:spPr>
          <a:xfrm>
            <a:off x="1595055" y="37148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连接符 492">
            <a:extLst>
              <a:ext uri="{FF2B5EF4-FFF2-40B4-BE49-F238E27FC236}">
                <a16:creationId xmlns:a16="http://schemas.microsoft.com/office/drawing/2014/main" id="{ED3029A5-DC04-37D0-84CD-01BFDF3345F4}"/>
              </a:ext>
            </a:extLst>
          </p:cNvPr>
          <p:cNvCxnSpPr/>
          <p:nvPr/>
        </p:nvCxnSpPr>
        <p:spPr>
          <a:xfrm flipV="1">
            <a:off x="1617911" y="370227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直接连接符 493">
            <a:extLst>
              <a:ext uri="{FF2B5EF4-FFF2-40B4-BE49-F238E27FC236}">
                <a16:creationId xmlns:a16="http://schemas.microsoft.com/office/drawing/2014/main" id="{A6D77E1C-E22E-FB7F-2FD1-046B732DAD19}"/>
              </a:ext>
            </a:extLst>
          </p:cNvPr>
          <p:cNvCxnSpPr/>
          <p:nvPr/>
        </p:nvCxnSpPr>
        <p:spPr>
          <a:xfrm>
            <a:off x="1663623" y="370227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C0E49A3E-EDAB-CBBE-438E-9B4898F6E059}"/>
              </a:ext>
            </a:extLst>
          </p:cNvPr>
          <p:cNvCxnSpPr/>
          <p:nvPr/>
        </p:nvCxnSpPr>
        <p:spPr>
          <a:xfrm flipV="1">
            <a:off x="1686479" y="368970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直接连接符 495">
            <a:extLst>
              <a:ext uri="{FF2B5EF4-FFF2-40B4-BE49-F238E27FC236}">
                <a16:creationId xmlns:a16="http://schemas.microsoft.com/office/drawing/2014/main" id="{CB5531CD-E8AF-8476-34DA-7F9906F2B780}"/>
              </a:ext>
            </a:extLst>
          </p:cNvPr>
          <p:cNvCxnSpPr/>
          <p:nvPr/>
        </p:nvCxnSpPr>
        <p:spPr>
          <a:xfrm>
            <a:off x="1732192" y="36897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连接符 496">
            <a:extLst>
              <a:ext uri="{FF2B5EF4-FFF2-40B4-BE49-F238E27FC236}">
                <a16:creationId xmlns:a16="http://schemas.microsoft.com/office/drawing/2014/main" id="{01BAC683-C263-350F-A26D-27D423DB3B9C}"/>
              </a:ext>
            </a:extLst>
          </p:cNvPr>
          <p:cNvCxnSpPr/>
          <p:nvPr/>
        </p:nvCxnSpPr>
        <p:spPr>
          <a:xfrm flipV="1">
            <a:off x="1755048" y="367713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5824376E-12CE-19A1-BB9F-5401BC9733CE}"/>
              </a:ext>
            </a:extLst>
          </p:cNvPr>
          <p:cNvCxnSpPr/>
          <p:nvPr/>
        </p:nvCxnSpPr>
        <p:spPr>
          <a:xfrm>
            <a:off x="1800760" y="36771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9" name="直接连接符 498">
            <a:extLst>
              <a:ext uri="{FF2B5EF4-FFF2-40B4-BE49-F238E27FC236}">
                <a16:creationId xmlns:a16="http://schemas.microsoft.com/office/drawing/2014/main" id="{63965029-68FA-FB70-88E8-FE103463C308}"/>
              </a:ext>
            </a:extLst>
          </p:cNvPr>
          <p:cNvCxnSpPr/>
          <p:nvPr/>
        </p:nvCxnSpPr>
        <p:spPr>
          <a:xfrm flipV="1">
            <a:off x="1823616" y="366456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直接连接符 499">
            <a:extLst>
              <a:ext uri="{FF2B5EF4-FFF2-40B4-BE49-F238E27FC236}">
                <a16:creationId xmlns:a16="http://schemas.microsoft.com/office/drawing/2014/main" id="{E3814B1F-B6EA-B798-EE2E-0A194121ABE3}"/>
              </a:ext>
            </a:extLst>
          </p:cNvPr>
          <p:cNvCxnSpPr/>
          <p:nvPr/>
        </p:nvCxnSpPr>
        <p:spPr>
          <a:xfrm>
            <a:off x="1869329" y="36645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A87D928-331A-2927-D203-2D0B0CFF138C}"/>
              </a:ext>
            </a:extLst>
          </p:cNvPr>
          <p:cNvCxnSpPr/>
          <p:nvPr/>
        </p:nvCxnSpPr>
        <p:spPr>
          <a:xfrm flipV="1">
            <a:off x="1892185" y="365414"/>
            <a:ext cx="33982" cy="62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2" name="直接连接符 501">
            <a:extLst>
              <a:ext uri="{FF2B5EF4-FFF2-40B4-BE49-F238E27FC236}">
                <a16:creationId xmlns:a16="http://schemas.microsoft.com/office/drawing/2014/main" id="{E71D2815-0872-CD2B-90F4-A1400FE950D9}"/>
              </a:ext>
            </a:extLst>
          </p:cNvPr>
          <p:cNvCxnSpPr/>
          <p:nvPr/>
        </p:nvCxnSpPr>
        <p:spPr>
          <a:xfrm>
            <a:off x="1926167" y="365414"/>
            <a:ext cx="11732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直接连接符 502">
            <a:extLst>
              <a:ext uri="{FF2B5EF4-FFF2-40B4-BE49-F238E27FC236}">
                <a16:creationId xmlns:a16="http://schemas.microsoft.com/office/drawing/2014/main" id="{6E15455F-AD4E-9EDF-851C-CD39B622580C}"/>
              </a:ext>
            </a:extLst>
          </p:cNvPr>
          <p:cNvCxnSpPr/>
          <p:nvPr/>
        </p:nvCxnSpPr>
        <p:spPr>
          <a:xfrm>
            <a:off x="193789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9B0C0E5B-4FCD-C979-E0E6-1393CE5F538E}"/>
              </a:ext>
            </a:extLst>
          </p:cNvPr>
          <p:cNvCxnSpPr/>
          <p:nvPr/>
        </p:nvCxnSpPr>
        <p:spPr>
          <a:xfrm>
            <a:off x="196075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直接连接符 504">
            <a:extLst>
              <a:ext uri="{FF2B5EF4-FFF2-40B4-BE49-F238E27FC236}">
                <a16:creationId xmlns:a16="http://schemas.microsoft.com/office/drawing/2014/main" id="{7489571E-337B-A163-F06B-2E26B709CD07}"/>
              </a:ext>
            </a:extLst>
          </p:cNvPr>
          <p:cNvCxnSpPr/>
          <p:nvPr/>
        </p:nvCxnSpPr>
        <p:spPr>
          <a:xfrm>
            <a:off x="200647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直接连接符 505">
            <a:extLst>
              <a:ext uri="{FF2B5EF4-FFF2-40B4-BE49-F238E27FC236}">
                <a16:creationId xmlns:a16="http://schemas.microsoft.com/office/drawing/2014/main" id="{A4F6A50D-D595-D469-582C-63FE4E89F60A}"/>
              </a:ext>
            </a:extLst>
          </p:cNvPr>
          <p:cNvCxnSpPr/>
          <p:nvPr/>
        </p:nvCxnSpPr>
        <p:spPr>
          <a:xfrm>
            <a:off x="202933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04B334DF-B22F-132A-1445-6BA7A76E56E3}"/>
              </a:ext>
            </a:extLst>
          </p:cNvPr>
          <p:cNvCxnSpPr/>
          <p:nvPr/>
        </p:nvCxnSpPr>
        <p:spPr>
          <a:xfrm>
            <a:off x="209791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8" name="直接连接符 507">
            <a:extLst>
              <a:ext uri="{FF2B5EF4-FFF2-40B4-BE49-F238E27FC236}">
                <a16:creationId xmlns:a16="http://schemas.microsoft.com/office/drawing/2014/main" id="{78460A5C-4F5D-F352-89D0-8EF106711400}"/>
              </a:ext>
            </a:extLst>
          </p:cNvPr>
          <p:cNvCxnSpPr/>
          <p:nvPr/>
        </p:nvCxnSpPr>
        <p:spPr>
          <a:xfrm>
            <a:off x="216649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9" name="直接连接符 508">
            <a:extLst>
              <a:ext uri="{FF2B5EF4-FFF2-40B4-BE49-F238E27FC236}">
                <a16:creationId xmlns:a16="http://schemas.microsoft.com/office/drawing/2014/main" id="{8399D02E-4CE2-AE6C-9A5D-87C778429BD2}"/>
              </a:ext>
            </a:extLst>
          </p:cNvPr>
          <p:cNvCxnSpPr/>
          <p:nvPr/>
        </p:nvCxnSpPr>
        <p:spPr>
          <a:xfrm>
            <a:off x="221221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5E28DADD-A002-325F-C66C-9A9945C156D1}"/>
              </a:ext>
            </a:extLst>
          </p:cNvPr>
          <p:cNvCxnSpPr/>
          <p:nvPr/>
        </p:nvCxnSpPr>
        <p:spPr>
          <a:xfrm>
            <a:off x="223507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直接连接符 510">
            <a:extLst>
              <a:ext uri="{FF2B5EF4-FFF2-40B4-BE49-F238E27FC236}">
                <a16:creationId xmlns:a16="http://schemas.microsoft.com/office/drawing/2014/main" id="{6EE60B7E-6739-AC92-D0C3-CB60C9C357E3}"/>
              </a:ext>
            </a:extLst>
          </p:cNvPr>
          <p:cNvCxnSpPr/>
          <p:nvPr/>
        </p:nvCxnSpPr>
        <p:spPr>
          <a:xfrm>
            <a:off x="230365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直接连接符 511">
            <a:extLst>
              <a:ext uri="{FF2B5EF4-FFF2-40B4-BE49-F238E27FC236}">
                <a16:creationId xmlns:a16="http://schemas.microsoft.com/office/drawing/2014/main" id="{0ABAE442-F800-1BA0-E38E-8FC122C8CDBC}"/>
              </a:ext>
            </a:extLst>
          </p:cNvPr>
          <p:cNvCxnSpPr/>
          <p:nvPr/>
        </p:nvCxnSpPr>
        <p:spPr>
          <a:xfrm>
            <a:off x="234937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EE33697-C5E2-7C7F-0559-D230B2E29A5B}"/>
              </a:ext>
            </a:extLst>
          </p:cNvPr>
          <p:cNvCxnSpPr/>
          <p:nvPr/>
        </p:nvCxnSpPr>
        <p:spPr>
          <a:xfrm>
            <a:off x="237223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连接符 513">
            <a:extLst>
              <a:ext uri="{FF2B5EF4-FFF2-40B4-BE49-F238E27FC236}">
                <a16:creationId xmlns:a16="http://schemas.microsoft.com/office/drawing/2014/main" id="{E53354B7-1C99-3FD1-1E5C-344649A84686}"/>
              </a:ext>
            </a:extLst>
          </p:cNvPr>
          <p:cNvCxnSpPr/>
          <p:nvPr/>
        </p:nvCxnSpPr>
        <p:spPr>
          <a:xfrm>
            <a:off x="241795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直接连接符 514">
            <a:extLst>
              <a:ext uri="{FF2B5EF4-FFF2-40B4-BE49-F238E27FC236}">
                <a16:creationId xmlns:a16="http://schemas.microsoft.com/office/drawing/2014/main" id="{A33C02CB-5688-62E4-49DA-5C458F586556}"/>
              </a:ext>
            </a:extLst>
          </p:cNvPr>
          <p:cNvCxnSpPr/>
          <p:nvPr/>
        </p:nvCxnSpPr>
        <p:spPr>
          <a:xfrm>
            <a:off x="244081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BB3B2AFF-3439-4FB1-4957-4F6CA299664C}"/>
              </a:ext>
            </a:extLst>
          </p:cNvPr>
          <p:cNvCxnSpPr/>
          <p:nvPr/>
        </p:nvCxnSpPr>
        <p:spPr>
          <a:xfrm>
            <a:off x="250939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7" name="直接连接符 516">
            <a:extLst>
              <a:ext uri="{FF2B5EF4-FFF2-40B4-BE49-F238E27FC236}">
                <a16:creationId xmlns:a16="http://schemas.microsoft.com/office/drawing/2014/main" id="{691E2EB5-AEBE-5D11-2D17-2756A08EBAD8}"/>
              </a:ext>
            </a:extLst>
          </p:cNvPr>
          <p:cNvCxnSpPr/>
          <p:nvPr/>
        </p:nvCxnSpPr>
        <p:spPr>
          <a:xfrm>
            <a:off x="255511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直接连接符 517">
            <a:extLst>
              <a:ext uri="{FF2B5EF4-FFF2-40B4-BE49-F238E27FC236}">
                <a16:creationId xmlns:a16="http://schemas.microsoft.com/office/drawing/2014/main" id="{CF7A8E8F-ABAB-2115-F1E1-52C1F29AD43E}"/>
              </a:ext>
            </a:extLst>
          </p:cNvPr>
          <p:cNvCxnSpPr/>
          <p:nvPr/>
        </p:nvCxnSpPr>
        <p:spPr>
          <a:xfrm>
            <a:off x="257797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F2E6AFD8-8ECE-85D2-129E-E2B269D75901}"/>
              </a:ext>
            </a:extLst>
          </p:cNvPr>
          <p:cNvCxnSpPr/>
          <p:nvPr/>
        </p:nvCxnSpPr>
        <p:spPr>
          <a:xfrm>
            <a:off x="264655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直接连接符 519">
            <a:extLst>
              <a:ext uri="{FF2B5EF4-FFF2-40B4-BE49-F238E27FC236}">
                <a16:creationId xmlns:a16="http://schemas.microsoft.com/office/drawing/2014/main" id="{B4C9BBC1-479C-C5DF-917F-622339D90CF5}"/>
              </a:ext>
            </a:extLst>
          </p:cNvPr>
          <p:cNvCxnSpPr/>
          <p:nvPr/>
        </p:nvCxnSpPr>
        <p:spPr>
          <a:xfrm>
            <a:off x="269227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直接连接符 520">
            <a:extLst>
              <a:ext uri="{FF2B5EF4-FFF2-40B4-BE49-F238E27FC236}">
                <a16:creationId xmlns:a16="http://schemas.microsoft.com/office/drawing/2014/main" id="{3AB8585F-9A60-6BFC-931C-12C6965352E6}"/>
              </a:ext>
            </a:extLst>
          </p:cNvPr>
          <p:cNvCxnSpPr/>
          <p:nvPr/>
        </p:nvCxnSpPr>
        <p:spPr>
          <a:xfrm>
            <a:off x="271513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A57498BA-D14C-6147-EEE4-7C2450C87F37}"/>
              </a:ext>
            </a:extLst>
          </p:cNvPr>
          <p:cNvCxnSpPr/>
          <p:nvPr/>
        </p:nvCxnSpPr>
        <p:spPr>
          <a:xfrm>
            <a:off x="2760859" y="36541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直接连接符 522">
            <a:extLst>
              <a:ext uri="{FF2B5EF4-FFF2-40B4-BE49-F238E27FC236}">
                <a16:creationId xmlns:a16="http://schemas.microsoft.com/office/drawing/2014/main" id="{D243464A-A6AA-80B0-4258-9E448156DFD2}"/>
              </a:ext>
            </a:extLst>
          </p:cNvPr>
          <p:cNvCxnSpPr/>
          <p:nvPr/>
        </p:nvCxnSpPr>
        <p:spPr>
          <a:xfrm>
            <a:off x="278371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4" name="直接连接符 523">
            <a:extLst>
              <a:ext uri="{FF2B5EF4-FFF2-40B4-BE49-F238E27FC236}">
                <a16:creationId xmlns:a16="http://schemas.microsoft.com/office/drawing/2014/main" id="{9FBAA59B-8BB9-69EF-3C9D-628D938916BF}"/>
              </a:ext>
            </a:extLst>
          </p:cNvPr>
          <p:cNvCxnSpPr/>
          <p:nvPr/>
        </p:nvCxnSpPr>
        <p:spPr>
          <a:xfrm>
            <a:off x="285229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8C0D9840-9B29-1B04-19F6-A53D66755B90}"/>
              </a:ext>
            </a:extLst>
          </p:cNvPr>
          <p:cNvCxnSpPr/>
          <p:nvPr/>
        </p:nvCxnSpPr>
        <p:spPr>
          <a:xfrm>
            <a:off x="2920879" y="365414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直接连接符 525">
            <a:extLst>
              <a:ext uri="{FF2B5EF4-FFF2-40B4-BE49-F238E27FC236}">
                <a16:creationId xmlns:a16="http://schemas.microsoft.com/office/drawing/2014/main" id="{D240CA23-C10D-D403-00CB-B8A3A1C55D33}"/>
              </a:ext>
            </a:extLst>
          </p:cNvPr>
          <p:cNvCxnSpPr/>
          <p:nvPr/>
        </p:nvCxnSpPr>
        <p:spPr>
          <a:xfrm>
            <a:off x="2989459" y="365414"/>
            <a:ext cx="16208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直接连接符 526">
            <a:extLst>
              <a:ext uri="{FF2B5EF4-FFF2-40B4-BE49-F238E27FC236}">
                <a16:creationId xmlns:a16="http://schemas.microsoft.com/office/drawing/2014/main" id="{FE47020D-F6E0-89FB-70D3-EE4D41954A3B}"/>
              </a:ext>
            </a:extLst>
          </p:cNvPr>
          <p:cNvCxnSpPr/>
          <p:nvPr/>
        </p:nvCxnSpPr>
        <p:spPr>
          <a:xfrm flipV="1">
            <a:off x="3005667" y="364873"/>
            <a:ext cx="29507" cy="541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6AAEADA1-14D9-390E-FFEA-94D4337AB7FD}"/>
              </a:ext>
            </a:extLst>
          </p:cNvPr>
          <p:cNvCxnSpPr/>
          <p:nvPr/>
        </p:nvCxnSpPr>
        <p:spPr>
          <a:xfrm flipV="1">
            <a:off x="3035174" y="36487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直接连接符 528">
            <a:extLst>
              <a:ext uri="{FF2B5EF4-FFF2-40B4-BE49-F238E27FC236}">
                <a16:creationId xmlns:a16="http://schemas.microsoft.com/office/drawing/2014/main" id="{FFDF372B-E60E-E69E-EAB2-E674B67C1AEB}"/>
              </a:ext>
            </a:extLst>
          </p:cNvPr>
          <p:cNvCxnSpPr/>
          <p:nvPr/>
        </p:nvCxnSpPr>
        <p:spPr>
          <a:xfrm flipV="1">
            <a:off x="3058030" y="363615"/>
            <a:ext cx="45713" cy="8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直接连接符 529">
            <a:extLst>
              <a:ext uri="{FF2B5EF4-FFF2-40B4-BE49-F238E27FC236}">
                <a16:creationId xmlns:a16="http://schemas.microsoft.com/office/drawing/2014/main" id="{69F661B2-1CCC-94D9-0704-3D3FAFF7F2D8}"/>
              </a:ext>
            </a:extLst>
          </p:cNvPr>
          <p:cNvCxnSpPr/>
          <p:nvPr/>
        </p:nvCxnSpPr>
        <p:spPr>
          <a:xfrm>
            <a:off x="3103743" y="36361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A420EC9E-0F59-0006-E9C4-0D2F9D74DEEF}"/>
              </a:ext>
            </a:extLst>
          </p:cNvPr>
          <p:cNvCxnSpPr/>
          <p:nvPr/>
        </p:nvCxnSpPr>
        <p:spPr>
          <a:xfrm flipV="1">
            <a:off x="3126599" y="362358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直接连接符 531">
            <a:extLst>
              <a:ext uri="{FF2B5EF4-FFF2-40B4-BE49-F238E27FC236}">
                <a16:creationId xmlns:a16="http://schemas.microsoft.com/office/drawing/2014/main" id="{D6FAC128-C3FE-20E8-3DB4-3130E2523B8F}"/>
              </a:ext>
            </a:extLst>
          </p:cNvPr>
          <p:cNvCxnSpPr/>
          <p:nvPr/>
        </p:nvCxnSpPr>
        <p:spPr>
          <a:xfrm flipV="1">
            <a:off x="3195167" y="361101"/>
            <a:ext cx="45713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直接连接符 532">
            <a:extLst>
              <a:ext uri="{FF2B5EF4-FFF2-40B4-BE49-F238E27FC236}">
                <a16:creationId xmlns:a16="http://schemas.microsoft.com/office/drawing/2014/main" id="{23C871D5-93D9-2865-102D-A32A205AAA8F}"/>
              </a:ext>
            </a:extLst>
          </p:cNvPr>
          <p:cNvCxnSpPr/>
          <p:nvPr/>
        </p:nvCxnSpPr>
        <p:spPr>
          <a:xfrm flipV="1">
            <a:off x="3263736" y="359844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94FC0109-C26C-4D40-30A7-635BB77CFEC4}"/>
              </a:ext>
            </a:extLst>
          </p:cNvPr>
          <p:cNvCxnSpPr/>
          <p:nvPr/>
        </p:nvCxnSpPr>
        <p:spPr>
          <a:xfrm flipV="1">
            <a:off x="3332304" y="358816"/>
            <a:ext cx="33196" cy="60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5" name="直接连接符 534">
            <a:extLst>
              <a:ext uri="{FF2B5EF4-FFF2-40B4-BE49-F238E27FC236}">
                <a16:creationId xmlns:a16="http://schemas.microsoft.com/office/drawing/2014/main" id="{9267DC6E-96F0-68AD-8D89-E68E13A7BDD7}"/>
              </a:ext>
            </a:extLst>
          </p:cNvPr>
          <p:cNvCxnSpPr/>
          <p:nvPr/>
        </p:nvCxnSpPr>
        <p:spPr>
          <a:xfrm>
            <a:off x="3365500" y="358816"/>
            <a:ext cx="125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直接连接符 535">
            <a:extLst>
              <a:ext uri="{FF2B5EF4-FFF2-40B4-BE49-F238E27FC236}">
                <a16:creationId xmlns:a16="http://schemas.microsoft.com/office/drawing/2014/main" id="{4B25C7DA-5EDA-320A-4730-B277CFB0470E}"/>
              </a:ext>
            </a:extLst>
          </p:cNvPr>
          <p:cNvCxnSpPr/>
          <p:nvPr/>
        </p:nvCxnSpPr>
        <p:spPr>
          <a:xfrm>
            <a:off x="337801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EBDA8626-A3BD-F7B9-535E-304E956965D5}"/>
              </a:ext>
            </a:extLst>
          </p:cNvPr>
          <p:cNvCxnSpPr/>
          <p:nvPr/>
        </p:nvCxnSpPr>
        <p:spPr>
          <a:xfrm>
            <a:off x="3400878" y="358816"/>
            <a:ext cx="457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直接连接符 537">
            <a:extLst>
              <a:ext uri="{FF2B5EF4-FFF2-40B4-BE49-F238E27FC236}">
                <a16:creationId xmlns:a16="http://schemas.microsoft.com/office/drawing/2014/main" id="{2628C64B-2733-93B3-C177-3F0E10963447}"/>
              </a:ext>
            </a:extLst>
          </p:cNvPr>
          <p:cNvCxnSpPr/>
          <p:nvPr/>
        </p:nvCxnSpPr>
        <p:spPr>
          <a:xfrm>
            <a:off x="3469459" y="358816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ED3210F1-F9D3-D66D-3912-23AC798E3DF7}"/>
              </a:ext>
            </a:extLst>
          </p:cNvPr>
          <p:cNvCxnSpPr/>
          <p:nvPr/>
        </p:nvCxnSpPr>
        <p:spPr>
          <a:xfrm>
            <a:off x="351517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直接连接符 539">
            <a:extLst>
              <a:ext uri="{FF2B5EF4-FFF2-40B4-BE49-F238E27FC236}">
                <a16:creationId xmlns:a16="http://schemas.microsoft.com/office/drawing/2014/main" id="{98DD694A-3829-D7BD-B426-11774F5966F4}"/>
              </a:ext>
            </a:extLst>
          </p:cNvPr>
          <p:cNvCxnSpPr/>
          <p:nvPr/>
        </p:nvCxnSpPr>
        <p:spPr>
          <a:xfrm>
            <a:off x="3538039" y="358816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56F76E42-C1A8-2EBD-99ED-EA62548350B9}"/>
              </a:ext>
            </a:extLst>
          </p:cNvPr>
          <p:cNvCxnSpPr/>
          <p:nvPr/>
        </p:nvCxnSpPr>
        <p:spPr>
          <a:xfrm>
            <a:off x="358375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直接连接符 541">
            <a:extLst>
              <a:ext uri="{FF2B5EF4-FFF2-40B4-BE49-F238E27FC236}">
                <a16:creationId xmlns:a16="http://schemas.microsoft.com/office/drawing/2014/main" id="{022B5657-B609-0630-4525-40C7901CA4FB}"/>
              </a:ext>
            </a:extLst>
          </p:cNvPr>
          <p:cNvCxnSpPr/>
          <p:nvPr/>
        </p:nvCxnSpPr>
        <p:spPr>
          <a:xfrm>
            <a:off x="360661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直接连接符 542">
            <a:extLst>
              <a:ext uri="{FF2B5EF4-FFF2-40B4-BE49-F238E27FC236}">
                <a16:creationId xmlns:a16="http://schemas.microsoft.com/office/drawing/2014/main" id="{86EBA5C9-6E42-7953-F1FE-C7BDC926271D}"/>
              </a:ext>
            </a:extLst>
          </p:cNvPr>
          <p:cNvCxnSpPr/>
          <p:nvPr/>
        </p:nvCxnSpPr>
        <p:spPr>
          <a:xfrm>
            <a:off x="365233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5342939-60B8-D7B3-305E-69EFC3B3F07B}"/>
              </a:ext>
            </a:extLst>
          </p:cNvPr>
          <p:cNvCxnSpPr/>
          <p:nvPr/>
        </p:nvCxnSpPr>
        <p:spPr>
          <a:xfrm>
            <a:off x="367519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5" name="直接连接符 544">
            <a:extLst>
              <a:ext uri="{FF2B5EF4-FFF2-40B4-BE49-F238E27FC236}">
                <a16:creationId xmlns:a16="http://schemas.microsoft.com/office/drawing/2014/main" id="{8B879444-0EDF-E97E-64FA-ABB9A81C6DF8}"/>
              </a:ext>
            </a:extLst>
          </p:cNvPr>
          <p:cNvCxnSpPr/>
          <p:nvPr/>
        </p:nvCxnSpPr>
        <p:spPr>
          <a:xfrm>
            <a:off x="372091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6" name="直接连接符 545">
            <a:extLst>
              <a:ext uri="{FF2B5EF4-FFF2-40B4-BE49-F238E27FC236}">
                <a16:creationId xmlns:a16="http://schemas.microsoft.com/office/drawing/2014/main" id="{D7170433-5821-44FC-E0F7-21E145E6C83D}"/>
              </a:ext>
            </a:extLst>
          </p:cNvPr>
          <p:cNvCxnSpPr/>
          <p:nvPr/>
        </p:nvCxnSpPr>
        <p:spPr>
          <a:xfrm>
            <a:off x="374377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BFE41FB4-A4F8-911D-096C-06270F3100DB}"/>
              </a:ext>
            </a:extLst>
          </p:cNvPr>
          <p:cNvCxnSpPr/>
          <p:nvPr/>
        </p:nvCxnSpPr>
        <p:spPr>
          <a:xfrm>
            <a:off x="378949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8" name="直接连接符 547">
            <a:extLst>
              <a:ext uri="{FF2B5EF4-FFF2-40B4-BE49-F238E27FC236}">
                <a16:creationId xmlns:a16="http://schemas.microsoft.com/office/drawing/2014/main" id="{924D8D47-B2BA-5622-8170-DA269883B8B1}"/>
              </a:ext>
            </a:extLst>
          </p:cNvPr>
          <p:cNvCxnSpPr/>
          <p:nvPr/>
        </p:nvCxnSpPr>
        <p:spPr>
          <a:xfrm>
            <a:off x="3812358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F35841DF-05F8-E47C-A284-F52645B10A96}"/>
              </a:ext>
            </a:extLst>
          </p:cNvPr>
          <p:cNvCxnSpPr/>
          <p:nvPr/>
        </p:nvCxnSpPr>
        <p:spPr>
          <a:xfrm>
            <a:off x="385807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B39ECCCE-1A7B-51D5-EE18-80A8CE74BB11}"/>
              </a:ext>
            </a:extLst>
          </p:cNvPr>
          <p:cNvCxnSpPr/>
          <p:nvPr/>
        </p:nvCxnSpPr>
        <p:spPr>
          <a:xfrm>
            <a:off x="3880939" y="358816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直接连接符 550">
            <a:extLst>
              <a:ext uri="{FF2B5EF4-FFF2-40B4-BE49-F238E27FC236}">
                <a16:creationId xmlns:a16="http://schemas.microsoft.com/office/drawing/2014/main" id="{21599107-977D-E738-3C9D-5E6097EABE20}"/>
              </a:ext>
            </a:extLst>
          </p:cNvPr>
          <p:cNvCxnSpPr/>
          <p:nvPr/>
        </p:nvCxnSpPr>
        <p:spPr>
          <a:xfrm>
            <a:off x="392665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直接连接符 551">
            <a:extLst>
              <a:ext uri="{FF2B5EF4-FFF2-40B4-BE49-F238E27FC236}">
                <a16:creationId xmlns:a16="http://schemas.microsoft.com/office/drawing/2014/main" id="{D0FB0DE3-0505-332B-5C56-5CE6F093B898}"/>
              </a:ext>
            </a:extLst>
          </p:cNvPr>
          <p:cNvCxnSpPr/>
          <p:nvPr/>
        </p:nvCxnSpPr>
        <p:spPr>
          <a:xfrm>
            <a:off x="394951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079F5DA2-7212-B588-BB94-36D417EAF9B9}"/>
              </a:ext>
            </a:extLst>
          </p:cNvPr>
          <p:cNvCxnSpPr/>
          <p:nvPr/>
        </p:nvCxnSpPr>
        <p:spPr>
          <a:xfrm>
            <a:off x="401809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直接连接符 553">
            <a:extLst>
              <a:ext uri="{FF2B5EF4-FFF2-40B4-BE49-F238E27FC236}">
                <a16:creationId xmlns:a16="http://schemas.microsoft.com/office/drawing/2014/main" id="{588DF8B0-E0DA-D8CD-D2E3-15C1F960BE05}"/>
              </a:ext>
            </a:extLst>
          </p:cNvPr>
          <p:cNvCxnSpPr/>
          <p:nvPr/>
        </p:nvCxnSpPr>
        <p:spPr>
          <a:xfrm>
            <a:off x="406381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直接连接符 554">
            <a:extLst>
              <a:ext uri="{FF2B5EF4-FFF2-40B4-BE49-F238E27FC236}">
                <a16:creationId xmlns:a16="http://schemas.microsoft.com/office/drawing/2014/main" id="{44991CCF-988F-4919-3A52-3992A8D24130}"/>
              </a:ext>
            </a:extLst>
          </p:cNvPr>
          <p:cNvCxnSpPr/>
          <p:nvPr/>
        </p:nvCxnSpPr>
        <p:spPr>
          <a:xfrm>
            <a:off x="408667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09DAA69B-E793-5153-C0AA-0E149A1681E7}"/>
              </a:ext>
            </a:extLst>
          </p:cNvPr>
          <p:cNvCxnSpPr/>
          <p:nvPr/>
        </p:nvCxnSpPr>
        <p:spPr>
          <a:xfrm>
            <a:off x="413239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直接连接符 556">
            <a:extLst>
              <a:ext uri="{FF2B5EF4-FFF2-40B4-BE49-F238E27FC236}">
                <a16:creationId xmlns:a16="http://schemas.microsoft.com/office/drawing/2014/main" id="{B9B4CC7C-C1AB-87E3-CD61-F5B414EC679F}"/>
              </a:ext>
            </a:extLst>
          </p:cNvPr>
          <p:cNvCxnSpPr/>
          <p:nvPr/>
        </p:nvCxnSpPr>
        <p:spPr>
          <a:xfrm>
            <a:off x="4155258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8" name="直接连接符 557">
            <a:extLst>
              <a:ext uri="{FF2B5EF4-FFF2-40B4-BE49-F238E27FC236}">
                <a16:creationId xmlns:a16="http://schemas.microsoft.com/office/drawing/2014/main" id="{874A5484-5187-67FE-83FA-72DEDF4C6611}"/>
              </a:ext>
            </a:extLst>
          </p:cNvPr>
          <p:cNvCxnSpPr/>
          <p:nvPr/>
        </p:nvCxnSpPr>
        <p:spPr>
          <a:xfrm>
            <a:off x="4200978" y="35881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5333C33B-7446-3B94-D3C1-55899B400908}"/>
              </a:ext>
            </a:extLst>
          </p:cNvPr>
          <p:cNvCxnSpPr/>
          <p:nvPr/>
        </p:nvCxnSpPr>
        <p:spPr>
          <a:xfrm>
            <a:off x="4223839" y="358816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直接连接符 559">
            <a:extLst>
              <a:ext uri="{FF2B5EF4-FFF2-40B4-BE49-F238E27FC236}">
                <a16:creationId xmlns:a16="http://schemas.microsoft.com/office/drawing/2014/main" id="{5B6EF514-1720-55B4-EC79-829424686AAB}"/>
              </a:ext>
            </a:extLst>
          </p:cNvPr>
          <p:cNvCxnSpPr/>
          <p:nvPr/>
        </p:nvCxnSpPr>
        <p:spPr>
          <a:xfrm>
            <a:off x="429241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1" name="直接连接符 560">
            <a:extLst>
              <a:ext uri="{FF2B5EF4-FFF2-40B4-BE49-F238E27FC236}">
                <a16:creationId xmlns:a16="http://schemas.microsoft.com/office/drawing/2014/main" id="{E8A18D67-D55F-7098-7091-DB36E896A71F}"/>
              </a:ext>
            </a:extLst>
          </p:cNvPr>
          <p:cNvCxnSpPr/>
          <p:nvPr/>
        </p:nvCxnSpPr>
        <p:spPr>
          <a:xfrm>
            <a:off x="4360999" y="358816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C5B87B89-3722-5012-7596-C9619751DAC7}"/>
              </a:ext>
            </a:extLst>
          </p:cNvPr>
          <p:cNvCxnSpPr/>
          <p:nvPr/>
        </p:nvCxnSpPr>
        <p:spPr>
          <a:xfrm>
            <a:off x="4406719" y="35881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连接符 562">
            <a:extLst>
              <a:ext uri="{FF2B5EF4-FFF2-40B4-BE49-F238E27FC236}">
                <a16:creationId xmlns:a16="http://schemas.microsoft.com/office/drawing/2014/main" id="{921EF4FF-3C08-BE20-3D3C-989F60AEEA5A}"/>
              </a:ext>
            </a:extLst>
          </p:cNvPr>
          <p:cNvCxnSpPr/>
          <p:nvPr/>
        </p:nvCxnSpPr>
        <p:spPr>
          <a:xfrm>
            <a:off x="4429579" y="358816"/>
            <a:ext cx="154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矩形 563">
            <a:extLst>
              <a:ext uri="{FF2B5EF4-FFF2-40B4-BE49-F238E27FC236}">
                <a16:creationId xmlns:a16="http://schemas.microsoft.com/office/drawing/2014/main" id="{1AC1C3EB-BB63-70C6-C6C4-286DB4BC7FDE}"/>
              </a:ext>
            </a:extLst>
          </p:cNvPr>
          <p:cNvSpPr/>
          <p:nvPr/>
        </p:nvSpPr>
        <p:spPr>
          <a:xfrm>
            <a:off x="1189673" y="361781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79DD043A-4DD6-8468-831F-07DCF464F1B2}"/>
              </a:ext>
            </a:extLst>
          </p:cNvPr>
          <p:cNvSpPr/>
          <p:nvPr/>
        </p:nvSpPr>
        <p:spPr>
          <a:xfrm>
            <a:off x="1549506" y="355184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2E801A22-D4BA-2418-2981-7A1EF1A37CAE}"/>
              </a:ext>
            </a:extLst>
          </p:cNvPr>
          <p:cNvSpPr/>
          <p:nvPr/>
        </p:nvSpPr>
        <p:spPr>
          <a:xfrm>
            <a:off x="1909339" y="348586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009C8E1F-63F4-F5C1-625B-520C59B2ACC2}"/>
              </a:ext>
            </a:extLst>
          </p:cNvPr>
          <p:cNvSpPr/>
          <p:nvPr/>
        </p:nvSpPr>
        <p:spPr>
          <a:xfrm>
            <a:off x="2269173" y="348586"/>
            <a:ext cx="33654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8" name="矩形 567">
            <a:extLst>
              <a:ext uri="{FF2B5EF4-FFF2-40B4-BE49-F238E27FC236}">
                <a16:creationId xmlns:a16="http://schemas.microsoft.com/office/drawing/2014/main" id="{0031F528-E3F6-B03E-3BC1-22DFB214B387}"/>
              </a:ext>
            </a:extLst>
          </p:cNvPr>
          <p:cNvSpPr/>
          <p:nvPr/>
        </p:nvSpPr>
        <p:spPr>
          <a:xfrm>
            <a:off x="2629006" y="348586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9" name="矩形 568">
            <a:extLst>
              <a:ext uri="{FF2B5EF4-FFF2-40B4-BE49-F238E27FC236}">
                <a16:creationId xmlns:a16="http://schemas.microsoft.com/office/drawing/2014/main" id="{805A5DB3-AAE2-3E0C-0F3C-AEE72686BEA0}"/>
              </a:ext>
            </a:extLst>
          </p:cNvPr>
          <p:cNvSpPr/>
          <p:nvPr/>
        </p:nvSpPr>
        <p:spPr>
          <a:xfrm>
            <a:off x="2988839" y="348586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0" name="矩形 569">
            <a:extLst>
              <a:ext uri="{FF2B5EF4-FFF2-40B4-BE49-F238E27FC236}">
                <a16:creationId xmlns:a16="http://schemas.microsoft.com/office/drawing/2014/main" id="{F430BF15-EB00-32C5-1B80-810C6BBFFCD1}"/>
              </a:ext>
            </a:extLst>
          </p:cNvPr>
          <p:cNvSpPr/>
          <p:nvPr/>
        </p:nvSpPr>
        <p:spPr>
          <a:xfrm>
            <a:off x="3348672" y="34198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1" name="矩形 570">
            <a:extLst>
              <a:ext uri="{FF2B5EF4-FFF2-40B4-BE49-F238E27FC236}">
                <a16:creationId xmlns:a16="http://schemas.microsoft.com/office/drawing/2014/main" id="{8A2AC658-82F6-BC6E-599C-EE42F8CC6F2A}"/>
              </a:ext>
            </a:extLst>
          </p:cNvPr>
          <p:cNvSpPr/>
          <p:nvPr/>
        </p:nvSpPr>
        <p:spPr>
          <a:xfrm>
            <a:off x="3708506" y="34198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2" name="矩形 571">
            <a:extLst>
              <a:ext uri="{FF2B5EF4-FFF2-40B4-BE49-F238E27FC236}">
                <a16:creationId xmlns:a16="http://schemas.microsoft.com/office/drawing/2014/main" id="{F052E6F8-25D1-97B9-1510-F1F7B3CCCEB6}"/>
              </a:ext>
            </a:extLst>
          </p:cNvPr>
          <p:cNvSpPr/>
          <p:nvPr/>
        </p:nvSpPr>
        <p:spPr>
          <a:xfrm>
            <a:off x="4068339" y="34198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3" name="矩形 572">
            <a:extLst>
              <a:ext uri="{FF2B5EF4-FFF2-40B4-BE49-F238E27FC236}">
                <a16:creationId xmlns:a16="http://schemas.microsoft.com/office/drawing/2014/main" id="{1C5CAD65-F830-042C-7B65-1074C792ED2A}"/>
              </a:ext>
            </a:extLst>
          </p:cNvPr>
          <p:cNvSpPr/>
          <p:nvPr/>
        </p:nvSpPr>
        <p:spPr>
          <a:xfrm>
            <a:off x="4428172" y="34198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76C5607F-FE02-DC66-43E0-E872774FCF27}"/>
              </a:ext>
            </a:extLst>
          </p:cNvPr>
          <p:cNvCxnSpPr/>
          <p:nvPr/>
        </p:nvCxnSpPr>
        <p:spPr>
          <a:xfrm flipV="1">
            <a:off x="1206500" y="372011"/>
            <a:ext cx="359833" cy="3298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直接连接符 574">
            <a:extLst>
              <a:ext uri="{FF2B5EF4-FFF2-40B4-BE49-F238E27FC236}">
                <a16:creationId xmlns:a16="http://schemas.microsoft.com/office/drawing/2014/main" id="{7705DAFB-D165-B288-9C27-A7E94DCE0250}"/>
              </a:ext>
            </a:extLst>
          </p:cNvPr>
          <p:cNvCxnSpPr/>
          <p:nvPr/>
        </p:nvCxnSpPr>
        <p:spPr>
          <a:xfrm flipV="1">
            <a:off x="1566333" y="345621"/>
            <a:ext cx="359834" cy="2639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6" name="直接连接符 575">
            <a:extLst>
              <a:ext uri="{FF2B5EF4-FFF2-40B4-BE49-F238E27FC236}">
                <a16:creationId xmlns:a16="http://schemas.microsoft.com/office/drawing/2014/main" id="{1D5A296E-3E96-29A3-7375-092ABFDECE30}"/>
              </a:ext>
            </a:extLst>
          </p:cNvPr>
          <p:cNvCxnSpPr/>
          <p:nvPr/>
        </p:nvCxnSpPr>
        <p:spPr>
          <a:xfrm flipV="1">
            <a:off x="1926167" y="339024"/>
            <a:ext cx="359833" cy="659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2D4C29AF-C268-FA0E-A4FE-6B26507B3D15}"/>
              </a:ext>
            </a:extLst>
          </p:cNvPr>
          <p:cNvCxnSpPr/>
          <p:nvPr/>
        </p:nvCxnSpPr>
        <p:spPr>
          <a:xfrm flipV="1">
            <a:off x="2286000" y="332427"/>
            <a:ext cx="359833" cy="6597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直接连接符 577">
            <a:extLst>
              <a:ext uri="{FF2B5EF4-FFF2-40B4-BE49-F238E27FC236}">
                <a16:creationId xmlns:a16="http://schemas.microsoft.com/office/drawing/2014/main" id="{B034DC0C-DC9B-569E-AF1A-D900767AED47}"/>
              </a:ext>
            </a:extLst>
          </p:cNvPr>
          <p:cNvCxnSpPr/>
          <p:nvPr/>
        </p:nvCxnSpPr>
        <p:spPr>
          <a:xfrm>
            <a:off x="2645833" y="332427"/>
            <a:ext cx="359834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直接连接符 578">
            <a:extLst>
              <a:ext uri="{FF2B5EF4-FFF2-40B4-BE49-F238E27FC236}">
                <a16:creationId xmlns:a16="http://schemas.microsoft.com/office/drawing/2014/main" id="{C20C4275-3D96-D8C2-B64B-60D162AE655E}"/>
              </a:ext>
            </a:extLst>
          </p:cNvPr>
          <p:cNvCxnSpPr/>
          <p:nvPr/>
        </p:nvCxnSpPr>
        <p:spPr>
          <a:xfrm>
            <a:off x="3005667" y="33242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8E10F0BB-FDB2-DF44-8C1C-309BAFC39F6B}"/>
              </a:ext>
            </a:extLst>
          </p:cNvPr>
          <p:cNvCxnSpPr/>
          <p:nvPr/>
        </p:nvCxnSpPr>
        <p:spPr>
          <a:xfrm>
            <a:off x="3365500" y="33242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直接连接符 580">
            <a:extLst>
              <a:ext uri="{FF2B5EF4-FFF2-40B4-BE49-F238E27FC236}">
                <a16:creationId xmlns:a16="http://schemas.microsoft.com/office/drawing/2014/main" id="{D6C26FD0-3726-83A0-19DF-7387E2833F10}"/>
              </a:ext>
            </a:extLst>
          </p:cNvPr>
          <p:cNvCxnSpPr/>
          <p:nvPr/>
        </p:nvCxnSpPr>
        <p:spPr>
          <a:xfrm>
            <a:off x="3725333" y="332427"/>
            <a:ext cx="359834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直接连接符 581">
            <a:extLst>
              <a:ext uri="{FF2B5EF4-FFF2-40B4-BE49-F238E27FC236}">
                <a16:creationId xmlns:a16="http://schemas.microsoft.com/office/drawing/2014/main" id="{5F6D02C3-FC9C-4191-59AE-E7F863006CCC}"/>
              </a:ext>
            </a:extLst>
          </p:cNvPr>
          <p:cNvCxnSpPr/>
          <p:nvPr/>
        </p:nvCxnSpPr>
        <p:spPr>
          <a:xfrm>
            <a:off x="4085167" y="332427"/>
            <a:ext cx="35983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3" name="椭圆 582">
            <a:extLst>
              <a:ext uri="{FF2B5EF4-FFF2-40B4-BE49-F238E27FC236}">
                <a16:creationId xmlns:a16="http://schemas.microsoft.com/office/drawing/2014/main" id="{268A145C-B898-7037-7715-13CFF1D92358}"/>
              </a:ext>
            </a:extLst>
          </p:cNvPr>
          <p:cNvSpPr/>
          <p:nvPr/>
        </p:nvSpPr>
        <p:spPr>
          <a:xfrm>
            <a:off x="1189673" y="388171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椭圆 583">
            <a:extLst>
              <a:ext uri="{FF2B5EF4-FFF2-40B4-BE49-F238E27FC236}">
                <a16:creationId xmlns:a16="http://schemas.microsoft.com/office/drawing/2014/main" id="{BC61F539-2ACF-2596-5190-A36780BB7528}"/>
              </a:ext>
            </a:extLst>
          </p:cNvPr>
          <p:cNvSpPr/>
          <p:nvPr/>
        </p:nvSpPr>
        <p:spPr>
          <a:xfrm>
            <a:off x="1549506" y="355184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椭圆 584">
            <a:extLst>
              <a:ext uri="{FF2B5EF4-FFF2-40B4-BE49-F238E27FC236}">
                <a16:creationId xmlns:a16="http://schemas.microsoft.com/office/drawing/2014/main" id="{B7E9E984-84C6-FA4D-E298-61A0D0EE1757}"/>
              </a:ext>
            </a:extLst>
          </p:cNvPr>
          <p:cNvSpPr/>
          <p:nvPr/>
        </p:nvSpPr>
        <p:spPr>
          <a:xfrm>
            <a:off x="1909339" y="328794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C7B7A943-037D-A6F8-832D-8E983D1AAF80}"/>
              </a:ext>
            </a:extLst>
          </p:cNvPr>
          <p:cNvSpPr/>
          <p:nvPr/>
        </p:nvSpPr>
        <p:spPr>
          <a:xfrm>
            <a:off x="2269173" y="322197"/>
            <a:ext cx="33654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椭圆 586">
            <a:extLst>
              <a:ext uri="{FF2B5EF4-FFF2-40B4-BE49-F238E27FC236}">
                <a16:creationId xmlns:a16="http://schemas.microsoft.com/office/drawing/2014/main" id="{7D936C34-68E1-9401-37EA-5E5D937AD942}"/>
              </a:ext>
            </a:extLst>
          </p:cNvPr>
          <p:cNvSpPr/>
          <p:nvPr/>
        </p:nvSpPr>
        <p:spPr>
          <a:xfrm>
            <a:off x="2629006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椭圆 587">
            <a:extLst>
              <a:ext uri="{FF2B5EF4-FFF2-40B4-BE49-F238E27FC236}">
                <a16:creationId xmlns:a16="http://schemas.microsoft.com/office/drawing/2014/main" id="{510E521A-A8DB-87F9-4C6B-44F04F91AA39}"/>
              </a:ext>
            </a:extLst>
          </p:cNvPr>
          <p:cNvSpPr/>
          <p:nvPr/>
        </p:nvSpPr>
        <p:spPr>
          <a:xfrm>
            <a:off x="2988839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椭圆 588">
            <a:extLst>
              <a:ext uri="{FF2B5EF4-FFF2-40B4-BE49-F238E27FC236}">
                <a16:creationId xmlns:a16="http://schemas.microsoft.com/office/drawing/2014/main" id="{11833C6C-F615-03F7-6353-1C571E117EB9}"/>
              </a:ext>
            </a:extLst>
          </p:cNvPr>
          <p:cNvSpPr/>
          <p:nvPr/>
        </p:nvSpPr>
        <p:spPr>
          <a:xfrm>
            <a:off x="3348672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0" name="椭圆 589">
            <a:extLst>
              <a:ext uri="{FF2B5EF4-FFF2-40B4-BE49-F238E27FC236}">
                <a16:creationId xmlns:a16="http://schemas.microsoft.com/office/drawing/2014/main" id="{2273A045-B677-A40E-BD94-764BF2C3196F}"/>
              </a:ext>
            </a:extLst>
          </p:cNvPr>
          <p:cNvSpPr/>
          <p:nvPr/>
        </p:nvSpPr>
        <p:spPr>
          <a:xfrm>
            <a:off x="3708506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椭圆 590">
            <a:extLst>
              <a:ext uri="{FF2B5EF4-FFF2-40B4-BE49-F238E27FC236}">
                <a16:creationId xmlns:a16="http://schemas.microsoft.com/office/drawing/2014/main" id="{6EEFE4E2-31A1-CB7C-242C-D6C1CCDEEC0E}"/>
              </a:ext>
            </a:extLst>
          </p:cNvPr>
          <p:cNvSpPr/>
          <p:nvPr/>
        </p:nvSpPr>
        <p:spPr>
          <a:xfrm>
            <a:off x="4068339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椭圆 591">
            <a:extLst>
              <a:ext uri="{FF2B5EF4-FFF2-40B4-BE49-F238E27FC236}">
                <a16:creationId xmlns:a16="http://schemas.microsoft.com/office/drawing/2014/main" id="{96F704E8-9A66-E8EC-5052-0B0835106673}"/>
              </a:ext>
            </a:extLst>
          </p:cNvPr>
          <p:cNvSpPr/>
          <p:nvPr/>
        </p:nvSpPr>
        <p:spPr>
          <a:xfrm>
            <a:off x="4428172" y="315599"/>
            <a:ext cx="33655" cy="3365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93" name="直接连接符 592">
            <a:extLst>
              <a:ext uri="{FF2B5EF4-FFF2-40B4-BE49-F238E27FC236}">
                <a16:creationId xmlns:a16="http://schemas.microsoft.com/office/drawing/2014/main" id="{9FC8F2FC-318D-DA59-18E0-DAC9C00E24F7}"/>
              </a:ext>
            </a:extLst>
          </p:cNvPr>
          <p:cNvCxnSpPr/>
          <p:nvPr/>
        </p:nvCxnSpPr>
        <p:spPr>
          <a:xfrm flipV="1">
            <a:off x="1206500" y="43876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直接连接符 593">
            <a:extLst>
              <a:ext uri="{FF2B5EF4-FFF2-40B4-BE49-F238E27FC236}">
                <a16:creationId xmlns:a16="http://schemas.microsoft.com/office/drawing/2014/main" id="{1E0C2258-D9A1-6DF0-42B8-CE0CDB1E9399}"/>
              </a:ext>
            </a:extLst>
          </p:cNvPr>
          <p:cNvCxnSpPr/>
          <p:nvPr/>
        </p:nvCxnSpPr>
        <p:spPr>
          <a:xfrm flipV="1">
            <a:off x="1274522" y="43003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965ACA04-5EA1-2725-D598-C7F47E7830E8}"/>
              </a:ext>
            </a:extLst>
          </p:cNvPr>
          <p:cNvCxnSpPr/>
          <p:nvPr/>
        </p:nvCxnSpPr>
        <p:spPr>
          <a:xfrm>
            <a:off x="1319870" y="43003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直接连接符 595">
            <a:extLst>
              <a:ext uri="{FF2B5EF4-FFF2-40B4-BE49-F238E27FC236}">
                <a16:creationId xmlns:a16="http://schemas.microsoft.com/office/drawing/2014/main" id="{A669BF42-E647-9F17-E232-2A84A4FFC92A}"/>
              </a:ext>
            </a:extLst>
          </p:cNvPr>
          <p:cNvCxnSpPr/>
          <p:nvPr/>
        </p:nvCxnSpPr>
        <p:spPr>
          <a:xfrm flipV="1">
            <a:off x="1342544" y="42130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7" name="直接连接符 596">
            <a:extLst>
              <a:ext uri="{FF2B5EF4-FFF2-40B4-BE49-F238E27FC236}">
                <a16:creationId xmlns:a16="http://schemas.microsoft.com/office/drawing/2014/main" id="{EA0B6C1B-F8A5-D3DD-AAC4-96F1C9E908F5}"/>
              </a:ext>
            </a:extLst>
          </p:cNvPr>
          <p:cNvCxnSpPr/>
          <p:nvPr/>
        </p:nvCxnSpPr>
        <p:spPr>
          <a:xfrm>
            <a:off x="1387892" y="42130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C3A93549-BCC8-92CC-E318-0CCF66D16ED3}"/>
              </a:ext>
            </a:extLst>
          </p:cNvPr>
          <p:cNvCxnSpPr/>
          <p:nvPr/>
        </p:nvCxnSpPr>
        <p:spPr>
          <a:xfrm flipV="1">
            <a:off x="1410566" y="41257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直接连接符 598">
            <a:extLst>
              <a:ext uri="{FF2B5EF4-FFF2-40B4-BE49-F238E27FC236}">
                <a16:creationId xmlns:a16="http://schemas.microsoft.com/office/drawing/2014/main" id="{695D6EF6-44BB-4B81-69B6-84D87FC26B70}"/>
              </a:ext>
            </a:extLst>
          </p:cNvPr>
          <p:cNvCxnSpPr/>
          <p:nvPr/>
        </p:nvCxnSpPr>
        <p:spPr>
          <a:xfrm flipV="1">
            <a:off x="1455914" y="41257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直接连接符 599">
            <a:extLst>
              <a:ext uri="{FF2B5EF4-FFF2-40B4-BE49-F238E27FC236}">
                <a16:creationId xmlns:a16="http://schemas.microsoft.com/office/drawing/2014/main" id="{C0FB108B-53AA-D9C4-0759-496492148048}"/>
              </a:ext>
            </a:extLst>
          </p:cNvPr>
          <p:cNvCxnSpPr/>
          <p:nvPr/>
        </p:nvCxnSpPr>
        <p:spPr>
          <a:xfrm flipV="1">
            <a:off x="1478588" y="403842"/>
            <a:ext cx="45348" cy="582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88438E6D-CE28-B74F-818C-52C052966330}"/>
              </a:ext>
            </a:extLst>
          </p:cNvPr>
          <p:cNvCxnSpPr/>
          <p:nvPr/>
        </p:nvCxnSpPr>
        <p:spPr>
          <a:xfrm flipV="1">
            <a:off x="1546610" y="398401"/>
            <a:ext cx="19723" cy="2531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直接连接符 601">
            <a:extLst>
              <a:ext uri="{FF2B5EF4-FFF2-40B4-BE49-F238E27FC236}">
                <a16:creationId xmlns:a16="http://schemas.microsoft.com/office/drawing/2014/main" id="{5407DDC3-F8FE-179C-81D3-74C6F9BAE7DD}"/>
              </a:ext>
            </a:extLst>
          </p:cNvPr>
          <p:cNvCxnSpPr/>
          <p:nvPr/>
        </p:nvCxnSpPr>
        <p:spPr>
          <a:xfrm flipV="1">
            <a:off x="1566333" y="396042"/>
            <a:ext cx="25728" cy="235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直接连接符 602">
            <a:extLst>
              <a:ext uri="{FF2B5EF4-FFF2-40B4-BE49-F238E27FC236}">
                <a16:creationId xmlns:a16="http://schemas.microsoft.com/office/drawing/2014/main" id="{4333F994-55F1-F766-7E16-EAAF6788605A}"/>
              </a:ext>
            </a:extLst>
          </p:cNvPr>
          <p:cNvCxnSpPr/>
          <p:nvPr/>
        </p:nvCxnSpPr>
        <p:spPr>
          <a:xfrm flipV="1">
            <a:off x="1592061" y="396042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61764FA-A386-E28A-E37C-84652F52A3DF}"/>
              </a:ext>
            </a:extLst>
          </p:cNvPr>
          <p:cNvCxnSpPr/>
          <p:nvPr/>
        </p:nvCxnSpPr>
        <p:spPr>
          <a:xfrm flipV="1">
            <a:off x="1614825" y="389781"/>
            <a:ext cx="45529" cy="417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直接连接符 604">
            <a:extLst>
              <a:ext uri="{FF2B5EF4-FFF2-40B4-BE49-F238E27FC236}">
                <a16:creationId xmlns:a16="http://schemas.microsoft.com/office/drawing/2014/main" id="{A4834041-C48B-9E66-E329-96CE2503F407}"/>
              </a:ext>
            </a:extLst>
          </p:cNvPr>
          <p:cNvCxnSpPr/>
          <p:nvPr/>
        </p:nvCxnSpPr>
        <p:spPr>
          <a:xfrm flipV="1">
            <a:off x="1660354" y="38978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6" name="直接连接符 605">
            <a:extLst>
              <a:ext uri="{FF2B5EF4-FFF2-40B4-BE49-F238E27FC236}">
                <a16:creationId xmlns:a16="http://schemas.microsoft.com/office/drawing/2014/main" id="{1AC6F53D-04FB-1BB7-E5DC-FC9F8DE4035B}"/>
              </a:ext>
            </a:extLst>
          </p:cNvPr>
          <p:cNvCxnSpPr/>
          <p:nvPr/>
        </p:nvCxnSpPr>
        <p:spPr>
          <a:xfrm flipV="1">
            <a:off x="1683119" y="383521"/>
            <a:ext cx="45529" cy="417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0446BB77-5603-9D32-D449-E502BEDB8B6C}"/>
              </a:ext>
            </a:extLst>
          </p:cNvPr>
          <p:cNvCxnSpPr/>
          <p:nvPr/>
        </p:nvCxnSpPr>
        <p:spPr>
          <a:xfrm>
            <a:off x="1728648" y="383521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直接连接符 607">
            <a:extLst>
              <a:ext uri="{FF2B5EF4-FFF2-40B4-BE49-F238E27FC236}">
                <a16:creationId xmlns:a16="http://schemas.microsoft.com/office/drawing/2014/main" id="{3EF70959-0657-B796-817F-8C7D4B89C647}"/>
              </a:ext>
            </a:extLst>
          </p:cNvPr>
          <p:cNvCxnSpPr/>
          <p:nvPr/>
        </p:nvCxnSpPr>
        <p:spPr>
          <a:xfrm flipV="1">
            <a:off x="1751412" y="377260"/>
            <a:ext cx="45530" cy="417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直接连接符 608">
            <a:extLst>
              <a:ext uri="{FF2B5EF4-FFF2-40B4-BE49-F238E27FC236}">
                <a16:creationId xmlns:a16="http://schemas.microsoft.com/office/drawing/2014/main" id="{C63D1F18-429B-5593-A8EF-2063DE4B5267}"/>
              </a:ext>
            </a:extLst>
          </p:cNvPr>
          <p:cNvCxnSpPr/>
          <p:nvPr/>
        </p:nvCxnSpPr>
        <p:spPr>
          <a:xfrm>
            <a:off x="1796942" y="377260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CC8735A6-1C0E-9696-9474-843B6D19ABB4}"/>
              </a:ext>
            </a:extLst>
          </p:cNvPr>
          <p:cNvCxnSpPr/>
          <p:nvPr/>
        </p:nvCxnSpPr>
        <p:spPr>
          <a:xfrm flipV="1">
            <a:off x="1819706" y="370999"/>
            <a:ext cx="45529" cy="4174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7C64328D-EA37-7BFD-72A1-104FF5C73E01}"/>
              </a:ext>
            </a:extLst>
          </p:cNvPr>
          <p:cNvCxnSpPr/>
          <p:nvPr/>
        </p:nvCxnSpPr>
        <p:spPr>
          <a:xfrm>
            <a:off x="1865235" y="370999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直接连接符 611">
            <a:extLst>
              <a:ext uri="{FF2B5EF4-FFF2-40B4-BE49-F238E27FC236}">
                <a16:creationId xmlns:a16="http://schemas.microsoft.com/office/drawing/2014/main" id="{9497746C-539E-C141-D09E-874E760137F5}"/>
              </a:ext>
            </a:extLst>
          </p:cNvPr>
          <p:cNvCxnSpPr/>
          <p:nvPr/>
        </p:nvCxnSpPr>
        <p:spPr>
          <a:xfrm flipV="1">
            <a:off x="1888000" y="365414"/>
            <a:ext cx="38167" cy="3499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6FE016B2-D962-5325-3ED9-002DA3E6C95B}"/>
              </a:ext>
            </a:extLst>
          </p:cNvPr>
          <p:cNvCxnSpPr/>
          <p:nvPr/>
        </p:nvCxnSpPr>
        <p:spPr>
          <a:xfrm>
            <a:off x="1926167" y="365414"/>
            <a:ext cx="739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EA9E36D9-5D19-735A-4AF8-E63495BF416C}"/>
              </a:ext>
            </a:extLst>
          </p:cNvPr>
          <p:cNvCxnSpPr/>
          <p:nvPr/>
        </p:nvCxnSpPr>
        <p:spPr>
          <a:xfrm>
            <a:off x="193356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直接连接符 614">
            <a:extLst>
              <a:ext uri="{FF2B5EF4-FFF2-40B4-BE49-F238E27FC236}">
                <a16:creationId xmlns:a16="http://schemas.microsoft.com/office/drawing/2014/main" id="{2EA3FD63-18A0-CB57-C974-22B7FC7ED766}"/>
              </a:ext>
            </a:extLst>
          </p:cNvPr>
          <p:cNvCxnSpPr/>
          <p:nvPr/>
        </p:nvCxnSpPr>
        <p:spPr>
          <a:xfrm>
            <a:off x="19564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61FCD09B-776C-BFD0-883A-E954D6DA08A7}"/>
              </a:ext>
            </a:extLst>
          </p:cNvPr>
          <p:cNvCxnSpPr/>
          <p:nvPr/>
        </p:nvCxnSpPr>
        <p:spPr>
          <a:xfrm>
            <a:off x="20021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直接连接符 616">
            <a:extLst>
              <a:ext uri="{FF2B5EF4-FFF2-40B4-BE49-F238E27FC236}">
                <a16:creationId xmlns:a16="http://schemas.microsoft.com/office/drawing/2014/main" id="{D4096A55-889F-E000-E4B0-BEB7CDBAE32C}"/>
              </a:ext>
            </a:extLst>
          </p:cNvPr>
          <p:cNvCxnSpPr/>
          <p:nvPr/>
        </p:nvCxnSpPr>
        <p:spPr>
          <a:xfrm>
            <a:off x="20250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直接连接符 617">
            <a:extLst>
              <a:ext uri="{FF2B5EF4-FFF2-40B4-BE49-F238E27FC236}">
                <a16:creationId xmlns:a16="http://schemas.microsoft.com/office/drawing/2014/main" id="{F42DA782-FDCF-8833-0DE8-7B03D519BF8D}"/>
              </a:ext>
            </a:extLst>
          </p:cNvPr>
          <p:cNvCxnSpPr/>
          <p:nvPr/>
        </p:nvCxnSpPr>
        <p:spPr>
          <a:xfrm>
            <a:off x="20935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直接连接符 618">
            <a:extLst>
              <a:ext uri="{FF2B5EF4-FFF2-40B4-BE49-F238E27FC236}">
                <a16:creationId xmlns:a16="http://schemas.microsoft.com/office/drawing/2014/main" id="{FB25F24E-359D-0CDA-3F67-3030D8628C07}"/>
              </a:ext>
            </a:extLst>
          </p:cNvPr>
          <p:cNvCxnSpPr/>
          <p:nvPr/>
        </p:nvCxnSpPr>
        <p:spPr>
          <a:xfrm>
            <a:off x="21621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984F604-2873-C0F1-1275-CD1F66ACF333}"/>
              </a:ext>
            </a:extLst>
          </p:cNvPr>
          <p:cNvCxnSpPr/>
          <p:nvPr/>
        </p:nvCxnSpPr>
        <p:spPr>
          <a:xfrm>
            <a:off x="220788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直接连接符 620">
            <a:extLst>
              <a:ext uri="{FF2B5EF4-FFF2-40B4-BE49-F238E27FC236}">
                <a16:creationId xmlns:a16="http://schemas.microsoft.com/office/drawing/2014/main" id="{C41F5F34-C623-06CF-85E7-82DB58FB34B9}"/>
              </a:ext>
            </a:extLst>
          </p:cNvPr>
          <p:cNvCxnSpPr/>
          <p:nvPr/>
        </p:nvCxnSpPr>
        <p:spPr>
          <a:xfrm>
            <a:off x="22307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直接连接符 621">
            <a:extLst>
              <a:ext uri="{FF2B5EF4-FFF2-40B4-BE49-F238E27FC236}">
                <a16:creationId xmlns:a16="http://schemas.microsoft.com/office/drawing/2014/main" id="{90138AE5-84AB-2780-C02B-17C3D976D52A}"/>
              </a:ext>
            </a:extLst>
          </p:cNvPr>
          <p:cNvCxnSpPr/>
          <p:nvPr/>
        </p:nvCxnSpPr>
        <p:spPr>
          <a:xfrm>
            <a:off x="22993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324756C-D224-9050-D041-018F2744C3FD}"/>
              </a:ext>
            </a:extLst>
          </p:cNvPr>
          <p:cNvCxnSpPr/>
          <p:nvPr/>
        </p:nvCxnSpPr>
        <p:spPr>
          <a:xfrm>
            <a:off x="23450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直接连接符 623">
            <a:extLst>
              <a:ext uri="{FF2B5EF4-FFF2-40B4-BE49-F238E27FC236}">
                <a16:creationId xmlns:a16="http://schemas.microsoft.com/office/drawing/2014/main" id="{62A6D2D1-2863-D0D5-104A-E04A9D309A95}"/>
              </a:ext>
            </a:extLst>
          </p:cNvPr>
          <p:cNvCxnSpPr/>
          <p:nvPr/>
        </p:nvCxnSpPr>
        <p:spPr>
          <a:xfrm>
            <a:off x="23679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5" name="直接连接符 624">
            <a:extLst>
              <a:ext uri="{FF2B5EF4-FFF2-40B4-BE49-F238E27FC236}">
                <a16:creationId xmlns:a16="http://schemas.microsoft.com/office/drawing/2014/main" id="{D29AB333-C14A-5D33-4180-5807EACEAFC0}"/>
              </a:ext>
            </a:extLst>
          </p:cNvPr>
          <p:cNvCxnSpPr/>
          <p:nvPr/>
        </p:nvCxnSpPr>
        <p:spPr>
          <a:xfrm>
            <a:off x="24136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9F595330-4715-11FB-B1B6-59113D529846}"/>
              </a:ext>
            </a:extLst>
          </p:cNvPr>
          <p:cNvCxnSpPr/>
          <p:nvPr/>
        </p:nvCxnSpPr>
        <p:spPr>
          <a:xfrm>
            <a:off x="24364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7" name="直接连接符 626">
            <a:extLst>
              <a:ext uri="{FF2B5EF4-FFF2-40B4-BE49-F238E27FC236}">
                <a16:creationId xmlns:a16="http://schemas.microsoft.com/office/drawing/2014/main" id="{F7A97925-3F76-DB3A-D374-FCE5889B7290}"/>
              </a:ext>
            </a:extLst>
          </p:cNvPr>
          <p:cNvCxnSpPr/>
          <p:nvPr/>
        </p:nvCxnSpPr>
        <p:spPr>
          <a:xfrm>
            <a:off x="25050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" name="直接连接符 627">
            <a:extLst>
              <a:ext uri="{FF2B5EF4-FFF2-40B4-BE49-F238E27FC236}">
                <a16:creationId xmlns:a16="http://schemas.microsoft.com/office/drawing/2014/main" id="{179EF80A-562F-FF8B-281D-53D990F11D6B}"/>
              </a:ext>
            </a:extLst>
          </p:cNvPr>
          <p:cNvCxnSpPr/>
          <p:nvPr/>
        </p:nvCxnSpPr>
        <p:spPr>
          <a:xfrm>
            <a:off x="255078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AC2E4C44-8ECD-BD1D-BA56-733F078586C3}"/>
              </a:ext>
            </a:extLst>
          </p:cNvPr>
          <p:cNvCxnSpPr/>
          <p:nvPr/>
        </p:nvCxnSpPr>
        <p:spPr>
          <a:xfrm>
            <a:off x="25736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直接连接符 629">
            <a:extLst>
              <a:ext uri="{FF2B5EF4-FFF2-40B4-BE49-F238E27FC236}">
                <a16:creationId xmlns:a16="http://schemas.microsoft.com/office/drawing/2014/main" id="{245F45A4-7F71-12A8-7B2F-A87BA7D98B2D}"/>
              </a:ext>
            </a:extLst>
          </p:cNvPr>
          <p:cNvCxnSpPr/>
          <p:nvPr/>
        </p:nvCxnSpPr>
        <p:spPr>
          <a:xfrm>
            <a:off x="2642220" y="365414"/>
            <a:ext cx="361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1" name="直接连接符 630">
            <a:extLst>
              <a:ext uri="{FF2B5EF4-FFF2-40B4-BE49-F238E27FC236}">
                <a16:creationId xmlns:a16="http://schemas.microsoft.com/office/drawing/2014/main" id="{29D223D4-DDE4-F56F-9D32-DD7981CA2272}"/>
              </a:ext>
            </a:extLst>
          </p:cNvPr>
          <p:cNvCxnSpPr/>
          <p:nvPr/>
        </p:nvCxnSpPr>
        <p:spPr>
          <a:xfrm>
            <a:off x="2645833" y="365414"/>
            <a:ext cx="42107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直接连接符 631">
            <a:extLst>
              <a:ext uri="{FF2B5EF4-FFF2-40B4-BE49-F238E27FC236}">
                <a16:creationId xmlns:a16="http://schemas.microsoft.com/office/drawing/2014/main" id="{1285D8D6-E35D-F8AF-EE28-61BC46C4EC88}"/>
              </a:ext>
            </a:extLst>
          </p:cNvPr>
          <p:cNvCxnSpPr/>
          <p:nvPr/>
        </p:nvCxnSpPr>
        <p:spPr>
          <a:xfrm>
            <a:off x="27108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494D94AC-F86D-A503-B28A-7AD49303A0C1}"/>
              </a:ext>
            </a:extLst>
          </p:cNvPr>
          <p:cNvCxnSpPr/>
          <p:nvPr/>
        </p:nvCxnSpPr>
        <p:spPr>
          <a:xfrm>
            <a:off x="27565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直接连接符 633">
            <a:extLst>
              <a:ext uri="{FF2B5EF4-FFF2-40B4-BE49-F238E27FC236}">
                <a16:creationId xmlns:a16="http://schemas.microsoft.com/office/drawing/2014/main" id="{05A566D7-0A94-A01E-8F5B-C1E683BEFEF5}"/>
              </a:ext>
            </a:extLst>
          </p:cNvPr>
          <p:cNvCxnSpPr/>
          <p:nvPr/>
        </p:nvCxnSpPr>
        <p:spPr>
          <a:xfrm>
            <a:off x="27793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直接连接符 634">
            <a:extLst>
              <a:ext uri="{FF2B5EF4-FFF2-40B4-BE49-F238E27FC236}">
                <a16:creationId xmlns:a16="http://schemas.microsoft.com/office/drawing/2014/main" id="{3DBF99C3-C1A3-DBEA-4DF7-588F679F8335}"/>
              </a:ext>
            </a:extLst>
          </p:cNvPr>
          <p:cNvCxnSpPr/>
          <p:nvPr/>
        </p:nvCxnSpPr>
        <p:spPr>
          <a:xfrm>
            <a:off x="28479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599B2466-7DC6-83B6-8670-3EC90C41691D}"/>
              </a:ext>
            </a:extLst>
          </p:cNvPr>
          <p:cNvCxnSpPr/>
          <p:nvPr/>
        </p:nvCxnSpPr>
        <p:spPr>
          <a:xfrm>
            <a:off x="29165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直接连接符 636">
            <a:extLst>
              <a:ext uri="{FF2B5EF4-FFF2-40B4-BE49-F238E27FC236}">
                <a16:creationId xmlns:a16="http://schemas.microsoft.com/office/drawing/2014/main" id="{D7A6FF4C-87F7-5DC6-CC19-E08C040791F4}"/>
              </a:ext>
            </a:extLst>
          </p:cNvPr>
          <p:cNvCxnSpPr/>
          <p:nvPr/>
        </p:nvCxnSpPr>
        <p:spPr>
          <a:xfrm>
            <a:off x="2985120" y="365414"/>
            <a:ext cx="20547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直接连接符 637">
            <a:extLst>
              <a:ext uri="{FF2B5EF4-FFF2-40B4-BE49-F238E27FC236}">
                <a16:creationId xmlns:a16="http://schemas.microsoft.com/office/drawing/2014/main" id="{9CD5AFEA-0295-40D4-1AE0-D8EB1012158E}"/>
              </a:ext>
            </a:extLst>
          </p:cNvPr>
          <p:cNvCxnSpPr/>
          <p:nvPr/>
        </p:nvCxnSpPr>
        <p:spPr>
          <a:xfrm>
            <a:off x="3005667" y="365414"/>
            <a:ext cx="2517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5FDD693B-65B8-7263-71A5-1E6BA7DEB6EE}"/>
              </a:ext>
            </a:extLst>
          </p:cNvPr>
          <p:cNvCxnSpPr/>
          <p:nvPr/>
        </p:nvCxnSpPr>
        <p:spPr>
          <a:xfrm>
            <a:off x="30308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直接连接符 639">
            <a:extLst>
              <a:ext uri="{FF2B5EF4-FFF2-40B4-BE49-F238E27FC236}">
                <a16:creationId xmlns:a16="http://schemas.microsoft.com/office/drawing/2014/main" id="{DAE89B39-9543-282E-893F-AB4918DED154}"/>
              </a:ext>
            </a:extLst>
          </p:cNvPr>
          <p:cNvCxnSpPr/>
          <p:nvPr/>
        </p:nvCxnSpPr>
        <p:spPr>
          <a:xfrm>
            <a:off x="30537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直接连接符 640">
            <a:extLst>
              <a:ext uri="{FF2B5EF4-FFF2-40B4-BE49-F238E27FC236}">
                <a16:creationId xmlns:a16="http://schemas.microsoft.com/office/drawing/2014/main" id="{EC5208D7-11FC-D224-873A-EC4FA2003697}"/>
              </a:ext>
            </a:extLst>
          </p:cNvPr>
          <p:cNvCxnSpPr/>
          <p:nvPr/>
        </p:nvCxnSpPr>
        <p:spPr>
          <a:xfrm>
            <a:off x="30994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77CBA0B6-3488-5ADD-2BF1-7DB113300132}"/>
              </a:ext>
            </a:extLst>
          </p:cNvPr>
          <p:cNvCxnSpPr/>
          <p:nvPr/>
        </p:nvCxnSpPr>
        <p:spPr>
          <a:xfrm>
            <a:off x="31222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直接连接符 642">
            <a:extLst>
              <a:ext uri="{FF2B5EF4-FFF2-40B4-BE49-F238E27FC236}">
                <a16:creationId xmlns:a16="http://schemas.microsoft.com/office/drawing/2014/main" id="{638AEF3D-A189-BBDC-0A58-44791EFD5882}"/>
              </a:ext>
            </a:extLst>
          </p:cNvPr>
          <p:cNvCxnSpPr/>
          <p:nvPr/>
        </p:nvCxnSpPr>
        <p:spPr>
          <a:xfrm>
            <a:off x="31908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直接连接符 643">
            <a:extLst>
              <a:ext uri="{FF2B5EF4-FFF2-40B4-BE49-F238E27FC236}">
                <a16:creationId xmlns:a16="http://schemas.microsoft.com/office/drawing/2014/main" id="{5FC8B8A3-CFF0-5EA3-B76D-989A4E4AC700}"/>
              </a:ext>
            </a:extLst>
          </p:cNvPr>
          <p:cNvCxnSpPr/>
          <p:nvPr/>
        </p:nvCxnSpPr>
        <p:spPr>
          <a:xfrm>
            <a:off x="32594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7360A393-D263-82C5-BCD3-89F3BC120377}"/>
              </a:ext>
            </a:extLst>
          </p:cNvPr>
          <p:cNvCxnSpPr/>
          <p:nvPr/>
        </p:nvCxnSpPr>
        <p:spPr>
          <a:xfrm>
            <a:off x="3328020" y="365414"/>
            <a:ext cx="3748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直接连接符 645">
            <a:extLst>
              <a:ext uri="{FF2B5EF4-FFF2-40B4-BE49-F238E27FC236}">
                <a16:creationId xmlns:a16="http://schemas.microsoft.com/office/drawing/2014/main" id="{B48DC5E6-5E68-91CC-4B06-9D3C0D69C8F2}"/>
              </a:ext>
            </a:extLst>
          </p:cNvPr>
          <p:cNvCxnSpPr/>
          <p:nvPr/>
        </p:nvCxnSpPr>
        <p:spPr>
          <a:xfrm>
            <a:off x="3365500" y="365414"/>
            <a:ext cx="824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直接连接符 646">
            <a:extLst>
              <a:ext uri="{FF2B5EF4-FFF2-40B4-BE49-F238E27FC236}">
                <a16:creationId xmlns:a16="http://schemas.microsoft.com/office/drawing/2014/main" id="{DDDC64EA-31AA-F0CB-DD76-741CA0CCFF18}"/>
              </a:ext>
            </a:extLst>
          </p:cNvPr>
          <p:cNvCxnSpPr/>
          <p:nvPr/>
        </p:nvCxnSpPr>
        <p:spPr>
          <a:xfrm>
            <a:off x="33737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276FDCE0-8C6F-4B56-D93F-4BAD4F6025BB}"/>
              </a:ext>
            </a:extLst>
          </p:cNvPr>
          <p:cNvCxnSpPr/>
          <p:nvPr/>
        </p:nvCxnSpPr>
        <p:spPr>
          <a:xfrm>
            <a:off x="33966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直接连接符 648">
            <a:extLst>
              <a:ext uri="{FF2B5EF4-FFF2-40B4-BE49-F238E27FC236}">
                <a16:creationId xmlns:a16="http://schemas.microsoft.com/office/drawing/2014/main" id="{045FA088-3F04-E2AA-E8D5-EA57CC22F2B4}"/>
              </a:ext>
            </a:extLst>
          </p:cNvPr>
          <p:cNvCxnSpPr/>
          <p:nvPr/>
        </p:nvCxnSpPr>
        <p:spPr>
          <a:xfrm>
            <a:off x="34651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直接连接符 649">
            <a:extLst>
              <a:ext uri="{FF2B5EF4-FFF2-40B4-BE49-F238E27FC236}">
                <a16:creationId xmlns:a16="http://schemas.microsoft.com/office/drawing/2014/main" id="{00CF481C-1836-EAF8-8D0B-3E4F66120523}"/>
              </a:ext>
            </a:extLst>
          </p:cNvPr>
          <p:cNvCxnSpPr/>
          <p:nvPr/>
        </p:nvCxnSpPr>
        <p:spPr>
          <a:xfrm>
            <a:off x="351090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ACD0CB92-010E-6135-44D8-7B3DE3B44763}"/>
              </a:ext>
            </a:extLst>
          </p:cNvPr>
          <p:cNvCxnSpPr/>
          <p:nvPr/>
        </p:nvCxnSpPr>
        <p:spPr>
          <a:xfrm>
            <a:off x="35337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直接连接符 651">
            <a:extLst>
              <a:ext uri="{FF2B5EF4-FFF2-40B4-BE49-F238E27FC236}">
                <a16:creationId xmlns:a16="http://schemas.microsoft.com/office/drawing/2014/main" id="{36DDDBF7-E6BB-2C76-0803-0ED2B8F9D23C}"/>
              </a:ext>
            </a:extLst>
          </p:cNvPr>
          <p:cNvCxnSpPr/>
          <p:nvPr/>
        </p:nvCxnSpPr>
        <p:spPr>
          <a:xfrm>
            <a:off x="357948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直接连接符 652">
            <a:extLst>
              <a:ext uri="{FF2B5EF4-FFF2-40B4-BE49-F238E27FC236}">
                <a16:creationId xmlns:a16="http://schemas.microsoft.com/office/drawing/2014/main" id="{4A271ACF-5189-7450-2975-1E5396F9D460}"/>
              </a:ext>
            </a:extLst>
          </p:cNvPr>
          <p:cNvCxnSpPr/>
          <p:nvPr/>
        </p:nvCxnSpPr>
        <p:spPr>
          <a:xfrm>
            <a:off x="36023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直接连接符 653">
            <a:extLst>
              <a:ext uri="{FF2B5EF4-FFF2-40B4-BE49-F238E27FC236}">
                <a16:creationId xmlns:a16="http://schemas.microsoft.com/office/drawing/2014/main" id="{079CD208-7930-9081-2B11-64E2B1B5CA3C}"/>
              </a:ext>
            </a:extLst>
          </p:cNvPr>
          <p:cNvCxnSpPr/>
          <p:nvPr/>
        </p:nvCxnSpPr>
        <p:spPr>
          <a:xfrm>
            <a:off x="364806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直接连接符 654">
            <a:extLst>
              <a:ext uri="{FF2B5EF4-FFF2-40B4-BE49-F238E27FC236}">
                <a16:creationId xmlns:a16="http://schemas.microsoft.com/office/drawing/2014/main" id="{ADDFFD10-95BA-335C-E0FE-0518EA9C3D69}"/>
              </a:ext>
            </a:extLst>
          </p:cNvPr>
          <p:cNvCxnSpPr/>
          <p:nvPr/>
        </p:nvCxnSpPr>
        <p:spPr>
          <a:xfrm>
            <a:off x="36709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直接连接符 655">
            <a:extLst>
              <a:ext uri="{FF2B5EF4-FFF2-40B4-BE49-F238E27FC236}">
                <a16:creationId xmlns:a16="http://schemas.microsoft.com/office/drawing/2014/main" id="{87FAD094-D33B-CC0F-2967-6123EEF5F95E}"/>
              </a:ext>
            </a:extLst>
          </p:cNvPr>
          <p:cNvCxnSpPr/>
          <p:nvPr/>
        </p:nvCxnSpPr>
        <p:spPr>
          <a:xfrm>
            <a:off x="37166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直接连接符 656">
            <a:extLst>
              <a:ext uri="{FF2B5EF4-FFF2-40B4-BE49-F238E27FC236}">
                <a16:creationId xmlns:a16="http://schemas.microsoft.com/office/drawing/2014/main" id="{960BD813-C5F5-D923-B3CE-50452136AAB8}"/>
              </a:ext>
            </a:extLst>
          </p:cNvPr>
          <p:cNvCxnSpPr/>
          <p:nvPr/>
        </p:nvCxnSpPr>
        <p:spPr>
          <a:xfrm>
            <a:off x="373950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直接连接符 657">
            <a:extLst>
              <a:ext uri="{FF2B5EF4-FFF2-40B4-BE49-F238E27FC236}">
                <a16:creationId xmlns:a16="http://schemas.microsoft.com/office/drawing/2014/main" id="{8D768606-BF78-E9A0-6D2D-4F2FAAE7FDA1}"/>
              </a:ext>
            </a:extLst>
          </p:cNvPr>
          <p:cNvCxnSpPr/>
          <p:nvPr/>
        </p:nvCxnSpPr>
        <p:spPr>
          <a:xfrm>
            <a:off x="37852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直接连接符 658">
            <a:extLst>
              <a:ext uri="{FF2B5EF4-FFF2-40B4-BE49-F238E27FC236}">
                <a16:creationId xmlns:a16="http://schemas.microsoft.com/office/drawing/2014/main" id="{4026D755-24ED-AD94-5C5E-13B72F2CFCE2}"/>
              </a:ext>
            </a:extLst>
          </p:cNvPr>
          <p:cNvCxnSpPr/>
          <p:nvPr/>
        </p:nvCxnSpPr>
        <p:spPr>
          <a:xfrm>
            <a:off x="38080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直接连接符 659">
            <a:extLst>
              <a:ext uri="{FF2B5EF4-FFF2-40B4-BE49-F238E27FC236}">
                <a16:creationId xmlns:a16="http://schemas.microsoft.com/office/drawing/2014/main" id="{5B629286-8313-163E-478E-A996301F79C7}"/>
              </a:ext>
            </a:extLst>
          </p:cNvPr>
          <p:cNvCxnSpPr/>
          <p:nvPr/>
        </p:nvCxnSpPr>
        <p:spPr>
          <a:xfrm>
            <a:off x="385380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直接连接符 660">
            <a:extLst>
              <a:ext uri="{FF2B5EF4-FFF2-40B4-BE49-F238E27FC236}">
                <a16:creationId xmlns:a16="http://schemas.microsoft.com/office/drawing/2014/main" id="{1A79E0FD-7DBE-C5DB-5EBD-9AABE279BF9A}"/>
              </a:ext>
            </a:extLst>
          </p:cNvPr>
          <p:cNvCxnSpPr/>
          <p:nvPr/>
        </p:nvCxnSpPr>
        <p:spPr>
          <a:xfrm>
            <a:off x="38766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直接连接符 661">
            <a:extLst>
              <a:ext uri="{FF2B5EF4-FFF2-40B4-BE49-F238E27FC236}">
                <a16:creationId xmlns:a16="http://schemas.microsoft.com/office/drawing/2014/main" id="{B723C54E-1304-7387-792B-D63019678443}"/>
              </a:ext>
            </a:extLst>
          </p:cNvPr>
          <p:cNvCxnSpPr/>
          <p:nvPr/>
        </p:nvCxnSpPr>
        <p:spPr>
          <a:xfrm>
            <a:off x="392238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3" name="直接连接符 662">
            <a:extLst>
              <a:ext uri="{FF2B5EF4-FFF2-40B4-BE49-F238E27FC236}">
                <a16:creationId xmlns:a16="http://schemas.microsoft.com/office/drawing/2014/main" id="{B2F9BF5A-9CE6-FCC9-8C08-175A428D798D}"/>
              </a:ext>
            </a:extLst>
          </p:cNvPr>
          <p:cNvCxnSpPr/>
          <p:nvPr/>
        </p:nvCxnSpPr>
        <p:spPr>
          <a:xfrm>
            <a:off x="39452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4" name="直接连接符 663">
            <a:extLst>
              <a:ext uri="{FF2B5EF4-FFF2-40B4-BE49-F238E27FC236}">
                <a16:creationId xmlns:a16="http://schemas.microsoft.com/office/drawing/2014/main" id="{409CF718-2C42-AAFC-2B80-5E0FD4D63108}"/>
              </a:ext>
            </a:extLst>
          </p:cNvPr>
          <p:cNvCxnSpPr/>
          <p:nvPr/>
        </p:nvCxnSpPr>
        <p:spPr>
          <a:xfrm>
            <a:off x="40138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5" name="直接连接符 664">
            <a:extLst>
              <a:ext uri="{FF2B5EF4-FFF2-40B4-BE49-F238E27FC236}">
                <a16:creationId xmlns:a16="http://schemas.microsoft.com/office/drawing/2014/main" id="{35BB6229-C1C7-6261-A592-57AE0BADDC97}"/>
              </a:ext>
            </a:extLst>
          </p:cNvPr>
          <p:cNvCxnSpPr/>
          <p:nvPr/>
        </p:nvCxnSpPr>
        <p:spPr>
          <a:xfrm>
            <a:off x="40595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直接连接符 665">
            <a:extLst>
              <a:ext uri="{FF2B5EF4-FFF2-40B4-BE49-F238E27FC236}">
                <a16:creationId xmlns:a16="http://schemas.microsoft.com/office/drawing/2014/main" id="{3FE0DEFA-6E7E-49FF-E7E6-49C59EEFAB96}"/>
              </a:ext>
            </a:extLst>
          </p:cNvPr>
          <p:cNvCxnSpPr/>
          <p:nvPr/>
        </p:nvCxnSpPr>
        <p:spPr>
          <a:xfrm>
            <a:off x="4082400" y="365414"/>
            <a:ext cx="2767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直接连接符 666">
            <a:extLst>
              <a:ext uri="{FF2B5EF4-FFF2-40B4-BE49-F238E27FC236}">
                <a16:creationId xmlns:a16="http://schemas.microsoft.com/office/drawing/2014/main" id="{201B96CE-AD21-A498-30F0-CF73A0A9F09D}"/>
              </a:ext>
            </a:extLst>
          </p:cNvPr>
          <p:cNvCxnSpPr/>
          <p:nvPr/>
        </p:nvCxnSpPr>
        <p:spPr>
          <a:xfrm>
            <a:off x="4085167" y="365414"/>
            <a:ext cx="42953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直接连接符 667">
            <a:extLst>
              <a:ext uri="{FF2B5EF4-FFF2-40B4-BE49-F238E27FC236}">
                <a16:creationId xmlns:a16="http://schemas.microsoft.com/office/drawing/2014/main" id="{F7ABB329-BF98-3545-8BC2-12684152C575}"/>
              </a:ext>
            </a:extLst>
          </p:cNvPr>
          <p:cNvCxnSpPr/>
          <p:nvPr/>
        </p:nvCxnSpPr>
        <p:spPr>
          <a:xfrm>
            <a:off x="412812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直接连接符 668">
            <a:extLst>
              <a:ext uri="{FF2B5EF4-FFF2-40B4-BE49-F238E27FC236}">
                <a16:creationId xmlns:a16="http://schemas.microsoft.com/office/drawing/2014/main" id="{AC6D96CC-86E1-1E10-A090-E09D2F23BD85}"/>
              </a:ext>
            </a:extLst>
          </p:cNvPr>
          <p:cNvCxnSpPr/>
          <p:nvPr/>
        </p:nvCxnSpPr>
        <p:spPr>
          <a:xfrm>
            <a:off x="415098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直接连接符 669">
            <a:extLst>
              <a:ext uri="{FF2B5EF4-FFF2-40B4-BE49-F238E27FC236}">
                <a16:creationId xmlns:a16="http://schemas.microsoft.com/office/drawing/2014/main" id="{D79059C3-4E79-7835-094E-887B0757FA3C}"/>
              </a:ext>
            </a:extLst>
          </p:cNvPr>
          <p:cNvCxnSpPr/>
          <p:nvPr/>
        </p:nvCxnSpPr>
        <p:spPr>
          <a:xfrm>
            <a:off x="419670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直接连接符 670">
            <a:extLst>
              <a:ext uri="{FF2B5EF4-FFF2-40B4-BE49-F238E27FC236}">
                <a16:creationId xmlns:a16="http://schemas.microsoft.com/office/drawing/2014/main" id="{D809142F-EEB0-BB8A-BB28-32AADEE39BAE}"/>
              </a:ext>
            </a:extLst>
          </p:cNvPr>
          <p:cNvCxnSpPr/>
          <p:nvPr/>
        </p:nvCxnSpPr>
        <p:spPr>
          <a:xfrm>
            <a:off x="421956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2" name="直接连接符 671">
            <a:extLst>
              <a:ext uri="{FF2B5EF4-FFF2-40B4-BE49-F238E27FC236}">
                <a16:creationId xmlns:a16="http://schemas.microsoft.com/office/drawing/2014/main" id="{F5DA6FFE-E830-963A-09F5-D53B97790FB1}"/>
              </a:ext>
            </a:extLst>
          </p:cNvPr>
          <p:cNvCxnSpPr/>
          <p:nvPr/>
        </p:nvCxnSpPr>
        <p:spPr>
          <a:xfrm>
            <a:off x="428814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3" name="直接连接符 672">
            <a:extLst>
              <a:ext uri="{FF2B5EF4-FFF2-40B4-BE49-F238E27FC236}">
                <a16:creationId xmlns:a16="http://schemas.microsoft.com/office/drawing/2014/main" id="{349487F7-3C37-7BFF-079D-6EF547D7472D}"/>
              </a:ext>
            </a:extLst>
          </p:cNvPr>
          <p:cNvCxnSpPr/>
          <p:nvPr/>
        </p:nvCxnSpPr>
        <p:spPr>
          <a:xfrm>
            <a:off x="4356720" y="365414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直接连接符 673">
            <a:extLst>
              <a:ext uri="{FF2B5EF4-FFF2-40B4-BE49-F238E27FC236}">
                <a16:creationId xmlns:a16="http://schemas.microsoft.com/office/drawing/2014/main" id="{3447274E-85E1-7A76-844B-1E25C776CB48}"/>
              </a:ext>
            </a:extLst>
          </p:cNvPr>
          <p:cNvCxnSpPr/>
          <p:nvPr/>
        </p:nvCxnSpPr>
        <p:spPr>
          <a:xfrm>
            <a:off x="4402440" y="365414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5" name="直接连接符 674">
            <a:extLst>
              <a:ext uri="{FF2B5EF4-FFF2-40B4-BE49-F238E27FC236}">
                <a16:creationId xmlns:a16="http://schemas.microsoft.com/office/drawing/2014/main" id="{338A9B5A-945C-8F86-1688-C61AC81C4E36}"/>
              </a:ext>
            </a:extLst>
          </p:cNvPr>
          <p:cNvCxnSpPr/>
          <p:nvPr/>
        </p:nvCxnSpPr>
        <p:spPr>
          <a:xfrm>
            <a:off x="4425300" y="365414"/>
            <a:ext cx="1970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6" name="矩形 675">
            <a:extLst>
              <a:ext uri="{FF2B5EF4-FFF2-40B4-BE49-F238E27FC236}">
                <a16:creationId xmlns:a16="http://schemas.microsoft.com/office/drawing/2014/main" id="{6FB6C83C-6D6F-1F6C-0C9A-4FE546E142B8}"/>
              </a:ext>
            </a:extLst>
          </p:cNvPr>
          <p:cNvSpPr/>
          <p:nvPr/>
        </p:nvSpPr>
        <p:spPr>
          <a:xfrm>
            <a:off x="1189673" y="427755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7" name="矩形 676">
            <a:extLst>
              <a:ext uri="{FF2B5EF4-FFF2-40B4-BE49-F238E27FC236}">
                <a16:creationId xmlns:a16="http://schemas.microsoft.com/office/drawing/2014/main" id="{C85CAD10-2832-8F64-6C91-06390D1B519C}"/>
              </a:ext>
            </a:extLst>
          </p:cNvPr>
          <p:cNvSpPr/>
          <p:nvPr/>
        </p:nvSpPr>
        <p:spPr>
          <a:xfrm>
            <a:off x="1549506" y="381573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8" name="矩形 677">
            <a:extLst>
              <a:ext uri="{FF2B5EF4-FFF2-40B4-BE49-F238E27FC236}">
                <a16:creationId xmlns:a16="http://schemas.microsoft.com/office/drawing/2014/main" id="{A49E0F6B-ADF8-0AE3-C28D-75A154E4B4A2}"/>
              </a:ext>
            </a:extLst>
          </p:cNvPr>
          <p:cNvSpPr/>
          <p:nvPr/>
        </p:nvSpPr>
        <p:spPr>
          <a:xfrm>
            <a:off x="1909339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9" name="矩形 678">
            <a:extLst>
              <a:ext uri="{FF2B5EF4-FFF2-40B4-BE49-F238E27FC236}">
                <a16:creationId xmlns:a16="http://schemas.microsoft.com/office/drawing/2014/main" id="{2BD66AA8-D2A4-E95E-F6E0-BF5EDDB4A938}"/>
              </a:ext>
            </a:extLst>
          </p:cNvPr>
          <p:cNvSpPr/>
          <p:nvPr/>
        </p:nvSpPr>
        <p:spPr>
          <a:xfrm>
            <a:off x="2269173" y="348586"/>
            <a:ext cx="33654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0" name="矩形 679">
            <a:extLst>
              <a:ext uri="{FF2B5EF4-FFF2-40B4-BE49-F238E27FC236}">
                <a16:creationId xmlns:a16="http://schemas.microsoft.com/office/drawing/2014/main" id="{1296B5AA-25AD-FF66-7279-760F2578F668}"/>
              </a:ext>
            </a:extLst>
          </p:cNvPr>
          <p:cNvSpPr/>
          <p:nvPr/>
        </p:nvSpPr>
        <p:spPr>
          <a:xfrm>
            <a:off x="2629006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1" name="矩形 680">
            <a:extLst>
              <a:ext uri="{FF2B5EF4-FFF2-40B4-BE49-F238E27FC236}">
                <a16:creationId xmlns:a16="http://schemas.microsoft.com/office/drawing/2014/main" id="{43481AE7-6531-4E4B-26FC-9C5CCE1294B3}"/>
              </a:ext>
            </a:extLst>
          </p:cNvPr>
          <p:cNvSpPr/>
          <p:nvPr/>
        </p:nvSpPr>
        <p:spPr>
          <a:xfrm>
            <a:off x="2988839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2" name="矩形 681">
            <a:extLst>
              <a:ext uri="{FF2B5EF4-FFF2-40B4-BE49-F238E27FC236}">
                <a16:creationId xmlns:a16="http://schemas.microsoft.com/office/drawing/2014/main" id="{615F37EC-1CF7-4560-31BE-5C9605347052}"/>
              </a:ext>
            </a:extLst>
          </p:cNvPr>
          <p:cNvSpPr/>
          <p:nvPr/>
        </p:nvSpPr>
        <p:spPr>
          <a:xfrm>
            <a:off x="3348672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3" name="矩形 682">
            <a:extLst>
              <a:ext uri="{FF2B5EF4-FFF2-40B4-BE49-F238E27FC236}">
                <a16:creationId xmlns:a16="http://schemas.microsoft.com/office/drawing/2014/main" id="{BD7FC086-6D58-5F32-4F23-4085D7AA4F4C}"/>
              </a:ext>
            </a:extLst>
          </p:cNvPr>
          <p:cNvSpPr/>
          <p:nvPr/>
        </p:nvSpPr>
        <p:spPr>
          <a:xfrm>
            <a:off x="3708506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4" name="矩形 683">
            <a:extLst>
              <a:ext uri="{FF2B5EF4-FFF2-40B4-BE49-F238E27FC236}">
                <a16:creationId xmlns:a16="http://schemas.microsoft.com/office/drawing/2014/main" id="{1CF7350A-B77E-CBDC-4D02-46FBFAFF9A36}"/>
              </a:ext>
            </a:extLst>
          </p:cNvPr>
          <p:cNvSpPr/>
          <p:nvPr/>
        </p:nvSpPr>
        <p:spPr>
          <a:xfrm>
            <a:off x="4068339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5" name="矩形 684">
            <a:extLst>
              <a:ext uri="{FF2B5EF4-FFF2-40B4-BE49-F238E27FC236}">
                <a16:creationId xmlns:a16="http://schemas.microsoft.com/office/drawing/2014/main" id="{09EBFFF7-5601-3EA5-B047-335FDF51C411}"/>
              </a:ext>
            </a:extLst>
          </p:cNvPr>
          <p:cNvSpPr/>
          <p:nvPr/>
        </p:nvSpPr>
        <p:spPr>
          <a:xfrm>
            <a:off x="4428172" y="348586"/>
            <a:ext cx="33655" cy="3365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86" name="直接连接符 685">
            <a:extLst>
              <a:ext uri="{FF2B5EF4-FFF2-40B4-BE49-F238E27FC236}">
                <a16:creationId xmlns:a16="http://schemas.microsoft.com/office/drawing/2014/main" id="{427F7D3B-F51B-9B96-0021-9BF94D70C1CA}"/>
              </a:ext>
            </a:extLst>
          </p:cNvPr>
          <p:cNvCxnSpPr/>
          <p:nvPr/>
        </p:nvCxnSpPr>
        <p:spPr>
          <a:xfrm flipV="1">
            <a:off x="1206500" y="457777"/>
            <a:ext cx="359833" cy="2639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直接连接符 686">
            <a:extLst>
              <a:ext uri="{FF2B5EF4-FFF2-40B4-BE49-F238E27FC236}">
                <a16:creationId xmlns:a16="http://schemas.microsoft.com/office/drawing/2014/main" id="{1BF14E69-DF5F-E9D5-BE25-008A7BEA9F24}"/>
              </a:ext>
            </a:extLst>
          </p:cNvPr>
          <p:cNvCxnSpPr/>
          <p:nvPr/>
        </p:nvCxnSpPr>
        <p:spPr>
          <a:xfrm flipV="1">
            <a:off x="1566333" y="451180"/>
            <a:ext cx="359834" cy="6597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8" name="直接连接符 687">
            <a:extLst>
              <a:ext uri="{FF2B5EF4-FFF2-40B4-BE49-F238E27FC236}">
                <a16:creationId xmlns:a16="http://schemas.microsoft.com/office/drawing/2014/main" id="{11C661E9-554A-65FB-C1F4-1181D00E603C}"/>
              </a:ext>
            </a:extLst>
          </p:cNvPr>
          <p:cNvCxnSpPr/>
          <p:nvPr/>
        </p:nvCxnSpPr>
        <p:spPr>
          <a:xfrm flipV="1">
            <a:off x="1926167" y="437985"/>
            <a:ext cx="359833" cy="13195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90D6811F-A465-9A54-6639-400DF389C2CC}"/>
              </a:ext>
            </a:extLst>
          </p:cNvPr>
          <p:cNvCxnSpPr/>
          <p:nvPr/>
        </p:nvCxnSpPr>
        <p:spPr>
          <a:xfrm flipV="1">
            <a:off x="2286000" y="431388"/>
            <a:ext cx="359833" cy="6597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0" name="直接连接符 689">
            <a:extLst>
              <a:ext uri="{FF2B5EF4-FFF2-40B4-BE49-F238E27FC236}">
                <a16:creationId xmlns:a16="http://schemas.microsoft.com/office/drawing/2014/main" id="{DE443C9B-DEFF-AC88-B93C-9B99DCD87402}"/>
              </a:ext>
            </a:extLst>
          </p:cNvPr>
          <p:cNvCxnSpPr/>
          <p:nvPr/>
        </p:nvCxnSpPr>
        <p:spPr>
          <a:xfrm flipV="1">
            <a:off x="2645833" y="424790"/>
            <a:ext cx="359834" cy="6598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1" name="直接连接符 690">
            <a:extLst>
              <a:ext uri="{FF2B5EF4-FFF2-40B4-BE49-F238E27FC236}">
                <a16:creationId xmlns:a16="http://schemas.microsoft.com/office/drawing/2014/main" id="{AD0274CF-0B3B-22B6-2D29-75AE80232564}"/>
              </a:ext>
            </a:extLst>
          </p:cNvPr>
          <p:cNvCxnSpPr/>
          <p:nvPr/>
        </p:nvCxnSpPr>
        <p:spPr>
          <a:xfrm>
            <a:off x="3005667" y="424790"/>
            <a:ext cx="359833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2" name="直接连接符 691">
            <a:extLst>
              <a:ext uri="{FF2B5EF4-FFF2-40B4-BE49-F238E27FC236}">
                <a16:creationId xmlns:a16="http://schemas.microsoft.com/office/drawing/2014/main" id="{DDEBA6D4-88E6-3127-8751-255D443399BB}"/>
              </a:ext>
            </a:extLst>
          </p:cNvPr>
          <p:cNvCxnSpPr/>
          <p:nvPr/>
        </p:nvCxnSpPr>
        <p:spPr>
          <a:xfrm>
            <a:off x="3365500" y="424790"/>
            <a:ext cx="359833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3" name="直接连接符 692">
            <a:extLst>
              <a:ext uri="{FF2B5EF4-FFF2-40B4-BE49-F238E27FC236}">
                <a16:creationId xmlns:a16="http://schemas.microsoft.com/office/drawing/2014/main" id="{7E4C1338-083E-AFEE-8C36-590B4B61219F}"/>
              </a:ext>
            </a:extLst>
          </p:cNvPr>
          <p:cNvCxnSpPr/>
          <p:nvPr/>
        </p:nvCxnSpPr>
        <p:spPr>
          <a:xfrm>
            <a:off x="3725333" y="424790"/>
            <a:ext cx="359834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4" name="直接连接符 693">
            <a:extLst>
              <a:ext uri="{FF2B5EF4-FFF2-40B4-BE49-F238E27FC236}">
                <a16:creationId xmlns:a16="http://schemas.microsoft.com/office/drawing/2014/main" id="{04786292-9FF5-AA46-F425-D9AA545596FC}"/>
              </a:ext>
            </a:extLst>
          </p:cNvPr>
          <p:cNvCxnSpPr/>
          <p:nvPr/>
        </p:nvCxnSpPr>
        <p:spPr>
          <a:xfrm>
            <a:off x="4085167" y="424790"/>
            <a:ext cx="359833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5" name="菱形 694">
            <a:extLst>
              <a:ext uri="{FF2B5EF4-FFF2-40B4-BE49-F238E27FC236}">
                <a16:creationId xmlns:a16="http://schemas.microsoft.com/office/drawing/2014/main" id="{325F5AAD-C818-756D-4BA5-E8B3DC6084CB}"/>
              </a:ext>
            </a:extLst>
          </p:cNvPr>
          <p:cNvSpPr/>
          <p:nvPr/>
        </p:nvSpPr>
        <p:spPr>
          <a:xfrm>
            <a:off x="1189673" y="467339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6" name="菱形 695">
            <a:extLst>
              <a:ext uri="{FF2B5EF4-FFF2-40B4-BE49-F238E27FC236}">
                <a16:creationId xmlns:a16="http://schemas.microsoft.com/office/drawing/2014/main" id="{7916864C-CC68-40DE-EDE8-73DC7E163355}"/>
              </a:ext>
            </a:extLst>
          </p:cNvPr>
          <p:cNvSpPr/>
          <p:nvPr/>
        </p:nvSpPr>
        <p:spPr>
          <a:xfrm>
            <a:off x="1549506" y="44095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7" name="菱形 696">
            <a:extLst>
              <a:ext uri="{FF2B5EF4-FFF2-40B4-BE49-F238E27FC236}">
                <a16:creationId xmlns:a16="http://schemas.microsoft.com/office/drawing/2014/main" id="{BF3A45FF-FDD3-496B-BB10-F278FB8DD4BB}"/>
              </a:ext>
            </a:extLst>
          </p:cNvPr>
          <p:cNvSpPr/>
          <p:nvPr/>
        </p:nvSpPr>
        <p:spPr>
          <a:xfrm>
            <a:off x="1909339" y="434352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8" name="菱形 697">
            <a:extLst>
              <a:ext uri="{FF2B5EF4-FFF2-40B4-BE49-F238E27FC236}">
                <a16:creationId xmlns:a16="http://schemas.microsoft.com/office/drawing/2014/main" id="{121099E8-2CE2-A8C8-AF52-BFB22CCF3D3A}"/>
              </a:ext>
            </a:extLst>
          </p:cNvPr>
          <p:cNvSpPr/>
          <p:nvPr/>
        </p:nvSpPr>
        <p:spPr>
          <a:xfrm>
            <a:off x="2269173" y="421158"/>
            <a:ext cx="33654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9" name="菱形 698">
            <a:extLst>
              <a:ext uri="{FF2B5EF4-FFF2-40B4-BE49-F238E27FC236}">
                <a16:creationId xmlns:a16="http://schemas.microsoft.com/office/drawing/2014/main" id="{24317074-C6F9-A839-A9DF-B948B44E30F4}"/>
              </a:ext>
            </a:extLst>
          </p:cNvPr>
          <p:cNvSpPr/>
          <p:nvPr/>
        </p:nvSpPr>
        <p:spPr>
          <a:xfrm>
            <a:off x="2629006" y="414560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0" name="菱形 699">
            <a:extLst>
              <a:ext uri="{FF2B5EF4-FFF2-40B4-BE49-F238E27FC236}">
                <a16:creationId xmlns:a16="http://schemas.microsoft.com/office/drawing/2014/main" id="{F5C2DEF5-D7BA-3D92-05B7-FCA4E0453EEB}"/>
              </a:ext>
            </a:extLst>
          </p:cNvPr>
          <p:cNvSpPr/>
          <p:nvPr/>
        </p:nvSpPr>
        <p:spPr>
          <a:xfrm>
            <a:off x="2988839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1" name="菱形 700">
            <a:extLst>
              <a:ext uri="{FF2B5EF4-FFF2-40B4-BE49-F238E27FC236}">
                <a16:creationId xmlns:a16="http://schemas.microsoft.com/office/drawing/2014/main" id="{A7E9F63D-2707-6105-C2A2-6446A2E42A47}"/>
              </a:ext>
            </a:extLst>
          </p:cNvPr>
          <p:cNvSpPr/>
          <p:nvPr/>
        </p:nvSpPr>
        <p:spPr>
          <a:xfrm>
            <a:off x="3348672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2" name="菱形 701">
            <a:extLst>
              <a:ext uri="{FF2B5EF4-FFF2-40B4-BE49-F238E27FC236}">
                <a16:creationId xmlns:a16="http://schemas.microsoft.com/office/drawing/2014/main" id="{253B2657-E3CE-7A71-7AF2-A56B9ACB059E}"/>
              </a:ext>
            </a:extLst>
          </p:cNvPr>
          <p:cNvSpPr/>
          <p:nvPr/>
        </p:nvSpPr>
        <p:spPr>
          <a:xfrm>
            <a:off x="3708506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3" name="菱形 702">
            <a:extLst>
              <a:ext uri="{FF2B5EF4-FFF2-40B4-BE49-F238E27FC236}">
                <a16:creationId xmlns:a16="http://schemas.microsoft.com/office/drawing/2014/main" id="{9199FF47-B9D3-ED99-10F3-3375FE5054B4}"/>
              </a:ext>
            </a:extLst>
          </p:cNvPr>
          <p:cNvSpPr/>
          <p:nvPr/>
        </p:nvSpPr>
        <p:spPr>
          <a:xfrm>
            <a:off x="4068339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4" name="菱形 703">
            <a:extLst>
              <a:ext uri="{FF2B5EF4-FFF2-40B4-BE49-F238E27FC236}">
                <a16:creationId xmlns:a16="http://schemas.microsoft.com/office/drawing/2014/main" id="{8FCD8393-DA93-F893-819C-91F89DC98EAB}"/>
              </a:ext>
            </a:extLst>
          </p:cNvPr>
          <p:cNvSpPr/>
          <p:nvPr/>
        </p:nvSpPr>
        <p:spPr>
          <a:xfrm>
            <a:off x="4428172" y="407963"/>
            <a:ext cx="33655" cy="33655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5" name="直接连接符 704">
            <a:extLst>
              <a:ext uri="{FF2B5EF4-FFF2-40B4-BE49-F238E27FC236}">
                <a16:creationId xmlns:a16="http://schemas.microsoft.com/office/drawing/2014/main" id="{84519B30-26B1-6216-C3A4-CA9E39F33C79}"/>
              </a:ext>
            </a:extLst>
          </p:cNvPr>
          <p:cNvCxnSpPr/>
          <p:nvPr/>
        </p:nvCxnSpPr>
        <p:spPr>
          <a:xfrm>
            <a:off x="4749800" y="321310"/>
            <a:ext cx="21590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6" name="椭圆 705">
            <a:extLst>
              <a:ext uri="{FF2B5EF4-FFF2-40B4-BE49-F238E27FC236}">
                <a16:creationId xmlns:a16="http://schemas.microsoft.com/office/drawing/2014/main" id="{8F706813-8370-D713-EB2E-5A93384D5261}"/>
              </a:ext>
            </a:extLst>
          </p:cNvPr>
          <p:cNvSpPr/>
          <p:nvPr/>
        </p:nvSpPr>
        <p:spPr>
          <a:xfrm>
            <a:off x="4841558" y="305117"/>
            <a:ext cx="32384" cy="3238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7" name="文本框 706">
            <a:extLst>
              <a:ext uri="{FF2B5EF4-FFF2-40B4-BE49-F238E27FC236}">
                <a16:creationId xmlns:a16="http://schemas.microsoft.com/office/drawing/2014/main" id="{B206E4C5-8428-6919-F658-7A0D918E8A8D}"/>
              </a:ext>
            </a:extLst>
          </p:cNvPr>
          <p:cNvSpPr txBox="1"/>
          <p:nvPr/>
        </p:nvSpPr>
        <p:spPr>
          <a:xfrm>
            <a:off x="5041899" y="26416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08" name="直接连接符 707">
            <a:extLst>
              <a:ext uri="{FF2B5EF4-FFF2-40B4-BE49-F238E27FC236}">
                <a16:creationId xmlns:a16="http://schemas.microsoft.com/office/drawing/2014/main" id="{8DC7426A-200D-689C-D9BA-5F2745EC9E39}"/>
              </a:ext>
            </a:extLst>
          </p:cNvPr>
          <p:cNvCxnSpPr/>
          <p:nvPr/>
        </p:nvCxnSpPr>
        <p:spPr>
          <a:xfrm>
            <a:off x="4749800" y="42481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9" name="直接连接符 708">
            <a:extLst>
              <a:ext uri="{FF2B5EF4-FFF2-40B4-BE49-F238E27FC236}">
                <a16:creationId xmlns:a16="http://schemas.microsoft.com/office/drawing/2014/main" id="{CC04FF2B-D8EC-56F8-1221-BCB8F2424560}"/>
              </a:ext>
            </a:extLst>
          </p:cNvPr>
          <p:cNvCxnSpPr/>
          <p:nvPr/>
        </p:nvCxnSpPr>
        <p:spPr>
          <a:xfrm>
            <a:off x="4818380" y="42481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0" name="直接连接符 709">
            <a:extLst>
              <a:ext uri="{FF2B5EF4-FFF2-40B4-BE49-F238E27FC236}">
                <a16:creationId xmlns:a16="http://schemas.microsoft.com/office/drawing/2014/main" id="{77389C79-B764-479D-DBE1-9F35AB620031}"/>
              </a:ext>
            </a:extLst>
          </p:cNvPr>
          <p:cNvCxnSpPr/>
          <p:nvPr/>
        </p:nvCxnSpPr>
        <p:spPr>
          <a:xfrm>
            <a:off x="4864100" y="42481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直接连接符 710">
            <a:extLst>
              <a:ext uri="{FF2B5EF4-FFF2-40B4-BE49-F238E27FC236}">
                <a16:creationId xmlns:a16="http://schemas.microsoft.com/office/drawing/2014/main" id="{8B27726C-1065-A6BF-1BFC-CCA90CDBA5C3}"/>
              </a:ext>
            </a:extLst>
          </p:cNvPr>
          <p:cNvCxnSpPr/>
          <p:nvPr/>
        </p:nvCxnSpPr>
        <p:spPr>
          <a:xfrm>
            <a:off x="4886960" y="42481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2" name="直接连接符 711">
            <a:extLst>
              <a:ext uri="{FF2B5EF4-FFF2-40B4-BE49-F238E27FC236}">
                <a16:creationId xmlns:a16="http://schemas.microsoft.com/office/drawing/2014/main" id="{7028816E-B6B4-9CC6-FCFF-670CD5D9128C}"/>
              </a:ext>
            </a:extLst>
          </p:cNvPr>
          <p:cNvCxnSpPr/>
          <p:nvPr/>
        </p:nvCxnSpPr>
        <p:spPr>
          <a:xfrm>
            <a:off x="4932680" y="42481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3" name="直接连接符 712">
            <a:extLst>
              <a:ext uri="{FF2B5EF4-FFF2-40B4-BE49-F238E27FC236}">
                <a16:creationId xmlns:a16="http://schemas.microsoft.com/office/drawing/2014/main" id="{3E78AAE0-87F2-F6A8-ED5A-876161AB4E6D}"/>
              </a:ext>
            </a:extLst>
          </p:cNvPr>
          <p:cNvCxnSpPr/>
          <p:nvPr/>
        </p:nvCxnSpPr>
        <p:spPr>
          <a:xfrm>
            <a:off x="4955540" y="424815"/>
            <a:ext cx="1016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矩形 713">
            <a:extLst>
              <a:ext uri="{FF2B5EF4-FFF2-40B4-BE49-F238E27FC236}">
                <a16:creationId xmlns:a16="http://schemas.microsoft.com/office/drawing/2014/main" id="{48E79664-C09A-70C1-B202-46965882586E}"/>
              </a:ext>
            </a:extLst>
          </p:cNvPr>
          <p:cNvSpPr/>
          <p:nvPr/>
        </p:nvSpPr>
        <p:spPr>
          <a:xfrm>
            <a:off x="4841558" y="408622"/>
            <a:ext cx="32384" cy="3238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5" name="文本框 714">
            <a:extLst>
              <a:ext uri="{FF2B5EF4-FFF2-40B4-BE49-F238E27FC236}">
                <a16:creationId xmlns:a16="http://schemas.microsoft.com/office/drawing/2014/main" id="{D020F4D6-6CBE-B001-1F41-EBDFDF8BE42D}"/>
              </a:ext>
            </a:extLst>
          </p:cNvPr>
          <p:cNvSpPr txBox="1"/>
          <p:nvPr/>
        </p:nvSpPr>
        <p:spPr>
          <a:xfrm>
            <a:off x="5041899" y="367665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16" name="直接连接符 715">
            <a:extLst>
              <a:ext uri="{FF2B5EF4-FFF2-40B4-BE49-F238E27FC236}">
                <a16:creationId xmlns:a16="http://schemas.microsoft.com/office/drawing/2014/main" id="{30808C8B-365A-6C86-AA52-751D655442BF}"/>
              </a:ext>
            </a:extLst>
          </p:cNvPr>
          <p:cNvCxnSpPr/>
          <p:nvPr/>
        </p:nvCxnSpPr>
        <p:spPr>
          <a:xfrm>
            <a:off x="4749800" y="528320"/>
            <a:ext cx="21590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7" name="椭圆 716">
            <a:extLst>
              <a:ext uri="{FF2B5EF4-FFF2-40B4-BE49-F238E27FC236}">
                <a16:creationId xmlns:a16="http://schemas.microsoft.com/office/drawing/2014/main" id="{67B12CA7-9F60-F5A4-0A18-41075DDE2A4B}"/>
              </a:ext>
            </a:extLst>
          </p:cNvPr>
          <p:cNvSpPr/>
          <p:nvPr/>
        </p:nvSpPr>
        <p:spPr>
          <a:xfrm>
            <a:off x="4841558" y="512128"/>
            <a:ext cx="32384" cy="32385"/>
          </a:xfrm>
          <a:prstGeom prst="ellipse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8" name="文本框 717">
            <a:extLst>
              <a:ext uri="{FF2B5EF4-FFF2-40B4-BE49-F238E27FC236}">
                <a16:creationId xmlns:a16="http://schemas.microsoft.com/office/drawing/2014/main" id="{93C5D067-3EAB-100C-3D86-4180F76E8D26}"/>
              </a:ext>
            </a:extLst>
          </p:cNvPr>
          <p:cNvSpPr txBox="1"/>
          <p:nvPr/>
        </p:nvSpPr>
        <p:spPr>
          <a:xfrm>
            <a:off x="5041899" y="47117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19" name="直接连接符 718">
            <a:extLst>
              <a:ext uri="{FF2B5EF4-FFF2-40B4-BE49-F238E27FC236}">
                <a16:creationId xmlns:a16="http://schemas.microsoft.com/office/drawing/2014/main" id="{04BE5E1B-474E-2ABB-B6FD-5206FD7B9E1F}"/>
              </a:ext>
            </a:extLst>
          </p:cNvPr>
          <p:cNvCxnSpPr/>
          <p:nvPr/>
        </p:nvCxnSpPr>
        <p:spPr>
          <a:xfrm>
            <a:off x="4749800" y="631825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0" name="直接连接符 719">
            <a:extLst>
              <a:ext uri="{FF2B5EF4-FFF2-40B4-BE49-F238E27FC236}">
                <a16:creationId xmlns:a16="http://schemas.microsoft.com/office/drawing/2014/main" id="{2D84DE40-3CDE-156F-5D28-678925E7B788}"/>
              </a:ext>
            </a:extLst>
          </p:cNvPr>
          <p:cNvCxnSpPr/>
          <p:nvPr/>
        </p:nvCxnSpPr>
        <p:spPr>
          <a:xfrm>
            <a:off x="4818380" y="631825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1" name="直接连接符 720">
            <a:extLst>
              <a:ext uri="{FF2B5EF4-FFF2-40B4-BE49-F238E27FC236}">
                <a16:creationId xmlns:a16="http://schemas.microsoft.com/office/drawing/2014/main" id="{026DB06C-FD78-98E5-92DD-262768FC525D}"/>
              </a:ext>
            </a:extLst>
          </p:cNvPr>
          <p:cNvCxnSpPr/>
          <p:nvPr/>
        </p:nvCxnSpPr>
        <p:spPr>
          <a:xfrm>
            <a:off x="4864100" y="631825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直接连接符 721">
            <a:extLst>
              <a:ext uri="{FF2B5EF4-FFF2-40B4-BE49-F238E27FC236}">
                <a16:creationId xmlns:a16="http://schemas.microsoft.com/office/drawing/2014/main" id="{CEE2AD99-0E6A-A3A5-4695-A2533D4F1CF0}"/>
              </a:ext>
            </a:extLst>
          </p:cNvPr>
          <p:cNvCxnSpPr/>
          <p:nvPr/>
        </p:nvCxnSpPr>
        <p:spPr>
          <a:xfrm>
            <a:off x="4886960" y="631825"/>
            <a:ext cx="4572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3" name="直接连接符 722">
            <a:extLst>
              <a:ext uri="{FF2B5EF4-FFF2-40B4-BE49-F238E27FC236}">
                <a16:creationId xmlns:a16="http://schemas.microsoft.com/office/drawing/2014/main" id="{BE655DC8-8FD4-9F45-6574-CD84D074223E}"/>
              </a:ext>
            </a:extLst>
          </p:cNvPr>
          <p:cNvCxnSpPr/>
          <p:nvPr/>
        </p:nvCxnSpPr>
        <p:spPr>
          <a:xfrm>
            <a:off x="4932680" y="631825"/>
            <a:ext cx="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4" name="直接连接符 723">
            <a:extLst>
              <a:ext uri="{FF2B5EF4-FFF2-40B4-BE49-F238E27FC236}">
                <a16:creationId xmlns:a16="http://schemas.microsoft.com/office/drawing/2014/main" id="{1864E552-2446-386C-7213-810304ED97AA}"/>
              </a:ext>
            </a:extLst>
          </p:cNvPr>
          <p:cNvCxnSpPr/>
          <p:nvPr/>
        </p:nvCxnSpPr>
        <p:spPr>
          <a:xfrm>
            <a:off x="4955540" y="631825"/>
            <a:ext cx="10160" cy="0"/>
          </a:xfrm>
          <a:prstGeom prst="line">
            <a:avLst/>
          </a:prstGeom>
          <a:ln w="11684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5" name="矩形 724">
            <a:extLst>
              <a:ext uri="{FF2B5EF4-FFF2-40B4-BE49-F238E27FC236}">
                <a16:creationId xmlns:a16="http://schemas.microsoft.com/office/drawing/2014/main" id="{5D360898-2432-136F-9F6F-BE7590C035F3}"/>
              </a:ext>
            </a:extLst>
          </p:cNvPr>
          <p:cNvSpPr/>
          <p:nvPr/>
        </p:nvSpPr>
        <p:spPr>
          <a:xfrm>
            <a:off x="4841558" y="615632"/>
            <a:ext cx="32384" cy="32385"/>
          </a:xfrm>
          <a:prstGeom prst="rect">
            <a:avLst/>
          </a:prstGeom>
          <a:solidFill>
            <a:srgbClr val="5363AE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6" name="文本框 725">
            <a:extLst>
              <a:ext uri="{FF2B5EF4-FFF2-40B4-BE49-F238E27FC236}">
                <a16:creationId xmlns:a16="http://schemas.microsoft.com/office/drawing/2014/main" id="{7A0D566A-8BD5-3FD9-EFF3-507C893E84C6}"/>
              </a:ext>
            </a:extLst>
          </p:cNvPr>
          <p:cNvSpPr txBox="1"/>
          <p:nvPr/>
        </p:nvSpPr>
        <p:spPr>
          <a:xfrm>
            <a:off x="5041899" y="574675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27" name="直接连接符 726">
            <a:extLst>
              <a:ext uri="{FF2B5EF4-FFF2-40B4-BE49-F238E27FC236}">
                <a16:creationId xmlns:a16="http://schemas.microsoft.com/office/drawing/2014/main" id="{E1695B94-12DD-F50C-34A5-8D064A085174}"/>
              </a:ext>
            </a:extLst>
          </p:cNvPr>
          <p:cNvCxnSpPr/>
          <p:nvPr/>
        </p:nvCxnSpPr>
        <p:spPr>
          <a:xfrm>
            <a:off x="4749800" y="735330"/>
            <a:ext cx="215900" cy="0"/>
          </a:xfrm>
          <a:prstGeom prst="line">
            <a:avLst/>
          </a:prstGeom>
          <a:ln w="11684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菱形 727">
            <a:extLst>
              <a:ext uri="{FF2B5EF4-FFF2-40B4-BE49-F238E27FC236}">
                <a16:creationId xmlns:a16="http://schemas.microsoft.com/office/drawing/2014/main" id="{06AA5497-BFDB-6B38-969E-6B47A1AD9CB9}"/>
              </a:ext>
            </a:extLst>
          </p:cNvPr>
          <p:cNvSpPr/>
          <p:nvPr/>
        </p:nvSpPr>
        <p:spPr>
          <a:xfrm>
            <a:off x="4841558" y="719138"/>
            <a:ext cx="32384" cy="32384"/>
          </a:xfrm>
          <a:prstGeom prst="diamond">
            <a:avLst/>
          </a:prstGeom>
          <a:solidFill>
            <a:srgbClr val="858D9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9" name="文本框 728">
            <a:extLst>
              <a:ext uri="{FF2B5EF4-FFF2-40B4-BE49-F238E27FC236}">
                <a16:creationId xmlns:a16="http://schemas.microsoft.com/office/drawing/2014/main" id="{FBE005C7-E0C9-1643-D212-A8CF8C2489F0}"/>
              </a:ext>
            </a:extLst>
          </p:cNvPr>
          <p:cNvSpPr txBox="1"/>
          <p:nvPr/>
        </p:nvSpPr>
        <p:spPr>
          <a:xfrm>
            <a:off x="5041899" y="67818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730" name="直接连接符 729">
            <a:extLst>
              <a:ext uri="{FF2B5EF4-FFF2-40B4-BE49-F238E27FC236}">
                <a16:creationId xmlns:a16="http://schemas.microsoft.com/office/drawing/2014/main" id="{3D42B81E-A7B9-0871-6458-9C42F0EA41CC}"/>
              </a:ext>
            </a:extLst>
          </p:cNvPr>
          <p:cNvCxnSpPr/>
          <p:nvPr/>
        </p:nvCxnSpPr>
        <p:spPr>
          <a:xfrm flipV="1">
            <a:off x="1206500" y="1479880"/>
            <a:ext cx="359833" cy="3958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直接连接符 730">
            <a:extLst>
              <a:ext uri="{FF2B5EF4-FFF2-40B4-BE49-F238E27FC236}">
                <a16:creationId xmlns:a16="http://schemas.microsoft.com/office/drawing/2014/main" id="{438A9D17-8B80-6B47-D7E5-4B040F5C212F}"/>
              </a:ext>
            </a:extLst>
          </p:cNvPr>
          <p:cNvCxnSpPr/>
          <p:nvPr/>
        </p:nvCxnSpPr>
        <p:spPr>
          <a:xfrm flipV="1">
            <a:off x="1566333" y="1473282"/>
            <a:ext cx="359834" cy="659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2" name="直接连接符 731">
            <a:extLst>
              <a:ext uri="{FF2B5EF4-FFF2-40B4-BE49-F238E27FC236}">
                <a16:creationId xmlns:a16="http://schemas.microsoft.com/office/drawing/2014/main" id="{4142FE77-0E42-8BCA-020F-C0C74781DB05}"/>
              </a:ext>
            </a:extLst>
          </p:cNvPr>
          <p:cNvCxnSpPr/>
          <p:nvPr/>
        </p:nvCxnSpPr>
        <p:spPr>
          <a:xfrm>
            <a:off x="1926167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3" name="直接连接符 732">
            <a:extLst>
              <a:ext uri="{FF2B5EF4-FFF2-40B4-BE49-F238E27FC236}">
                <a16:creationId xmlns:a16="http://schemas.microsoft.com/office/drawing/2014/main" id="{3FD10C80-47E5-2ABC-FE67-AC8CC3D50915}"/>
              </a:ext>
            </a:extLst>
          </p:cNvPr>
          <p:cNvCxnSpPr/>
          <p:nvPr/>
        </p:nvCxnSpPr>
        <p:spPr>
          <a:xfrm>
            <a:off x="2286000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4" name="直接连接符 733">
            <a:extLst>
              <a:ext uri="{FF2B5EF4-FFF2-40B4-BE49-F238E27FC236}">
                <a16:creationId xmlns:a16="http://schemas.microsoft.com/office/drawing/2014/main" id="{C96190EF-295E-1A06-0FF6-A74D6331A6ED}"/>
              </a:ext>
            </a:extLst>
          </p:cNvPr>
          <p:cNvCxnSpPr/>
          <p:nvPr/>
        </p:nvCxnSpPr>
        <p:spPr>
          <a:xfrm>
            <a:off x="2645833" y="1473282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5" name="直接连接符 734">
            <a:extLst>
              <a:ext uri="{FF2B5EF4-FFF2-40B4-BE49-F238E27FC236}">
                <a16:creationId xmlns:a16="http://schemas.microsoft.com/office/drawing/2014/main" id="{B5986112-7B4C-DF0E-F75D-1C827E1F106E}"/>
              </a:ext>
            </a:extLst>
          </p:cNvPr>
          <p:cNvCxnSpPr/>
          <p:nvPr/>
        </p:nvCxnSpPr>
        <p:spPr>
          <a:xfrm>
            <a:off x="3005667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6" name="直接连接符 735">
            <a:extLst>
              <a:ext uri="{FF2B5EF4-FFF2-40B4-BE49-F238E27FC236}">
                <a16:creationId xmlns:a16="http://schemas.microsoft.com/office/drawing/2014/main" id="{E1A84486-A738-CB6E-A73F-670349992BCE}"/>
              </a:ext>
            </a:extLst>
          </p:cNvPr>
          <p:cNvCxnSpPr/>
          <p:nvPr/>
        </p:nvCxnSpPr>
        <p:spPr>
          <a:xfrm>
            <a:off x="3365500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7" name="直接连接符 736">
            <a:extLst>
              <a:ext uri="{FF2B5EF4-FFF2-40B4-BE49-F238E27FC236}">
                <a16:creationId xmlns:a16="http://schemas.microsoft.com/office/drawing/2014/main" id="{62CC513A-466A-4648-0611-F36503D65F68}"/>
              </a:ext>
            </a:extLst>
          </p:cNvPr>
          <p:cNvCxnSpPr/>
          <p:nvPr/>
        </p:nvCxnSpPr>
        <p:spPr>
          <a:xfrm>
            <a:off x="3725333" y="1473282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8" name="直接连接符 737">
            <a:extLst>
              <a:ext uri="{FF2B5EF4-FFF2-40B4-BE49-F238E27FC236}">
                <a16:creationId xmlns:a16="http://schemas.microsoft.com/office/drawing/2014/main" id="{31BFA708-B5EC-F0AB-EA5D-7CCF99EDD116}"/>
              </a:ext>
            </a:extLst>
          </p:cNvPr>
          <p:cNvCxnSpPr/>
          <p:nvPr/>
        </p:nvCxnSpPr>
        <p:spPr>
          <a:xfrm>
            <a:off x="4085167" y="1473282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9" name="椭圆 738">
            <a:extLst>
              <a:ext uri="{FF2B5EF4-FFF2-40B4-BE49-F238E27FC236}">
                <a16:creationId xmlns:a16="http://schemas.microsoft.com/office/drawing/2014/main" id="{A34884F0-A890-478A-D990-E12762F31387}"/>
              </a:ext>
            </a:extLst>
          </p:cNvPr>
          <p:cNvSpPr/>
          <p:nvPr/>
        </p:nvSpPr>
        <p:spPr>
          <a:xfrm>
            <a:off x="1189673" y="150263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0" name="椭圆 739">
            <a:extLst>
              <a:ext uri="{FF2B5EF4-FFF2-40B4-BE49-F238E27FC236}">
                <a16:creationId xmlns:a16="http://schemas.microsoft.com/office/drawing/2014/main" id="{5C7173D4-9FBC-483A-FB1D-59D3177AB307}"/>
              </a:ext>
            </a:extLst>
          </p:cNvPr>
          <p:cNvSpPr/>
          <p:nvPr/>
        </p:nvSpPr>
        <p:spPr>
          <a:xfrm>
            <a:off x="1549506" y="146305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1" name="椭圆 740">
            <a:extLst>
              <a:ext uri="{FF2B5EF4-FFF2-40B4-BE49-F238E27FC236}">
                <a16:creationId xmlns:a16="http://schemas.microsoft.com/office/drawing/2014/main" id="{0CA56AC9-8237-DAEC-78F0-FA840D0BCCF5}"/>
              </a:ext>
            </a:extLst>
          </p:cNvPr>
          <p:cNvSpPr/>
          <p:nvPr/>
        </p:nvSpPr>
        <p:spPr>
          <a:xfrm>
            <a:off x="1909339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2" name="椭圆 741">
            <a:extLst>
              <a:ext uri="{FF2B5EF4-FFF2-40B4-BE49-F238E27FC236}">
                <a16:creationId xmlns:a16="http://schemas.microsoft.com/office/drawing/2014/main" id="{A45138C0-4946-782C-845C-E9B2897BED88}"/>
              </a:ext>
            </a:extLst>
          </p:cNvPr>
          <p:cNvSpPr/>
          <p:nvPr/>
        </p:nvSpPr>
        <p:spPr>
          <a:xfrm>
            <a:off x="2269173" y="1456455"/>
            <a:ext cx="33654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3" name="椭圆 742">
            <a:extLst>
              <a:ext uri="{FF2B5EF4-FFF2-40B4-BE49-F238E27FC236}">
                <a16:creationId xmlns:a16="http://schemas.microsoft.com/office/drawing/2014/main" id="{2D97ABE2-1679-6BC7-4AD0-E3348AE98F5C}"/>
              </a:ext>
            </a:extLst>
          </p:cNvPr>
          <p:cNvSpPr/>
          <p:nvPr/>
        </p:nvSpPr>
        <p:spPr>
          <a:xfrm>
            <a:off x="2629006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4" name="椭圆 743">
            <a:extLst>
              <a:ext uri="{FF2B5EF4-FFF2-40B4-BE49-F238E27FC236}">
                <a16:creationId xmlns:a16="http://schemas.microsoft.com/office/drawing/2014/main" id="{B738E849-5ADE-7D3A-3502-7998CC84329D}"/>
              </a:ext>
            </a:extLst>
          </p:cNvPr>
          <p:cNvSpPr/>
          <p:nvPr/>
        </p:nvSpPr>
        <p:spPr>
          <a:xfrm>
            <a:off x="2988839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5" name="椭圆 744">
            <a:extLst>
              <a:ext uri="{FF2B5EF4-FFF2-40B4-BE49-F238E27FC236}">
                <a16:creationId xmlns:a16="http://schemas.microsoft.com/office/drawing/2014/main" id="{B438C502-755E-5613-85A6-1808C4D52B2A}"/>
              </a:ext>
            </a:extLst>
          </p:cNvPr>
          <p:cNvSpPr/>
          <p:nvPr/>
        </p:nvSpPr>
        <p:spPr>
          <a:xfrm>
            <a:off x="3348672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6" name="椭圆 745">
            <a:extLst>
              <a:ext uri="{FF2B5EF4-FFF2-40B4-BE49-F238E27FC236}">
                <a16:creationId xmlns:a16="http://schemas.microsoft.com/office/drawing/2014/main" id="{E6BE3608-A76B-54CB-9C5C-4A6CC3333B42}"/>
              </a:ext>
            </a:extLst>
          </p:cNvPr>
          <p:cNvSpPr/>
          <p:nvPr/>
        </p:nvSpPr>
        <p:spPr>
          <a:xfrm>
            <a:off x="3708506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7" name="椭圆 746">
            <a:extLst>
              <a:ext uri="{FF2B5EF4-FFF2-40B4-BE49-F238E27FC236}">
                <a16:creationId xmlns:a16="http://schemas.microsoft.com/office/drawing/2014/main" id="{8C96EB5C-89B6-A782-939B-3A7DBE71E60B}"/>
              </a:ext>
            </a:extLst>
          </p:cNvPr>
          <p:cNvSpPr/>
          <p:nvPr/>
        </p:nvSpPr>
        <p:spPr>
          <a:xfrm>
            <a:off x="4068339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8" name="椭圆 747">
            <a:extLst>
              <a:ext uri="{FF2B5EF4-FFF2-40B4-BE49-F238E27FC236}">
                <a16:creationId xmlns:a16="http://schemas.microsoft.com/office/drawing/2014/main" id="{4E9B1DDA-0EEB-5E4C-5FD6-1C03E29ED00F}"/>
              </a:ext>
            </a:extLst>
          </p:cNvPr>
          <p:cNvSpPr/>
          <p:nvPr/>
        </p:nvSpPr>
        <p:spPr>
          <a:xfrm>
            <a:off x="4428172" y="1456455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9" name="直接连接符 748">
            <a:extLst>
              <a:ext uri="{FF2B5EF4-FFF2-40B4-BE49-F238E27FC236}">
                <a16:creationId xmlns:a16="http://schemas.microsoft.com/office/drawing/2014/main" id="{F29E0444-43FB-30BE-DA10-E54B8AFAC70C}"/>
              </a:ext>
            </a:extLst>
          </p:cNvPr>
          <p:cNvCxnSpPr/>
          <p:nvPr/>
        </p:nvCxnSpPr>
        <p:spPr>
          <a:xfrm flipV="1">
            <a:off x="1206500" y="1453490"/>
            <a:ext cx="359833" cy="2639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直接连接符 749">
            <a:extLst>
              <a:ext uri="{FF2B5EF4-FFF2-40B4-BE49-F238E27FC236}">
                <a16:creationId xmlns:a16="http://schemas.microsoft.com/office/drawing/2014/main" id="{C6D3C1A7-481C-6F11-714F-82B4847B33BA}"/>
              </a:ext>
            </a:extLst>
          </p:cNvPr>
          <p:cNvCxnSpPr/>
          <p:nvPr/>
        </p:nvCxnSpPr>
        <p:spPr>
          <a:xfrm flipV="1">
            <a:off x="1566333" y="1446893"/>
            <a:ext cx="359834" cy="6597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1" name="直接连接符 750">
            <a:extLst>
              <a:ext uri="{FF2B5EF4-FFF2-40B4-BE49-F238E27FC236}">
                <a16:creationId xmlns:a16="http://schemas.microsoft.com/office/drawing/2014/main" id="{AA5D281F-25B8-2EAD-2CA5-AF5D80EC5804}"/>
              </a:ext>
            </a:extLst>
          </p:cNvPr>
          <p:cNvCxnSpPr/>
          <p:nvPr/>
        </p:nvCxnSpPr>
        <p:spPr>
          <a:xfrm>
            <a:off x="1926167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直接连接符 751">
            <a:extLst>
              <a:ext uri="{FF2B5EF4-FFF2-40B4-BE49-F238E27FC236}">
                <a16:creationId xmlns:a16="http://schemas.microsoft.com/office/drawing/2014/main" id="{E23FA923-2146-82BC-DB0B-1662B11908FA}"/>
              </a:ext>
            </a:extLst>
          </p:cNvPr>
          <p:cNvCxnSpPr/>
          <p:nvPr/>
        </p:nvCxnSpPr>
        <p:spPr>
          <a:xfrm>
            <a:off x="2286000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3" name="直接连接符 752">
            <a:extLst>
              <a:ext uri="{FF2B5EF4-FFF2-40B4-BE49-F238E27FC236}">
                <a16:creationId xmlns:a16="http://schemas.microsoft.com/office/drawing/2014/main" id="{E1BB7DFF-34CB-E00C-F781-8A184196CB84}"/>
              </a:ext>
            </a:extLst>
          </p:cNvPr>
          <p:cNvCxnSpPr/>
          <p:nvPr/>
        </p:nvCxnSpPr>
        <p:spPr>
          <a:xfrm>
            <a:off x="2645833" y="1446893"/>
            <a:ext cx="359834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4" name="直接连接符 753">
            <a:extLst>
              <a:ext uri="{FF2B5EF4-FFF2-40B4-BE49-F238E27FC236}">
                <a16:creationId xmlns:a16="http://schemas.microsoft.com/office/drawing/2014/main" id="{B5CDF178-EC78-144B-377E-35BE7A19E83C}"/>
              </a:ext>
            </a:extLst>
          </p:cNvPr>
          <p:cNvCxnSpPr/>
          <p:nvPr/>
        </p:nvCxnSpPr>
        <p:spPr>
          <a:xfrm>
            <a:off x="3005667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5" name="直接连接符 754">
            <a:extLst>
              <a:ext uri="{FF2B5EF4-FFF2-40B4-BE49-F238E27FC236}">
                <a16:creationId xmlns:a16="http://schemas.microsoft.com/office/drawing/2014/main" id="{5759CF56-CD71-A349-AE96-A9008F68A446}"/>
              </a:ext>
            </a:extLst>
          </p:cNvPr>
          <p:cNvCxnSpPr/>
          <p:nvPr/>
        </p:nvCxnSpPr>
        <p:spPr>
          <a:xfrm>
            <a:off x="3365500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6" name="直接连接符 755">
            <a:extLst>
              <a:ext uri="{FF2B5EF4-FFF2-40B4-BE49-F238E27FC236}">
                <a16:creationId xmlns:a16="http://schemas.microsoft.com/office/drawing/2014/main" id="{1E1E3C51-8F02-865E-9B21-00A7215FC734}"/>
              </a:ext>
            </a:extLst>
          </p:cNvPr>
          <p:cNvCxnSpPr/>
          <p:nvPr/>
        </p:nvCxnSpPr>
        <p:spPr>
          <a:xfrm>
            <a:off x="3725333" y="1446893"/>
            <a:ext cx="359834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直接连接符 756">
            <a:extLst>
              <a:ext uri="{FF2B5EF4-FFF2-40B4-BE49-F238E27FC236}">
                <a16:creationId xmlns:a16="http://schemas.microsoft.com/office/drawing/2014/main" id="{4CA2F23B-E4BF-2C92-A4C5-E61C904A35C9}"/>
              </a:ext>
            </a:extLst>
          </p:cNvPr>
          <p:cNvCxnSpPr/>
          <p:nvPr/>
        </p:nvCxnSpPr>
        <p:spPr>
          <a:xfrm>
            <a:off x="4085167" y="1446893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8" name="椭圆 757">
            <a:extLst>
              <a:ext uri="{FF2B5EF4-FFF2-40B4-BE49-F238E27FC236}">
                <a16:creationId xmlns:a16="http://schemas.microsoft.com/office/drawing/2014/main" id="{F210E908-23DC-2BF3-D9B0-D101733CCDE9}"/>
              </a:ext>
            </a:extLst>
          </p:cNvPr>
          <p:cNvSpPr/>
          <p:nvPr/>
        </p:nvSpPr>
        <p:spPr>
          <a:xfrm>
            <a:off x="1189673" y="1463052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9" name="椭圆 758">
            <a:extLst>
              <a:ext uri="{FF2B5EF4-FFF2-40B4-BE49-F238E27FC236}">
                <a16:creationId xmlns:a16="http://schemas.microsoft.com/office/drawing/2014/main" id="{BE2FC590-1FDD-A2F7-74BF-CBC24926D6CB}"/>
              </a:ext>
            </a:extLst>
          </p:cNvPr>
          <p:cNvSpPr/>
          <p:nvPr/>
        </p:nvSpPr>
        <p:spPr>
          <a:xfrm>
            <a:off x="1549506" y="1436663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0" name="椭圆 759">
            <a:extLst>
              <a:ext uri="{FF2B5EF4-FFF2-40B4-BE49-F238E27FC236}">
                <a16:creationId xmlns:a16="http://schemas.microsoft.com/office/drawing/2014/main" id="{EF5A2965-EB16-D602-DCBF-790C38529F96}"/>
              </a:ext>
            </a:extLst>
          </p:cNvPr>
          <p:cNvSpPr/>
          <p:nvPr/>
        </p:nvSpPr>
        <p:spPr>
          <a:xfrm>
            <a:off x="1909339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1" name="椭圆 760">
            <a:extLst>
              <a:ext uri="{FF2B5EF4-FFF2-40B4-BE49-F238E27FC236}">
                <a16:creationId xmlns:a16="http://schemas.microsoft.com/office/drawing/2014/main" id="{E3CB94C3-7D0E-847D-8B01-45642FE72CD5}"/>
              </a:ext>
            </a:extLst>
          </p:cNvPr>
          <p:cNvSpPr/>
          <p:nvPr/>
        </p:nvSpPr>
        <p:spPr>
          <a:xfrm>
            <a:off x="2269173" y="1430065"/>
            <a:ext cx="33654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2" name="椭圆 761">
            <a:extLst>
              <a:ext uri="{FF2B5EF4-FFF2-40B4-BE49-F238E27FC236}">
                <a16:creationId xmlns:a16="http://schemas.microsoft.com/office/drawing/2014/main" id="{06651AE5-8A2D-9A3A-6D5B-D4723DFB711B}"/>
              </a:ext>
            </a:extLst>
          </p:cNvPr>
          <p:cNvSpPr/>
          <p:nvPr/>
        </p:nvSpPr>
        <p:spPr>
          <a:xfrm>
            <a:off x="2629006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3" name="椭圆 762">
            <a:extLst>
              <a:ext uri="{FF2B5EF4-FFF2-40B4-BE49-F238E27FC236}">
                <a16:creationId xmlns:a16="http://schemas.microsoft.com/office/drawing/2014/main" id="{6ACEDA83-4F2D-6F84-8837-2BA7DF4F7D1F}"/>
              </a:ext>
            </a:extLst>
          </p:cNvPr>
          <p:cNvSpPr/>
          <p:nvPr/>
        </p:nvSpPr>
        <p:spPr>
          <a:xfrm>
            <a:off x="2988839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4" name="椭圆 763">
            <a:extLst>
              <a:ext uri="{FF2B5EF4-FFF2-40B4-BE49-F238E27FC236}">
                <a16:creationId xmlns:a16="http://schemas.microsoft.com/office/drawing/2014/main" id="{812E02E1-F1ED-3541-DE7F-9153BDFD303A}"/>
              </a:ext>
            </a:extLst>
          </p:cNvPr>
          <p:cNvSpPr/>
          <p:nvPr/>
        </p:nvSpPr>
        <p:spPr>
          <a:xfrm>
            <a:off x="3348672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5" name="椭圆 764">
            <a:extLst>
              <a:ext uri="{FF2B5EF4-FFF2-40B4-BE49-F238E27FC236}">
                <a16:creationId xmlns:a16="http://schemas.microsoft.com/office/drawing/2014/main" id="{48D0966B-D26E-7873-1A4A-AF624B864F04}"/>
              </a:ext>
            </a:extLst>
          </p:cNvPr>
          <p:cNvSpPr/>
          <p:nvPr/>
        </p:nvSpPr>
        <p:spPr>
          <a:xfrm>
            <a:off x="3708506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6" name="椭圆 765">
            <a:extLst>
              <a:ext uri="{FF2B5EF4-FFF2-40B4-BE49-F238E27FC236}">
                <a16:creationId xmlns:a16="http://schemas.microsoft.com/office/drawing/2014/main" id="{26FFF3F5-06DC-4737-1C9D-86811C6C1AA5}"/>
              </a:ext>
            </a:extLst>
          </p:cNvPr>
          <p:cNvSpPr/>
          <p:nvPr/>
        </p:nvSpPr>
        <p:spPr>
          <a:xfrm>
            <a:off x="4068339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7" name="椭圆 766">
            <a:extLst>
              <a:ext uri="{FF2B5EF4-FFF2-40B4-BE49-F238E27FC236}">
                <a16:creationId xmlns:a16="http://schemas.microsoft.com/office/drawing/2014/main" id="{2DAF2188-7664-AB25-379F-361BCB069828}"/>
              </a:ext>
            </a:extLst>
          </p:cNvPr>
          <p:cNvSpPr/>
          <p:nvPr/>
        </p:nvSpPr>
        <p:spPr>
          <a:xfrm>
            <a:off x="4428172" y="1430065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8" name="直接连接符 767">
            <a:extLst>
              <a:ext uri="{FF2B5EF4-FFF2-40B4-BE49-F238E27FC236}">
                <a16:creationId xmlns:a16="http://schemas.microsoft.com/office/drawing/2014/main" id="{EC7694CD-1927-152F-8114-00E03DFE02AC}"/>
              </a:ext>
            </a:extLst>
          </p:cNvPr>
          <p:cNvCxnSpPr/>
          <p:nvPr/>
        </p:nvCxnSpPr>
        <p:spPr>
          <a:xfrm flipV="1">
            <a:off x="1206500" y="1465010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9" name="直接连接符 768">
            <a:extLst>
              <a:ext uri="{FF2B5EF4-FFF2-40B4-BE49-F238E27FC236}">
                <a16:creationId xmlns:a16="http://schemas.microsoft.com/office/drawing/2014/main" id="{CC60A24E-DEBE-4106-E215-1EC82C21DCA8}"/>
              </a:ext>
            </a:extLst>
          </p:cNvPr>
          <p:cNvCxnSpPr/>
          <p:nvPr/>
        </p:nvCxnSpPr>
        <p:spPr>
          <a:xfrm flipV="1">
            <a:off x="1275034" y="1462497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0" name="直接连接符 769">
            <a:extLst>
              <a:ext uri="{FF2B5EF4-FFF2-40B4-BE49-F238E27FC236}">
                <a16:creationId xmlns:a16="http://schemas.microsoft.com/office/drawing/2014/main" id="{CF70E034-EE68-2864-3A52-DD7079429910}"/>
              </a:ext>
            </a:extLst>
          </p:cNvPr>
          <p:cNvCxnSpPr/>
          <p:nvPr/>
        </p:nvCxnSpPr>
        <p:spPr>
          <a:xfrm>
            <a:off x="1320723" y="1462497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1" name="直接连接符 770">
            <a:extLst>
              <a:ext uri="{FF2B5EF4-FFF2-40B4-BE49-F238E27FC236}">
                <a16:creationId xmlns:a16="http://schemas.microsoft.com/office/drawing/2014/main" id="{BF4FF102-0A26-4D5E-4B2E-65729985B3D5}"/>
              </a:ext>
            </a:extLst>
          </p:cNvPr>
          <p:cNvCxnSpPr/>
          <p:nvPr/>
        </p:nvCxnSpPr>
        <p:spPr>
          <a:xfrm flipV="1">
            <a:off x="1343568" y="1459983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2" name="直接连接符 771">
            <a:extLst>
              <a:ext uri="{FF2B5EF4-FFF2-40B4-BE49-F238E27FC236}">
                <a16:creationId xmlns:a16="http://schemas.microsoft.com/office/drawing/2014/main" id="{1FC9BCA4-F735-3800-8926-1C270320D038}"/>
              </a:ext>
            </a:extLst>
          </p:cNvPr>
          <p:cNvCxnSpPr/>
          <p:nvPr/>
        </p:nvCxnSpPr>
        <p:spPr>
          <a:xfrm>
            <a:off x="1389257" y="145998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3" name="直接连接符 772">
            <a:extLst>
              <a:ext uri="{FF2B5EF4-FFF2-40B4-BE49-F238E27FC236}">
                <a16:creationId xmlns:a16="http://schemas.microsoft.com/office/drawing/2014/main" id="{7B8FE3C1-BB7C-43A1-04C4-19DD106595A4}"/>
              </a:ext>
            </a:extLst>
          </p:cNvPr>
          <p:cNvCxnSpPr/>
          <p:nvPr/>
        </p:nvCxnSpPr>
        <p:spPr>
          <a:xfrm flipV="1">
            <a:off x="1412102" y="1457470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4" name="直接连接符 773">
            <a:extLst>
              <a:ext uri="{FF2B5EF4-FFF2-40B4-BE49-F238E27FC236}">
                <a16:creationId xmlns:a16="http://schemas.microsoft.com/office/drawing/2014/main" id="{2DF56770-01FD-372B-E93A-324F517C5D6D}"/>
              </a:ext>
            </a:extLst>
          </p:cNvPr>
          <p:cNvCxnSpPr/>
          <p:nvPr/>
        </p:nvCxnSpPr>
        <p:spPr>
          <a:xfrm>
            <a:off x="1457791" y="145747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5" name="直接连接符 774">
            <a:extLst>
              <a:ext uri="{FF2B5EF4-FFF2-40B4-BE49-F238E27FC236}">
                <a16:creationId xmlns:a16="http://schemas.microsoft.com/office/drawing/2014/main" id="{92A51C49-56CA-7597-C783-BBC2211DAC12}"/>
              </a:ext>
            </a:extLst>
          </p:cNvPr>
          <p:cNvCxnSpPr/>
          <p:nvPr/>
        </p:nvCxnSpPr>
        <p:spPr>
          <a:xfrm flipV="1">
            <a:off x="1480636" y="1454957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6" name="直接连接符 775">
            <a:extLst>
              <a:ext uri="{FF2B5EF4-FFF2-40B4-BE49-F238E27FC236}">
                <a16:creationId xmlns:a16="http://schemas.microsoft.com/office/drawing/2014/main" id="{2E0BB6D0-A2F4-F2AB-C94B-49A714A8E4B5}"/>
              </a:ext>
            </a:extLst>
          </p:cNvPr>
          <p:cNvCxnSpPr/>
          <p:nvPr/>
        </p:nvCxnSpPr>
        <p:spPr>
          <a:xfrm flipV="1">
            <a:off x="1549170" y="1453490"/>
            <a:ext cx="17163" cy="63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7" name="直接连接符 776">
            <a:extLst>
              <a:ext uri="{FF2B5EF4-FFF2-40B4-BE49-F238E27FC236}">
                <a16:creationId xmlns:a16="http://schemas.microsoft.com/office/drawing/2014/main" id="{945DB927-8D95-AC93-FB09-C31C552F08AB}"/>
              </a:ext>
            </a:extLst>
          </p:cNvPr>
          <p:cNvCxnSpPr/>
          <p:nvPr/>
        </p:nvCxnSpPr>
        <p:spPr>
          <a:xfrm flipV="1">
            <a:off x="1566333" y="1452444"/>
            <a:ext cx="28526" cy="104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8" name="直接连接符 777">
            <a:extLst>
              <a:ext uri="{FF2B5EF4-FFF2-40B4-BE49-F238E27FC236}">
                <a16:creationId xmlns:a16="http://schemas.microsoft.com/office/drawing/2014/main" id="{1CBF1B78-957C-9C3A-4802-EF9577898485}"/>
              </a:ext>
            </a:extLst>
          </p:cNvPr>
          <p:cNvCxnSpPr/>
          <p:nvPr/>
        </p:nvCxnSpPr>
        <p:spPr>
          <a:xfrm>
            <a:off x="1594859" y="145244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9" name="直接连接符 778">
            <a:extLst>
              <a:ext uri="{FF2B5EF4-FFF2-40B4-BE49-F238E27FC236}">
                <a16:creationId xmlns:a16="http://schemas.microsoft.com/office/drawing/2014/main" id="{D33465D1-F3C8-39AD-4C52-F7F72023A574}"/>
              </a:ext>
            </a:extLst>
          </p:cNvPr>
          <p:cNvCxnSpPr/>
          <p:nvPr/>
        </p:nvCxnSpPr>
        <p:spPr>
          <a:xfrm flipV="1">
            <a:off x="1617704" y="1449931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0" name="直接连接符 779">
            <a:extLst>
              <a:ext uri="{FF2B5EF4-FFF2-40B4-BE49-F238E27FC236}">
                <a16:creationId xmlns:a16="http://schemas.microsoft.com/office/drawing/2014/main" id="{EE1FE93C-D62C-F718-DD08-1244AF655658}"/>
              </a:ext>
            </a:extLst>
          </p:cNvPr>
          <p:cNvCxnSpPr/>
          <p:nvPr/>
        </p:nvCxnSpPr>
        <p:spPr>
          <a:xfrm>
            <a:off x="1663393" y="144993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直接连接符 780">
            <a:extLst>
              <a:ext uri="{FF2B5EF4-FFF2-40B4-BE49-F238E27FC236}">
                <a16:creationId xmlns:a16="http://schemas.microsoft.com/office/drawing/2014/main" id="{F1192807-B506-BAC0-C0A5-F0C3129408C4}"/>
              </a:ext>
            </a:extLst>
          </p:cNvPr>
          <p:cNvCxnSpPr/>
          <p:nvPr/>
        </p:nvCxnSpPr>
        <p:spPr>
          <a:xfrm flipV="1">
            <a:off x="1686238" y="1447418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2" name="直接连接符 781">
            <a:extLst>
              <a:ext uri="{FF2B5EF4-FFF2-40B4-BE49-F238E27FC236}">
                <a16:creationId xmlns:a16="http://schemas.microsoft.com/office/drawing/2014/main" id="{C4C7B3E4-7E3D-98AE-A860-E238EDFC0C3F}"/>
              </a:ext>
            </a:extLst>
          </p:cNvPr>
          <p:cNvCxnSpPr/>
          <p:nvPr/>
        </p:nvCxnSpPr>
        <p:spPr>
          <a:xfrm>
            <a:off x="1731927" y="144741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3" name="直接连接符 782">
            <a:extLst>
              <a:ext uri="{FF2B5EF4-FFF2-40B4-BE49-F238E27FC236}">
                <a16:creationId xmlns:a16="http://schemas.microsoft.com/office/drawing/2014/main" id="{18281E45-691B-CDC3-DCAD-8B6210C5E9B3}"/>
              </a:ext>
            </a:extLst>
          </p:cNvPr>
          <p:cNvCxnSpPr/>
          <p:nvPr/>
        </p:nvCxnSpPr>
        <p:spPr>
          <a:xfrm flipV="1">
            <a:off x="1754772" y="1444905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4" name="直接连接符 783">
            <a:extLst>
              <a:ext uri="{FF2B5EF4-FFF2-40B4-BE49-F238E27FC236}">
                <a16:creationId xmlns:a16="http://schemas.microsoft.com/office/drawing/2014/main" id="{1B7E6636-AEA3-7E92-5382-0356637A437A}"/>
              </a:ext>
            </a:extLst>
          </p:cNvPr>
          <p:cNvCxnSpPr/>
          <p:nvPr/>
        </p:nvCxnSpPr>
        <p:spPr>
          <a:xfrm>
            <a:off x="1800461" y="144490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5" name="直接连接符 784">
            <a:extLst>
              <a:ext uri="{FF2B5EF4-FFF2-40B4-BE49-F238E27FC236}">
                <a16:creationId xmlns:a16="http://schemas.microsoft.com/office/drawing/2014/main" id="{3AD44525-EBFE-8DF7-F369-0D2D1DDA4A01}"/>
              </a:ext>
            </a:extLst>
          </p:cNvPr>
          <p:cNvCxnSpPr/>
          <p:nvPr/>
        </p:nvCxnSpPr>
        <p:spPr>
          <a:xfrm flipV="1">
            <a:off x="1823305" y="1442392"/>
            <a:ext cx="45690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6" name="直接连接符 785">
            <a:extLst>
              <a:ext uri="{FF2B5EF4-FFF2-40B4-BE49-F238E27FC236}">
                <a16:creationId xmlns:a16="http://schemas.microsoft.com/office/drawing/2014/main" id="{0EA60C2F-229D-0C50-2C97-D14842496FB8}"/>
              </a:ext>
            </a:extLst>
          </p:cNvPr>
          <p:cNvCxnSpPr/>
          <p:nvPr/>
        </p:nvCxnSpPr>
        <p:spPr>
          <a:xfrm>
            <a:off x="1868995" y="1442392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7" name="直接连接符 786">
            <a:extLst>
              <a:ext uri="{FF2B5EF4-FFF2-40B4-BE49-F238E27FC236}">
                <a16:creationId xmlns:a16="http://schemas.microsoft.com/office/drawing/2014/main" id="{212AD013-3F2F-B061-8DEB-1FD60C658271}"/>
              </a:ext>
            </a:extLst>
          </p:cNvPr>
          <p:cNvCxnSpPr/>
          <p:nvPr/>
        </p:nvCxnSpPr>
        <p:spPr>
          <a:xfrm flipV="1">
            <a:off x="1891840" y="1440295"/>
            <a:ext cx="34327" cy="125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8" name="直接连接符 787">
            <a:extLst>
              <a:ext uri="{FF2B5EF4-FFF2-40B4-BE49-F238E27FC236}">
                <a16:creationId xmlns:a16="http://schemas.microsoft.com/office/drawing/2014/main" id="{AEEBBC15-B9C1-A0A7-A410-7724F51D113B}"/>
              </a:ext>
            </a:extLst>
          </p:cNvPr>
          <p:cNvCxnSpPr/>
          <p:nvPr/>
        </p:nvCxnSpPr>
        <p:spPr>
          <a:xfrm flipV="1">
            <a:off x="1926167" y="1440087"/>
            <a:ext cx="11367" cy="20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9" name="直接连接符 788">
            <a:extLst>
              <a:ext uri="{FF2B5EF4-FFF2-40B4-BE49-F238E27FC236}">
                <a16:creationId xmlns:a16="http://schemas.microsoft.com/office/drawing/2014/main" id="{604D0EC7-1516-4A4A-54EA-ADDC43EDE959}"/>
              </a:ext>
            </a:extLst>
          </p:cNvPr>
          <p:cNvCxnSpPr/>
          <p:nvPr/>
        </p:nvCxnSpPr>
        <p:spPr>
          <a:xfrm>
            <a:off x="1937534" y="1440087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0" name="直接连接符 789">
            <a:extLst>
              <a:ext uri="{FF2B5EF4-FFF2-40B4-BE49-F238E27FC236}">
                <a16:creationId xmlns:a16="http://schemas.microsoft.com/office/drawing/2014/main" id="{6EC3A106-C695-22F2-7B3E-865848016856}"/>
              </a:ext>
            </a:extLst>
          </p:cNvPr>
          <p:cNvCxnSpPr/>
          <p:nvPr/>
        </p:nvCxnSpPr>
        <p:spPr>
          <a:xfrm flipV="1">
            <a:off x="1960391" y="1438830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1" name="直接连接符 790">
            <a:extLst>
              <a:ext uri="{FF2B5EF4-FFF2-40B4-BE49-F238E27FC236}">
                <a16:creationId xmlns:a16="http://schemas.microsoft.com/office/drawing/2014/main" id="{7B7708E4-71B1-8F11-B5E1-DAAB8AA91E38}"/>
              </a:ext>
            </a:extLst>
          </p:cNvPr>
          <p:cNvCxnSpPr/>
          <p:nvPr/>
        </p:nvCxnSpPr>
        <p:spPr>
          <a:xfrm>
            <a:off x="2006103" y="143883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" name="直接连接符 791">
            <a:extLst>
              <a:ext uri="{FF2B5EF4-FFF2-40B4-BE49-F238E27FC236}">
                <a16:creationId xmlns:a16="http://schemas.microsoft.com/office/drawing/2014/main" id="{D6D9F6CA-8633-93DC-6E37-988419D5863F}"/>
              </a:ext>
            </a:extLst>
          </p:cNvPr>
          <p:cNvCxnSpPr/>
          <p:nvPr/>
        </p:nvCxnSpPr>
        <p:spPr>
          <a:xfrm flipV="1">
            <a:off x="2028959" y="1437573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3" name="直接连接符 792">
            <a:extLst>
              <a:ext uri="{FF2B5EF4-FFF2-40B4-BE49-F238E27FC236}">
                <a16:creationId xmlns:a16="http://schemas.microsoft.com/office/drawing/2014/main" id="{3132D545-613B-3225-8767-B8E7ED43CB1F}"/>
              </a:ext>
            </a:extLst>
          </p:cNvPr>
          <p:cNvCxnSpPr/>
          <p:nvPr/>
        </p:nvCxnSpPr>
        <p:spPr>
          <a:xfrm flipV="1">
            <a:off x="2097528" y="1436316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4" name="直接连接符 793">
            <a:extLst>
              <a:ext uri="{FF2B5EF4-FFF2-40B4-BE49-F238E27FC236}">
                <a16:creationId xmlns:a16="http://schemas.microsoft.com/office/drawing/2014/main" id="{EB65EEA9-1623-7BE8-232D-2AA7E96E44F6}"/>
              </a:ext>
            </a:extLst>
          </p:cNvPr>
          <p:cNvCxnSpPr/>
          <p:nvPr/>
        </p:nvCxnSpPr>
        <p:spPr>
          <a:xfrm flipV="1">
            <a:off x="2166096" y="1435058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5" name="直接连接符 794">
            <a:extLst>
              <a:ext uri="{FF2B5EF4-FFF2-40B4-BE49-F238E27FC236}">
                <a16:creationId xmlns:a16="http://schemas.microsoft.com/office/drawing/2014/main" id="{E14F3E91-E761-EC8A-7445-D20B1F2D650E}"/>
              </a:ext>
            </a:extLst>
          </p:cNvPr>
          <p:cNvCxnSpPr/>
          <p:nvPr/>
        </p:nvCxnSpPr>
        <p:spPr>
          <a:xfrm>
            <a:off x="2211808" y="143505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6" name="直接连接符 795">
            <a:extLst>
              <a:ext uri="{FF2B5EF4-FFF2-40B4-BE49-F238E27FC236}">
                <a16:creationId xmlns:a16="http://schemas.microsoft.com/office/drawing/2014/main" id="{E975E7BB-679B-933F-C733-1C021C62E3C9}"/>
              </a:ext>
            </a:extLst>
          </p:cNvPr>
          <p:cNvCxnSpPr/>
          <p:nvPr/>
        </p:nvCxnSpPr>
        <p:spPr>
          <a:xfrm flipV="1">
            <a:off x="2234665" y="1433801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7" name="直接连接符 796">
            <a:extLst>
              <a:ext uri="{FF2B5EF4-FFF2-40B4-BE49-F238E27FC236}">
                <a16:creationId xmlns:a16="http://schemas.microsoft.com/office/drawing/2014/main" id="{82FFD029-D17A-DFB0-B76B-145B098A4344}"/>
              </a:ext>
            </a:extLst>
          </p:cNvPr>
          <p:cNvCxnSpPr/>
          <p:nvPr/>
        </p:nvCxnSpPr>
        <p:spPr>
          <a:xfrm>
            <a:off x="230323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8" name="直接连接符 797">
            <a:extLst>
              <a:ext uri="{FF2B5EF4-FFF2-40B4-BE49-F238E27FC236}">
                <a16:creationId xmlns:a16="http://schemas.microsoft.com/office/drawing/2014/main" id="{A544F553-7092-9090-C4FF-1CD8A6C158E5}"/>
              </a:ext>
            </a:extLst>
          </p:cNvPr>
          <p:cNvCxnSpPr/>
          <p:nvPr/>
        </p:nvCxnSpPr>
        <p:spPr>
          <a:xfrm>
            <a:off x="234895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" name="直接连接符 798">
            <a:extLst>
              <a:ext uri="{FF2B5EF4-FFF2-40B4-BE49-F238E27FC236}">
                <a16:creationId xmlns:a16="http://schemas.microsoft.com/office/drawing/2014/main" id="{DD47D23D-F436-33C3-F0A1-5DC91ACF7F81}"/>
              </a:ext>
            </a:extLst>
          </p:cNvPr>
          <p:cNvCxnSpPr/>
          <p:nvPr/>
        </p:nvCxnSpPr>
        <p:spPr>
          <a:xfrm>
            <a:off x="237181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0" name="直接连接符 799">
            <a:extLst>
              <a:ext uri="{FF2B5EF4-FFF2-40B4-BE49-F238E27FC236}">
                <a16:creationId xmlns:a16="http://schemas.microsoft.com/office/drawing/2014/main" id="{75491445-0FF0-2231-8691-DD83924CD774}"/>
              </a:ext>
            </a:extLst>
          </p:cNvPr>
          <p:cNvCxnSpPr/>
          <p:nvPr/>
        </p:nvCxnSpPr>
        <p:spPr>
          <a:xfrm>
            <a:off x="241753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1" name="直接连接符 800">
            <a:extLst>
              <a:ext uri="{FF2B5EF4-FFF2-40B4-BE49-F238E27FC236}">
                <a16:creationId xmlns:a16="http://schemas.microsoft.com/office/drawing/2014/main" id="{FE5263F1-1604-E7D3-3F5A-1C1FF4689514}"/>
              </a:ext>
            </a:extLst>
          </p:cNvPr>
          <p:cNvCxnSpPr/>
          <p:nvPr/>
        </p:nvCxnSpPr>
        <p:spPr>
          <a:xfrm>
            <a:off x="244039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直接连接符 801">
            <a:extLst>
              <a:ext uri="{FF2B5EF4-FFF2-40B4-BE49-F238E27FC236}">
                <a16:creationId xmlns:a16="http://schemas.microsoft.com/office/drawing/2014/main" id="{03DE8617-811A-6EB1-FBA5-647D5E8A0D85}"/>
              </a:ext>
            </a:extLst>
          </p:cNvPr>
          <p:cNvCxnSpPr/>
          <p:nvPr/>
        </p:nvCxnSpPr>
        <p:spPr>
          <a:xfrm>
            <a:off x="250897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直接连接符 802">
            <a:extLst>
              <a:ext uri="{FF2B5EF4-FFF2-40B4-BE49-F238E27FC236}">
                <a16:creationId xmlns:a16="http://schemas.microsoft.com/office/drawing/2014/main" id="{05458473-7B91-DCAC-0D8E-A4877A95856B}"/>
              </a:ext>
            </a:extLst>
          </p:cNvPr>
          <p:cNvCxnSpPr/>
          <p:nvPr/>
        </p:nvCxnSpPr>
        <p:spPr>
          <a:xfrm>
            <a:off x="255469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直接连接符 803">
            <a:extLst>
              <a:ext uri="{FF2B5EF4-FFF2-40B4-BE49-F238E27FC236}">
                <a16:creationId xmlns:a16="http://schemas.microsoft.com/office/drawing/2014/main" id="{98A9FF4B-3550-4E20-DF3A-234991914BE2}"/>
              </a:ext>
            </a:extLst>
          </p:cNvPr>
          <p:cNvCxnSpPr/>
          <p:nvPr/>
        </p:nvCxnSpPr>
        <p:spPr>
          <a:xfrm>
            <a:off x="257755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直接连接符 804">
            <a:extLst>
              <a:ext uri="{FF2B5EF4-FFF2-40B4-BE49-F238E27FC236}">
                <a16:creationId xmlns:a16="http://schemas.microsoft.com/office/drawing/2014/main" id="{640D3B8A-2502-4DC7-35F6-E6FA4D4F855F}"/>
              </a:ext>
            </a:extLst>
          </p:cNvPr>
          <p:cNvCxnSpPr/>
          <p:nvPr/>
        </p:nvCxnSpPr>
        <p:spPr>
          <a:xfrm>
            <a:off x="264613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直接连接符 805">
            <a:extLst>
              <a:ext uri="{FF2B5EF4-FFF2-40B4-BE49-F238E27FC236}">
                <a16:creationId xmlns:a16="http://schemas.microsoft.com/office/drawing/2014/main" id="{B7C589EC-572A-E10F-1245-4DFA8B7B3916}"/>
              </a:ext>
            </a:extLst>
          </p:cNvPr>
          <p:cNvCxnSpPr/>
          <p:nvPr/>
        </p:nvCxnSpPr>
        <p:spPr>
          <a:xfrm>
            <a:off x="269185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7" name="直接连接符 806">
            <a:extLst>
              <a:ext uri="{FF2B5EF4-FFF2-40B4-BE49-F238E27FC236}">
                <a16:creationId xmlns:a16="http://schemas.microsoft.com/office/drawing/2014/main" id="{A4AC074A-F4BD-A872-B1D9-F13FBCE9DB18}"/>
              </a:ext>
            </a:extLst>
          </p:cNvPr>
          <p:cNvCxnSpPr/>
          <p:nvPr/>
        </p:nvCxnSpPr>
        <p:spPr>
          <a:xfrm>
            <a:off x="271471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直接连接符 807">
            <a:extLst>
              <a:ext uri="{FF2B5EF4-FFF2-40B4-BE49-F238E27FC236}">
                <a16:creationId xmlns:a16="http://schemas.microsoft.com/office/drawing/2014/main" id="{85E286B3-B31A-AF53-B6C0-60AE6F4BC816}"/>
              </a:ext>
            </a:extLst>
          </p:cNvPr>
          <p:cNvCxnSpPr/>
          <p:nvPr/>
        </p:nvCxnSpPr>
        <p:spPr>
          <a:xfrm>
            <a:off x="2760436" y="143369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直接连接符 808">
            <a:extLst>
              <a:ext uri="{FF2B5EF4-FFF2-40B4-BE49-F238E27FC236}">
                <a16:creationId xmlns:a16="http://schemas.microsoft.com/office/drawing/2014/main" id="{B3BB9C7D-03D5-87A7-0C2F-08C2DAD268DC}"/>
              </a:ext>
            </a:extLst>
          </p:cNvPr>
          <p:cNvCxnSpPr/>
          <p:nvPr/>
        </p:nvCxnSpPr>
        <p:spPr>
          <a:xfrm>
            <a:off x="278329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直接连接符 809">
            <a:extLst>
              <a:ext uri="{FF2B5EF4-FFF2-40B4-BE49-F238E27FC236}">
                <a16:creationId xmlns:a16="http://schemas.microsoft.com/office/drawing/2014/main" id="{5130141C-F49A-3110-9802-9C0CC81F472B}"/>
              </a:ext>
            </a:extLst>
          </p:cNvPr>
          <p:cNvCxnSpPr/>
          <p:nvPr/>
        </p:nvCxnSpPr>
        <p:spPr>
          <a:xfrm>
            <a:off x="285187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直接连接符 810">
            <a:extLst>
              <a:ext uri="{FF2B5EF4-FFF2-40B4-BE49-F238E27FC236}">
                <a16:creationId xmlns:a16="http://schemas.microsoft.com/office/drawing/2014/main" id="{BF27590E-E37A-8C03-CE20-967290CC3D94}"/>
              </a:ext>
            </a:extLst>
          </p:cNvPr>
          <p:cNvCxnSpPr/>
          <p:nvPr/>
        </p:nvCxnSpPr>
        <p:spPr>
          <a:xfrm>
            <a:off x="2920456" y="1433698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2" name="直接连接符 811">
            <a:extLst>
              <a:ext uri="{FF2B5EF4-FFF2-40B4-BE49-F238E27FC236}">
                <a16:creationId xmlns:a16="http://schemas.microsoft.com/office/drawing/2014/main" id="{D7BA45FA-5AA9-A906-7E6B-ED2261E21272}"/>
              </a:ext>
            </a:extLst>
          </p:cNvPr>
          <p:cNvCxnSpPr/>
          <p:nvPr/>
        </p:nvCxnSpPr>
        <p:spPr>
          <a:xfrm>
            <a:off x="2989036" y="1433698"/>
            <a:ext cx="1663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直接连接符 812">
            <a:extLst>
              <a:ext uri="{FF2B5EF4-FFF2-40B4-BE49-F238E27FC236}">
                <a16:creationId xmlns:a16="http://schemas.microsoft.com/office/drawing/2014/main" id="{2266C357-99F5-5299-2741-FA47C3412EB6}"/>
              </a:ext>
            </a:extLst>
          </p:cNvPr>
          <p:cNvCxnSpPr/>
          <p:nvPr/>
        </p:nvCxnSpPr>
        <p:spPr>
          <a:xfrm flipV="1">
            <a:off x="3005667" y="1433165"/>
            <a:ext cx="29084" cy="53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4" name="直接连接符 813">
            <a:extLst>
              <a:ext uri="{FF2B5EF4-FFF2-40B4-BE49-F238E27FC236}">
                <a16:creationId xmlns:a16="http://schemas.microsoft.com/office/drawing/2014/main" id="{EFD61100-A5C0-5B0A-488E-9D02F13E9147}"/>
              </a:ext>
            </a:extLst>
          </p:cNvPr>
          <p:cNvCxnSpPr/>
          <p:nvPr/>
        </p:nvCxnSpPr>
        <p:spPr>
          <a:xfrm>
            <a:off x="3034751" y="143316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5" name="直接连接符 814">
            <a:extLst>
              <a:ext uri="{FF2B5EF4-FFF2-40B4-BE49-F238E27FC236}">
                <a16:creationId xmlns:a16="http://schemas.microsoft.com/office/drawing/2014/main" id="{CD440281-E3CE-80A7-E06E-3CE146380618}"/>
              </a:ext>
            </a:extLst>
          </p:cNvPr>
          <p:cNvCxnSpPr/>
          <p:nvPr/>
        </p:nvCxnSpPr>
        <p:spPr>
          <a:xfrm flipV="1">
            <a:off x="3057607" y="1431908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直接连接符 815">
            <a:extLst>
              <a:ext uri="{FF2B5EF4-FFF2-40B4-BE49-F238E27FC236}">
                <a16:creationId xmlns:a16="http://schemas.microsoft.com/office/drawing/2014/main" id="{1033503B-0DC6-B3A5-D76A-5C7529A3A279}"/>
              </a:ext>
            </a:extLst>
          </p:cNvPr>
          <p:cNvCxnSpPr/>
          <p:nvPr/>
        </p:nvCxnSpPr>
        <p:spPr>
          <a:xfrm>
            <a:off x="3103319" y="1431908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7" name="直接连接符 816">
            <a:extLst>
              <a:ext uri="{FF2B5EF4-FFF2-40B4-BE49-F238E27FC236}">
                <a16:creationId xmlns:a16="http://schemas.microsoft.com/office/drawing/2014/main" id="{EFEA3472-C451-F32C-1B4C-6A90E3796E1D}"/>
              </a:ext>
            </a:extLst>
          </p:cNvPr>
          <p:cNvCxnSpPr/>
          <p:nvPr/>
        </p:nvCxnSpPr>
        <p:spPr>
          <a:xfrm flipV="1">
            <a:off x="3126176" y="1430650"/>
            <a:ext cx="45712" cy="83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直接连接符 817">
            <a:extLst>
              <a:ext uri="{FF2B5EF4-FFF2-40B4-BE49-F238E27FC236}">
                <a16:creationId xmlns:a16="http://schemas.microsoft.com/office/drawing/2014/main" id="{D5EDB54B-414D-E0D9-1D8A-B5D81B9C215A}"/>
              </a:ext>
            </a:extLst>
          </p:cNvPr>
          <p:cNvCxnSpPr/>
          <p:nvPr/>
        </p:nvCxnSpPr>
        <p:spPr>
          <a:xfrm flipV="1">
            <a:off x="3194744" y="1429393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直接连接符 818">
            <a:extLst>
              <a:ext uri="{FF2B5EF4-FFF2-40B4-BE49-F238E27FC236}">
                <a16:creationId xmlns:a16="http://schemas.microsoft.com/office/drawing/2014/main" id="{07FEA942-B830-7274-9C50-2E710E3FCE9B}"/>
              </a:ext>
            </a:extLst>
          </p:cNvPr>
          <p:cNvCxnSpPr/>
          <p:nvPr/>
        </p:nvCxnSpPr>
        <p:spPr>
          <a:xfrm flipV="1">
            <a:off x="3263313" y="1428136"/>
            <a:ext cx="45712" cy="83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0" name="直接连接符 819">
            <a:extLst>
              <a:ext uri="{FF2B5EF4-FFF2-40B4-BE49-F238E27FC236}">
                <a16:creationId xmlns:a16="http://schemas.microsoft.com/office/drawing/2014/main" id="{49749BB8-F397-310E-1F8C-F5A5FF5E7E05}"/>
              </a:ext>
            </a:extLst>
          </p:cNvPr>
          <p:cNvCxnSpPr/>
          <p:nvPr/>
        </p:nvCxnSpPr>
        <p:spPr>
          <a:xfrm flipV="1">
            <a:off x="3331881" y="1427101"/>
            <a:ext cx="33619" cy="61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直接连接符 820">
            <a:extLst>
              <a:ext uri="{FF2B5EF4-FFF2-40B4-BE49-F238E27FC236}">
                <a16:creationId xmlns:a16="http://schemas.microsoft.com/office/drawing/2014/main" id="{58DA10B5-33D0-51D4-7158-7C08D0780AD6}"/>
              </a:ext>
            </a:extLst>
          </p:cNvPr>
          <p:cNvCxnSpPr/>
          <p:nvPr/>
        </p:nvCxnSpPr>
        <p:spPr>
          <a:xfrm>
            <a:off x="3365500" y="1427101"/>
            <a:ext cx="12095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2" name="直接连接符 821">
            <a:extLst>
              <a:ext uri="{FF2B5EF4-FFF2-40B4-BE49-F238E27FC236}">
                <a16:creationId xmlns:a16="http://schemas.microsoft.com/office/drawing/2014/main" id="{84E579B4-1ABC-B899-B137-0CF05C5B0B5F}"/>
              </a:ext>
            </a:extLst>
          </p:cNvPr>
          <p:cNvCxnSpPr/>
          <p:nvPr/>
        </p:nvCxnSpPr>
        <p:spPr>
          <a:xfrm>
            <a:off x="337759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直接连接符 822">
            <a:extLst>
              <a:ext uri="{FF2B5EF4-FFF2-40B4-BE49-F238E27FC236}">
                <a16:creationId xmlns:a16="http://schemas.microsoft.com/office/drawing/2014/main" id="{C329C911-30A8-AC5D-8ACD-46FBBBCFCB29}"/>
              </a:ext>
            </a:extLst>
          </p:cNvPr>
          <p:cNvCxnSpPr/>
          <p:nvPr/>
        </p:nvCxnSpPr>
        <p:spPr>
          <a:xfrm>
            <a:off x="340045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4" name="直接连接符 823">
            <a:extLst>
              <a:ext uri="{FF2B5EF4-FFF2-40B4-BE49-F238E27FC236}">
                <a16:creationId xmlns:a16="http://schemas.microsoft.com/office/drawing/2014/main" id="{A6883F20-18D2-AF83-E3AF-B3DC437AFAEE}"/>
              </a:ext>
            </a:extLst>
          </p:cNvPr>
          <p:cNvCxnSpPr/>
          <p:nvPr/>
        </p:nvCxnSpPr>
        <p:spPr>
          <a:xfrm>
            <a:off x="346903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直接连接符 824">
            <a:extLst>
              <a:ext uri="{FF2B5EF4-FFF2-40B4-BE49-F238E27FC236}">
                <a16:creationId xmlns:a16="http://schemas.microsoft.com/office/drawing/2014/main" id="{913AA640-B92A-0FA3-A513-78E2855B8801}"/>
              </a:ext>
            </a:extLst>
          </p:cNvPr>
          <p:cNvCxnSpPr/>
          <p:nvPr/>
        </p:nvCxnSpPr>
        <p:spPr>
          <a:xfrm>
            <a:off x="3514755" y="1427101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直接连接符 825">
            <a:extLst>
              <a:ext uri="{FF2B5EF4-FFF2-40B4-BE49-F238E27FC236}">
                <a16:creationId xmlns:a16="http://schemas.microsoft.com/office/drawing/2014/main" id="{41A3B6D0-1148-CBA9-0D11-AE0C10563012}"/>
              </a:ext>
            </a:extLst>
          </p:cNvPr>
          <p:cNvCxnSpPr/>
          <p:nvPr/>
        </p:nvCxnSpPr>
        <p:spPr>
          <a:xfrm>
            <a:off x="3537615" y="1427101"/>
            <a:ext cx="457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直接连接符 826">
            <a:extLst>
              <a:ext uri="{FF2B5EF4-FFF2-40B4-BE49-F238E27FC236}">
                <a16:creationId xmlns:a16="http://schemas.microsoft.com/office/drawing/2014/main" id="{456D1227-127B-F35E-D289-92B09B7108B0}"/>
              </a:ext>
            </a:extLst>
          </p:cNvPr>
          <p:cNvCxnSpPr/>
          <p:nvPr/>
        </p:nvCxnSpPr>
        <p:spPr>
          <a:xfrm>
            <a:off x="3583336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直接连接符 827">
            <a:extLst>
              <a:ext uri="{FF2B5EF4-FFF2-40B4-BE49-F238E27FC236}">
                <a16:creationId xmlns:a16="http://schemas.microsoft.com/office/drawing/2014/main" id="{4E45E68E-8B9E-F9E9-5CA2-291FAC668167}"/>
              </a:ext>
            </a:extLst>
          </p:cNvPr>
          <p:cNvCxnSpPr/>
          <p:nvPr/>
        </p:nvCxnSpPr>
        <p:spPr>
          <a:xfrm>
            <a:off x="360619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直接连接符 828">
            <a:extLst>
              <a:ext uri="{FF2B5EF4-FFF2-40B4-BE49-F238E27FC236}">
                <a16:creationId xmlns:a16="http://schemas.microsoft.com/office/drawing/2014/main" id="{58DD6AA8-3938-D051-D856-6348EB2E9B8B}"/>
              </a:ext>
            </a:extLst>
          </p:cNvPr>
          <p:cNvCxnSpPr/>
          <p:nvPr/>
        </p:nvCxnSpPr>
        <p:spPr>
          <a:xfrm>
            <a:off x="365191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0" name="直接连接符 829">
            <a:extLst>
              <a:ext uri="{FF2B5EF4-FFF2-40B4-BE49-F238E27FC236}">
                <a16:creationId xmlns:a16="http://schemas.microsoft.com/office/drawing/2014/main" id="{DFFB6CDA-43A5-A420-2E35-958075B276EC}"/>
              </a:ext>
            </a:extLst>
          </p:cNvPr>
          <p:cNvCxnSpPr/>
          <p:nvPr/>
        </p:nvCxnSpPr>
        <p:spPr>
          <a:xfrm>
            <a:off x="367477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1" name="直接连接符 830">
            <a:extLst>
              <a:ext uri="{FF2B5EF4-FFF2-40B4-BE49-F238E27FC236}">
                <a16:creationId xmlns:a16="http://schemas.microsoft.com/office/drawing/2014/main" id="{57683B66-BB4B-9B32-FD96-49ED4A9F3B23}"/>
              </a:ext>
            </a:extLst>
          </p:cNvPr>
          <p:cNvCxnSpPr/>
          <p:nvPr/>
        </p:nvCxnSpPr>
        <p:spPr>
          <a:xfrm>
            <a:off x="372049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2" name="直接连接符 831">
            <a:extLst>
              <a:ext uri="{FF2B5EF4-FFF2-40B4-BE49-F238E27FC236}">
                <a16:creationId xmlns:a16="http://schemas.microsoft.com/office/drawing/2014/main" id="{BE66AEF5-93E5-A29B-49BE-24BEAF09441D}"/>
              </a:ext>
            </a:extLst>
          </p:cNvPr>
          <p:cNvCxnSpPr/>
          <p:nvPr/>
        </p:nvCxnSpPr>
        <p:spPr>
          <a:xfrm>
            <a:off x="374335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3" name="直接连接符 832">
            <a:extLst>
              <a:ext uri="{FF2B5EF4-FFF2-40B4-BE49-F238E27FC236}">
                <a16:creationId xmlns:a16="http://schemas.microsoft.com/office/drawing/2014/main" id="{0729FF0B-57E5-BF5C-A778-2324BBEC0A18}"/>
              </a:ext>
            </a:extLst>
          </p:cNvPr>
          <p:cNvCxnSpPr/>
          <p:nvPr/>
        </p:nvCxnSpPr>
        <p:spPr>
          <a:xfrm>
            <a:off x="378907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4" name="直接连接符 833">
            <a:extLst>
              <a:ext uri="{FF2B5EF4-FFF2-40B4-BE49-F238E27FC236}">
                <a16:creationId xmlns:a16="http://schemas.microsoft.com/office/drawing/2014/main" id="{DA2371EB-49ED-580A-B9F4-534ED83C3FD2}"/>
              </a:ext>
            </a:extLst>
          </p:cNvPr>
          <p:cNvCxnSpPr/>
          <p:nvPr/>
        </p:nvCxnSpPr>
        <p:spPr>
          <a:xfrm>
            <a:off x="381193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5" name="直接连接符 834">
            <a:extLst>
              <a:ext uri="{FF2B5EF4-FFF2-40B4-BE49-F238E27FC236}">
                <a16:creationId xmlns:a16="http://schemas.microsoft.com/office/drawing/2014/main" id="{9337BD2D-D9C8-1938-4ED3-05CA40077FFF}"/>
              </a:ext>
            </a:extLst>
          </p:cNvPr>
          <p:cNvCxnSpPr/>
          <p:nvPr/>
        </p:nvCxnSpPr>
        <p:spPr>
          <a:xfrm>
            <a:off x="3857655" y="1427101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6" name="直接连接符 835">
            <a:extLst>
              <a:ext uri="{FF2B5EF4-FFF2-40B4-BE49-F238E27FC236}">
                <a16:creationId xmlns:a16="http://schemas.microsoft.com/office/drawing/2014/main" id="{6C9B7BD9-D4D4-F48A-EDD6-606ABD88DEEE}"/>
              </a:ext>
            </a:extLst>
          </p:cNvPr>
          <p:cNvCxnSpPr/>
          <p:nvPr/>
        </p:nvCxnSpPr>
        <p:spPr>
          <a:xfrm>
            <a:off x="3880515" y="1427101"/>
            <a:ext cx="457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7" name="直接连接符 836">
            <a:extLst>
              <a:ext uri="{FF2B5EF4-FFF2-40B4-BE49-F238E27FC236}">
                <a16:creationId xmlns:a16="http://schemas.microsoft.com/office/drawing/2014/main" id="{C823EEE6-B2C0-92B2-AEB2-984F2882C561}"/>
              </a:ext>
            </a:extLst>
          </p:cNvPr>
          <p:cNvCxnSpPr/>
          <p:nvPr/>
        </p:nvCxnSpPr>
        <p:spPr>
          <a:xfrm>
            <a:off x="3926236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8" name="直接连接符 837">
            <a:extLst>
              <a:ext uri="{FF2B5EF4-FFF2-40B4-BE49-F238E27FC236}">
                <a16:creationId xmlns:a16="http://schemas.microsoft.com/office/drawing/2014/main" id="{7710778B-2EB4-728C-D4E2-58CF31E13A1B}"/>
              </a:ext>
            </a:extLst>
          </p:cNvPr>
          <p:cNvCxnSpPr/>
          <p:nvPr/>
        </p:nvCxnSpPr>
        <p:spPr>
          <a:xfrm>
            <a:off x="394909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9" name="直接连接符 838">
            <a:extLst>
              <a:ext uri="{FF2B5EF4-FFF2-40B4-BE49-F238E27FC236}">
                <a16:creationId xmlns:a16="http://schemas.microsoft.com/office/drawing/2014/main" id="{8A77EB3C-8F83-29C7-BF64-FA172C96F811}"/>
              </a:ext>
            </a:extLst>
          </p:cNvPr>
          <p:cNvCxnSpPr/>
          <p:nvPr/>
        </p:nvCxnSpPr>
        <p:spPr>
          <a:xfrm>
            <a:off x="401767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0" name="直接连接符 839">
            <a:extLst>
              <a:ext uri="{FF2B5EF4-FFF2-40B4-BE49-F238E27FC236}">
                <a16:creationId xmlns:a16="http://schemas.microsoft.com/office/drawing/2014/main" id="{339E18EF-6248-357B-7046-E3381987492E}"/>
              </a:ext>
            </a:extLst>
          </p:cNvPr>
          <p:cNvCxnSpPr/>
          <p:nvPr/>
        </p:nvCxnSpPr>
        <p:spPr>
          <a:xfrm>
            <a:off x="406339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1" name="直接连接符 840">
            <a:extLst>
              <a:ext uri="{FF2B5EF4-FFF2-40B4-BE49-F238E27FC236}">
                <a16:creationId xmlns:a16="http://schemas.microsoft.com/office/drawing/2014/main" id="{04C11903-0221-CAE8-FD91-D5387F9169C2}"/>
              </a:ext>
            </a:extLst>
          </p:cNvPr>
          <p:cNvCxnSpPr/>
          <p:nvPr/>
        </p:nvCxnSpPr>
        <p:spPr>
          <a:xfrm>
            <a:off x="408625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2" name="直接连接符 841">
            <a:extLst>
              <a:ext uri="{FF2B5EF4-FFF2-40B4-BE49-F238E27FC236}">
                <a16:creationId xmlns:a16="http://schemas.microsoft.com/office/drawing/2014/main" id="{7176CC16-591C-2212-44BC-5D439E9E36B6}"/>
              </a:ext>
            </a:extLst>
          </p:cNvPr>
          <p:cNvCxnSpPr/>
          <p:nvPr/>
        </p:nvCxnSpPr>
        <p:spPr>
          <a:xfrm>
            <a:off x="413197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3" name="直接连接符 842">
            <a:extLst>
              <a:ext uri="{FF2B5EF4-FFF2-40B4-BE49-F238E27FC236}">
                <a16:creationId xmlns:a16="http://schemas.microsoft.com/office/drawing/2014/main" id="{FEDDC691-1A94-8FE8-5D2D-7C54E8CEBFC1}"/>
              </a:ext>
            </a:extLst>
          </p:cNvPr>
          <p:cNvCxnSpPr/>
          <p:nvPr/>
        </p:nvCxnSpPr>
        <p:spPr>
          <a:xfrm>
            <a:off x="4154836" y="1427101"/>
            <a:ext cx="45719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直接连接符 843">
            <a:extLst>
              <a:ext uri="{FF2B5EF4-FFF2-40B4-BE49-F238E27FC236}">
                <a16:creationId xmlns:a16="http://schemas.microsoft.com/office/drawing/2014/main" id="{25A257F9-8382-73B9-1011-58FD5A2BF8F9}"/>
              </a:ext>
            </a:extLst>
          </p:cNvPr>
          <p:cNvCxnSpPr/>
          <p:nvPr/>
        </p:nvCxnSpPr>
        <p:spPr>
          <a:xfrm>
            <a:off x="4200555" y="1427101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5" name="直接连接符 844">
            <a:extLst>
              <a:ext uri="{FF2B5EF4-FFF2-40B4-BE49-F238E27FC236}">
                <a16:creationId xmlns:a16="http://schemas.microsoft.com/office/drawing/2014/main" id="{70FBE895-3BE5-3649-2789-62EE0A04CD00}"/>
              </a:ext>
            </a:extLst>
          </p:cNvPr>
          <p:cNvCxnSpPr/>
          <p:nvPr/>
        </p:nvCxnSpPr>
        <p:spPr>
          <a:xfrm>
            <a:off x="4223415" y="1427101"/>
            <a:ext cx="4572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6" name="直接连接符 845">
            <a:extLst>
              <a:ext uri="{FF2B5EF4-FFF2-40B4-BE49-F238E27FC236}">
                <a16:creationId xmlns:a16="http://schemas.microsoft.com/office/drawing/2014/main" id="{4B6952D2-2D7D-E181-61C4-2CC60626D4C3}"/>
              </a:ext>
            </a:extLst>
          </p:cNvPr>
          <p:cNvCxnSpPr/>
          <p:nvPr/>
        </p:nvCxnSpPr>
        <p:spPr>
          <a:xfrm>
            <a:off x="429199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7" name="直接连接符 846">
            <a:extLst>
              <a:ext uri="{FF2B5EF4-FFF2-40B4-BE49-F238E27FC236}">
                <a16:creationId xmlns:a16="http://schemas.microsoft.com/office/drawing/2014/main" id="{C42C3735-5071-0925-CD8F-3BFA2EF3FA52}"/>
              </a:ext>
            </a:extLst>
          </p:cNvPr>
          <p:cNvCxnSpPr/>
          <p:nvPr/>
        </p:nvCxnSpPr>
        <p:spPr>
          <a:xfrm>
            <a:off x="4360575" y="1427101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8" name="直接连接符 847">
            <a:extLst>
              <a:ext uri="{FF2B5EF4-FFF2-40B4-BE49-F238E27FC236}">
                <a16:creationId xmlns:a16="http://schemas.microsoft.com/office/drawing/2014/main" id="{318EEA2A-DACF-9559-4B05-856537C0C082}"/>
              </a:ext>
            </a:extLst>
          </p:cNvPr>
          <p:cNvCxnSpPr/>
          <p:nvPr/>
        </p:nvCxnSpPr>
        <p:spPr>
          <a:xfrm>
            <a:off x="4406295" y="1427101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直接连接符 848">
            <a:extLst>
              <a:ext uri="{FF2B5EF4-FFF2-40B4-BE49-F238E27FC236}">
                <a16:creationId xmlns:a16="http://schemas.microsoft.com/office/drawing/2014/main" id="{FC6513E5-06C6-E551-1EF9-5D5593AEBACB}"/>
              </a:ext>
            </a:extLst>
          </p:cNvPr>
          <p:cNvCxnSpPr/>
          <p:nvPr/>
        </p:nvCxnSpPr>
        <p:spPr>
          <a:xfrm>
            <a:off x="4429156" y="1427101"/>
            <a:ext cx="1584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0" name="矩形 849">
            <a:extLst>
              <a:ext uri="{FF2B5EF4-FFF2-40B4-BE49-F238E27FC236}">
                <a16:creationId xmlns:a16="http://schemas.microsoft.com/office/drawing/2014/main" id="{49845C77-A37D-7218-1AA6-0D9303F03E55}"/>
              </a:ext>
            </a:extLst>
          </p:cNvPr>
          <p:cNvSpPr/>
          <p:nvPr/>
        </p:nvSpPr>
        <p:spPr>
          <a:xfrm>
            <a:off x="1189673" y="14498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1" name="矩形 850">
            <a:extLst>
              <a:ext uri="{FF2B5EF4-FFF2-40B4-BE49-F238E27FC236}">
                <a16:creationId xmlns:a16="http://schemas.microsoft.com/office/drawing/2014/main" id="{99633648-C158-26AF-A69C-F394BAD2206F}"/>
              </a:ext>
            </a:extLst>
          </p:cNvPr>
          <p:cNvSpPr/>
          <p:nvPr/>
        </p:nvSpPr>
        <p:spPr>
          <a:xfrm>
            <a:off x="1549506" y="143666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2" name="矩形 851">
            <a:extLst>
              <a:ext uri="{FF2B5EF4-FFF2-40B4-BE49-F238E27FC236}">
                <a16:creationId xmlns:a16="http://schemas.microsoft.com/office/drawing/2014/main" id="{BC0F0665-96C7-156C-8705-7991A127CBBC}"/>
              </a:ext>
            </a:extLst>
          </p:cNvPr>
          <p:cNvSpPr/>
          <p:nvPr/>
        </p:nvSpPr>
        <p:spPr>
          <a:xfrm>
            <a:off x="1909339" y="142346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3" name="矩形 852">
            <a:extLst>
              <a:ext uri="{FF2B5EF4-FFF2-40B4-BE49-F238E27FC236}">
                <a16:creationId xmlns:a16="http://schemas.microsoft.com/office/drawing/2014/main" id="{0A03EA42-CC09-B91E-40B1-905CBDC75AD3}"/>
              </a:ext>
            </a:extLst>
          </p:cNvPr>
          <p:cNvSpPr/>
          <p:nvPr/>
        </p:nvSpPr>
        <p:spPr>
          <a:xfrm>
            <a:off x="2269173" y="1416871"/>
            <a:ext cx="33654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4" name="矩形 853">
            <a:extLst>
              <a:ext uri="{FF2B5EF4-FFF2-40B4-BE49-F238E27FC236}">
                <a16:creationId xmlns:a16="http://schemas.microsoft.com/office/drawing/2014/main" id="{6ABD9C2D-27CF-5FDB-3F6B-7908013D95EB}"/>
              </a:ext>
            </a:extLst>
          </p:cNvPr>
          <p:cNvSpPr/>
          <p:nvPr/>
        </p:nvSpPr>
        <p:spPr>
          <a:xfrm>
            <a:off x="2629006" y="1416871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5" name="矩形 854">
            <a:extLst>
              <a:ext uri="{FF2B5EF4-FFF2-40B4-BE49-F238E27FC236}">
                <a16:creationId xmlns:a16="http://schemas.microsoft.com/office/drawing/2014/main" id="{17F1AEA6-C116-5B43-C4AD-06047CC05CCD}"/>
              </a:ext>
            </a:extLst>
          </p:cNvPr>
          <p:cNvSpPr/>
          <p:nvPr/>
        </p:nvSpPr>
        <p:spPr>
          <a:xfrm>
            <a:off x="2988839" y="1416871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6" name="矩形 855">
            <a:extLst>
              <a:ext uri="{FF2B5EF4-FFF2-40B4-BE49-F238E27FC236}">
                <a16:creationId xmlns:a16="http://schemas.microsoft.com/office/drawing/2014/main" id="{DE889481-9888-9E6A-C17B-93510D9180E4}"/>
              </a:ext>
            </a:extLst>
          </p:cNvPr>
          <p:cNvSpPr/>
          <p:nvPr/>
        </p:nvSpPr>
        <p:spPr>
          <a:xfrm>
            <a:off x="3348672" y="141027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7" name="矩形 856">
            <a:extLst>
              <a:ext uri="{FF2B5EF4-FFF2-40B4-BE49-F238E27FC236}">
                <a16:creationId xmlns:a16="http://schemas.microsoft.com/office/drawing/2014/main" id="{163F6CC2-24F7-4A25-991C-F6A9F082F508}"/>
              </a:ext>
            </a:extLst>
          </p:cNvPr>
          <p:cNvSpPr/>
          <p:nvPr/>
        </p:nvSpPr>
        <p:spPr>
          <a:xfrm>
            <a:off x="3708506" y="141027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8" name="矩形 857">
            <a:extLst>
              <a:ext uri="{FF2B5EF4-FFF2-40B4-BE49-F238E27FC236}">
                <a16:creationId xmlns:a16="http://schemas.microsoft.com/office/drawing/2014/main" id="{D61C7B14-13A0-24E4-3E5E-3CAF5B3A7FF1}"/>
              </a:ext>
            </a:extLst>
          </p:cNvPr>
          <p:cNvSpPr/>
          <p:nvPr/>
        </p:nvSpPr>
        <p:spPr>
          <a:xfrm>
            <a:off x="4068339" y="141027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9" name="矩形 858">
            <a:extLst>
              <a:ext uri="{FF2B5EF4-FFF2-40B4-BE49-F238E27FC236}">
                <a16:creationId xmlns:a16="http://schemas.microsoft.com/office/drawing/2014/main" id="{CC18A3FF-CE87-B0FA-A9AF-B56D7F660560}"/>
              </a:ext>
            </a:extLst>
          </p:cNvPr>
          <p:cNvSpPr/>
          <p:nvPr/>
        </p:nvSpPr>
        <p:spPr>
          <a:xfrm>
            <a:off x="4428172" y="1410273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0" name="直接连接符 859">
            <a:extLst>
              <a:ext uri="{FF2B5EF4-FFF2-40B4-BE49-F238E27FC236}">
                <a16:creationId xmlns:a16="http://schemas.microsoft.com/office/drawing/2014/main" id="{A7B85CCB-F080-6A28-08AA-ED2B651B9200}"/>
              </a:ext>
            </a:extLst>
          </p:cNvPr>
          <p:cNvCxnSpPr/>
          <p:nvPr/>
        </p:nvCxnSpPr>
        <p:spPr>
          <a:xfrm flipV="1">
            <a:off x="1206500" y="1445218"/>
            <a:ext cx="45689" cy="1675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直接连接符 860">
            <a:extLst>
              <a:ext uri="{FF2B5EF4-FFF2-40B4-BE49-F238E27FC236}">
                <a16:creationId xmlns:a16="http://schemas.microsoft.com/office/drawing/2014/main" id="{5C214417-FEAD-F786-7F3B-92ADA030E26A}"/>
              </a:ext>
            </a:extLst>
          </p:cNvPr>
          <p:cNvCxnSpPr/>
          <p:nvPr/>
        </p:nvCxnSpPr>
        <p:spPr>
          <a:xfrm flipV="1">
            <a:off x="1275034" y="1442704"/>
            <a:ext cx="45689" cy="1676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直接连接符 861">
            <a:extLst>
              <a:ext uri="{FF2B5EF4-FFF2-40B4-BE49-F238E27FC236}">
                <a16:creationId xmlns:a16="http://schemas.microsoft.com/office/drawing/2014/main" id="{F97EC087-DB14-85B3-6286-4BEC9A4EE908}"/>
              </a:ext>
            </a:extLst>
          </p:cNvPr>
          <p:cNvCxnSpPr/>
          <p:nvPr/>
        </p:nvCxnSpPr>
        <p:spPr>
          <a:xfrm>
            <a:off x="1320723" y="1442704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3" name="直接连接符 862">
            <a:extLst>
              <a:ext uri="{FF2B5EF4-FFF2-40B4-BE49-F238E27FC236}">
                <a16:creationId xmlns:a16="http://schemas.microsoft.com/office/drawing/2014/main" id="{8E01B869-E2A7-4A1E-DB5A-6DF69630E8D7}"/>
              </a:ext>
            </a:extLst>
          </p:cNvPr>
          <p:cNvCxnSpPr/>
          <p:nvPr/>
        </p:nvCxnSpPr>
        <p:spPr>
          <a:xfrm flipV="1">
            <a:off x="1343568" y="1440191"/>
            <a:ext cx="45689" cy="1676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4" name="直接连接符 863">
            <a:extLst>
              <a:ext uri="{FF2B5EF4-FFF2-40B4-BE49-F238E27FC236}">
                <a16:creationId xmlns:a16="http://schemas.microsoft.com/office/drawing/2014/main" id="{B0E29C70-833C-0922-2BC4-81E7F4F57510}"/>
              </a:ext>
            </a:extLst>
          </p:cNvPr>
          <p:cNvCxnSpPr/>
          <p:nvPr/>
        </p:nvCxnSpPr>
        <p:spPr>
          <a:xfrm>
            <a:off x="1389257" y="144019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5" name="直接连接符 864">
            <a:extLst>
              <a:ext uri="{FF2B5EF4-FFF2-40B4-BE49-F238E27FC236}">
                <a16:creationId xmlns:a16="http://schemas.microsoft.com/office/drawing/2014/main" id="{748748DC-D36C-2218-D2FA-7E0B88FE47B0}"/>
              </a:ext>
            </a:extLst>
          </p:cNvPr>
          <p:cNvCxnSpPr/>
          <p:nvPr/>
        </p:nvCxnSpPr>
        <p:spPr>
          <a:xfrm flipV="1">
            <a:off x="1412102" y="1437678"/>
            <a:ext cx="45689" cy="1676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直接连接符 865">
            <a:extLst>
              <a:ext uri="{FF2B5EF4-FFF2-40B4-BE49-F238E27FC236}">
                <a16:creationId xmlns:a16="http://schemas.microsoft.com/office/drawing/2014/main" id="{63AFA35E-0D58-5384-4E62-C757488D5BF7}"/>
              </a:ext>
            </a:extLst>
          </p:cNvPr>
          <p:cNvCxnSpPr/>
          <p:nvPr/>
        </p:nvCxnSpPr>
        <p:spPr>
          <a:xfrm>
            <a:off x="1457791" y="1437678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7" name="直接连接符 866">
            <a:extLst>
              <a:ext uri="{FF2B5EF4-FFF2-40B4-BE49-F238E27FC236}">
                <a16:creationId xmlns:a16="http://schemas.microsoft.com/office/drawing/2014/main" id="{01238548-499C-63CF-2F53-183801076DDE}"/>
              </a:ext>
            </a:extLst>
          </p:cNvPr>
          <p:cNvCxnSpPr/>
          <p:nvPr/>
        </p:nvCxnSpPr>
        <p:spPr>
          <a:xfrm flipV="1">
            <a:off x="1480636" y="1435165"/>
            <a:ext cx="45689" cy="1675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8" name="直接连接符 867">
            <a:extLst>
              <a:ext uri="{FF2B5EF4-FFF2-40B4-BE49-F238E27FC236}">
                <a16:creationId xmlns:a16="http://schemas.microsoft.com/office/drawing/2014/main" id="{C674958A-89DD-9D60-5791-6B5FE0850925}"/>
              </a:ext>
            </a:extLst>
          </p:cNvPr>
          <p:cNvCxnSpPr/>
          <p:nvPr/>
        </p:nvCxnSpPr>
        <p:spPr>
          <a:xfrm flipV="1">
            <a:off x="1549170" y="1433698"/>
            <a:ext cx="17163" cy="62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直接连接符 868">
            <a:extLst>
              <a:ext uri="{FF2B5EF4-FFF2-40B4-BE49-F238E27FC236}">
                <a16:creationId xmlns:a16="http://schemas.microsoft.com/office/drawing/2014/main" id="{BB941FF4-53D7-1C47-1EEC-8E6EC6284B53}"/>
              </a:ext>
            </a:extLst>
          </p:cNvPr>
          <p:cNvCxnSpPr/>
          <p:nvPr/>
        </p:nvCxnSpPr>
        <p:spPr>
          <a:xfrm flipV="1">
            <a:off x="1566333" y="1433175"/>
            <a:ext cx="28540" cy="523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直接连接符 869">
            <a:extLst>
              <a:ext uri="{FF2B5EF4-FFF2-40B4-BE49-F238E27FC236}">
                <a16:creationId xmlns:a16="http://schemas.microsoft.com/office/drawing/2014/main" id="{52BCDA8F-EB1C-D83A-A569-7E9589EDEBDB}"/>
              </a:ext>
            </a:extLst>
          </p:cNvPr>
          <p:cNvCxnSpPr/>
          <p:nvPr/>
        </p:nvCxnSpPr>
        <p:spPr>
          <a:xfrm>
            <a:off x="1594873" y="1433175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1" name="直接连接符 870">
            <a:extLst>
              <a:ext uri="{FF2B5EF4-FFF2-40B4-BE49-F238E27FC236}">
                <a16:creationId xmlns:a16="http://schemas.microsoft.com/office/drawing/2014/main" id="{D0BC022D-590A-974C-C176-52EDD3E812E7}"/>
              </a:ext>
            </a:extLst>
          </p:cNvPr>
          <p:cNvCxnSpPr/>
          <p:nvPr/>
        </p:nvCxnSpPr>
        <p:spPr>
          <a:xfrm flipV="1">
            <a:off x="1617730" y="1431918"/>
            <a:ext cx="45712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2" name="直接连接符 871">
            <a:extLst>
              <a:ext uri="{FF2B5EF4-FFF2-40B4-BE49-F238E27FC236}">
                <a16:creationId xmlns:a16="http://schemas.microsoft.com/office/drawing/2014/main" id="{8880AD25-C5EB-821A-9D48-C55F2CE0245C}"/>
              </a:ext>
            </a:extLst>
          </p:cNvPr>
          <p:cNvCxnSpPr/>
          <p:nvPr/>
        </p:nvCxnSpPr>
        <p:spPr>
          <a:xfrm>
            <a:off x="1663442" y="1431918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3" name="直接连接符 872">
            <a:extLst>
              <a:ext uri="{FF2B5EF4-FFF2-40B4-BE49-F238E27FC236}">
                <a16:creationId xmlns:a16="http://schemas.microsoft.com/office/drawing/2014/main" id="{8138B078-83BE-461C-4406-6377CE43C44C}"/>
              </a:ext>
            </a:extLst>
          </p:cNvPr>
          <p:cNvCxnSpPr/>
          <p:nvPr/>
        </p:nvCxnSpPr>
        <p:spPr>
          <a:xfrm flipV="1">
            <a:off x="1686298" y="1430660"/>
            <a:ext cx="45712" cy="83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直接连接符 873">
            <a:extLst>
              <a:ext uri="{FF2B5EF4-FFF2-40B4-BE49-F238E27FC236}">
                <a16:creationId xmlns:a16="http://schemas.microsoft.com/office/drawing/2014/main" id="{A4309726-0102-5B14-D18E-5DEA01B665A4}"/>
              </a:ext>
            </a:extLst>
          </p:cNvPr>
          <p:cNvCxnSpPr/>
          <p:nvPr/>
        </p:nvCxnSpPr>
        <p:spPr>
          <a:xfrm>
            <a:off x="1732010" y="143066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5" name="直接连接符 874">
            <a:extLst>
              <a:ext uri="{FF2B5EF4-FFF2-40B4-BE49-F238E27FC236}">
                <a16:creationId xmlns:a16="http://schemas.microsoft.com/office/drawing/2014/main" id="{A48234F4-5561-D8DF-618E-591F71F03DBA}"/>
              </a:ext>
            </a:extLst>
          </p:cNvPr>
          <p:cNvCxnSpPr/>
          <p:nvPr/>
        </p:nvCxnSpPr>
        <p:spPr>
          <a:xfrm flipV="1">
            <a:off x="1754867" y="1429403"/>
            <a:ext cx="45712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直接连接符 875">
            <a:extLst>
              <a:ext uri="{FF2B5EF4-FFF2-40B4-BE49-F238E27FC236}">
                <a16:creationId xmlns:a16="http://schemas.microsoft.com/office/drawing/2014/main" id="{7C0BAF9B-1BBB-1C65-EED1-A0A7CF37D1DF}"/>
              </a:ext>
            </a:extLst>
          </p:cNvPr>
          <p:cNvCxnSpPr/>
          <p:nvPr/>
        </p:nvCxnSpPr>
        <p:spPr>
          <a:xfrm>
            <a:off x="1800579" y="14294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7" name="直接连接符 876">
            <a:extLst>
              <a:ext uri="{FF2B5EF4-FFF2-40B4-BE49-F238E27FC236}">
                <a16:creationId xmlns:a16="http://schemas.microsoft.com/office/drawing/2014/main" id="{30F291A5-0625-792A-9C91-C4075A752871}"/>
              </a:ext>
            </a:extLst>
          </p:cNvPr>
          <p:cNvCxnSpPr/>
          <p:nvPr/>
        </p:nvCxnSpPr>
        <p:spPr>
          <a:xfrm flipV="1">
            <a:off x="1823435" y="1428146"/>
            <a:ext cx="45712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8" name="直接连接符 877">
            <a:extLst>
              <a:ext uri="{FF2B5EF4-FFF2-40B4-BE49-F238E27FC236}">
                <a16:creationId xmlns:a16="http://schemas.microsoft.com/office/drawing/2014/main" id="{18B6015D-51C8-EF0F-5B74-D0A245050406}"/>
              </a:ext>
            </a:extLst>
          </p:cNvPr>
          <p:cNvCxnSpPr/>
          <p:nvPr/>
        </p:nvCxnSpPr>
        <p:spPr>
          <a:xfrm>
            <a:off x="1869147" y="1428146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直接连接符 878">
            <a:extLst>
              <a:ext uri="{FF2B5EF4-FFF2-40B4-BE49-F238E27FC236}">
                <a16:creationId xmlns:a16="http://schemas.microsoft.com/office/drawing/2014/main" id="{6634D99C-CB7A-151C-BAC7-576FE8DD63F1}"/>
              </a:ext>
            </a:extLst>
          </p:cNvPr>
          <p:cNvCxnSpPr/>
          <p:nvPr/>
        </p:nvCxnSpPr>
        <p:spPr>
          <a:xfrm flipV="1">
            <a:off x="1892004" y="1427101"/>
            <a:ext cx="34163" cy="626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0" name="直接连接符 879">
            <a:extLst>
              <a:ext uri="{FF2B5EF4-FFF2-40B4-BE49-F238E27FC236}">
                <a16:creationId xmlns:a16="http://schemas.microsoft.com/office/drawing/2014/main" id="{7E4A9CFC-6DAB-58DB-ED74-93C739AB3079}"/>
              </a:ext>
            </a:extLst>
          </p:cNvPr>
          <p:cNvCxnSpPr/>
          <p:nvPr/>
        </p:nvCxnSpPr>
        <p:spPr>
          <a:xfrm>
            <a:off x="1926167" y="1427101"/>
            <a:ext cx="1155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1" name="直接连接符 880">
            <a:extLst>
              <a:ext uri="{FF2B5EF4-FFF2-40B4-BE49-F238E27FC236}">
                <a16:creationId xmlns:a16="http://schemas.microsoft.com/office/drawing/2014/main" id="{D4949F3D-E331-0EDE-49D4-4B87ECCA2D78}"/>
              </a:ext>
            </a:extLst>
          </p:cNvPr>
          <p:cNvCxnSpPr/>
          <p:nvPr/>
        </p:nvCxnSpPr>
        <p:spPr>
          <a:xfrm>
            <a:off x="193771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2" name="直接连接符 881">
            <a:extLst>
              <a:ext uri="{FF2B5EF4-FFF2-40B4-BE49-F238E27FC236}">
                <a16:creationId xmlns:a16="http://schemas.microsoft.com/office/drawing/2014/main" id="{ACEE9258-8F9B-DB51-6EBC-1BC0F8C0D320}"/>
              </a:ext>
            </a:extLst>
          </p:cNvPr>
          <p:cNvCxnSpPr/>
          <p:nvPr/>
        </p:nvCxnSpPr>
        <p:spPr>
          <a:xfrm>
            <a:off x="196057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直接连接符 882">
            <a:extLst>
              <a:ext uri="{FF2B5EF4-FFF2-40B4-BE49-F238E27FC236}">
                <a16:creationId xmlns:a16="http://schemas.microsoft.com/office/drawing/2014/main" id="{95AEDE1D-1630-57F8-9F28-E7C2027F6F53}"/>
              </a:ext>
            </a:extLst>
          </p:cNvPr>
          <p:cNvCxnSpPr/>
          <p:nvPr/>
        </p:nvCxnSpPr>
        <p:spPr>
          <a:xfrm>
            <a:off x="200629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4" name="直接连接符 883">
            <a:extLst>
              <a:ext uri="{FF2B5EF4-FFF2-40B4-BE49-F238E27FC236}">
                <a16:creationId xmlns:a16="http://schemas.microsoft.com/office/drawing/2014/main" id="{F87D7C94-FB9C-2505-EC9A-2AFDB2FE8143}"/>
              </a:ext>
            </a:extLst>
          </p:cNvPr>
          <p:cNvCxnSpPr/>
          <p:nvPr/>
        </p:nvCxnSpPr>
        <p:spPr>
          <a:xfrm>
            <a:off x="202915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5" name="直接连接符 884">
            <a:extLst>
              <a:ext uri="{FF2B5EF4-FFF2-40B4-BE49-F238E27FC236}">
                <a16:creationId xmlns:a16="http://schemas.microsoft.com/office/drawing/2014/main" id="{F43C9DD4-EF1B-44AB-4699-7F926F1AA198}"/>
              </a:ext>
            </a:extLst>
          </p:cNvPr>
          <p:cNvCxnSpPr/>
          <p:nvPr/>
        </p:nvCxnSpPr>
        <p:spPr>
          <a:xfrm>
            <a:off x="209773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直接连接符 885">
            <a:extLst>
              <a:ext uri="{FF2B5EF4-FFF2-40B4-BE49-F238E27FC236}">
                <a16:creationId xmlns:a16="http://schemas.microsoft.com/office/drawing/2014/main" id="{CBD61C6E-7B8C-C74D-B3D3-765ED9F2F032}"/>
              </a:ext>
            </a:extLst>
          </p:cNvPr>
          <p:cNvCxnSpPr/>
          <p:nvPr/>
        </p:nvCxnSpPr>
        <p:spPr>
          <a:xfrm>
            <a:off x="216631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7" name="直接连接符 886">
            <a:extLst>
              <a:ext uri="{FF2B5EF4-FFF2-40B4-BE49-F238E27FC236}">
                <a16:creationId xmlns:a16="http://schemas.microsoft.com/office/drawing/2014/main" id="{E8441FC7-E5F4-5220-4293-F790DE9646E6}"/>
              </a:ext>
            </a:extLst>
          </p:cNvPr>
          <p:cNvCxnSpPr/>
          <p:nvPr/>
        </p:nvCxnSpPr>
        <p:spPr>
          <a:xfrm>
            <a:off x="221203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8" name="直接连接符 887">
            <a:extLst>
              <a:ext uri="{FF2B5EF4-FFF2-40B4-BE49-F238E27FC236}">
                <a16:creationId xmlns:a16="http://schemas.microsoft.com/office/drawing/2014/main" id="{9D2BBA55-3E0F-7CD1-DF12-AC32F0C508D9}"/>
              </a:ext>
            </a:extLst>
          </p:cNvPr>
          <p:cNvCxnSpPr/>
          <p:nvPr/>
        </p:nvCxnSpPr>
        <p:spPr>
          <a:xfrm>
            <a:off x="223489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直接连接符 888">
            <a:extLst>
              <a:ext uri="{FF2B5EF4-FFF2-40B4-BE49-F238E27FC236}">
                <a16:creationId xmlns:a16="http://schemas.microsoft.com/office/drawing/2014/main" id="{848E5ECB-2A3D-2785-61A7-D1FBB30EB978}"/>
              </a:ext>
            </a:extLst>
          </p:cNvPr>
          <p:cNvCxnSpPr/>
          <p:nvPr/>
        </p:nvCxnSpPr>
        <p:spPr>
          <a:xfrm>
            <a:off x="230347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0" name="直接连接符 889">
            <a:extLst>
              <a:ext uri="{FF2B5EF4-FFF2-40B4-BE49-F238E27FC236}">
                <a16:creationId xmlns:a16="http://schemas.microsoft.com/office/drawing/2014/main" id="{8B28AFD5-FD32-291B-9088-A20B33B173F4}"/>
              </a:ext>
            </a:extLst>
          </p:cNvPr>
          <p:cNvCxnSpPr/>
          <p:nvPr/>
        </p:nvCxnSpPr>
        <p:spPr>
          <a:xfrm>
            <a:off x="234919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直接连接符 890">
            <a:extLst>
              <a:ext uri="{FF2B5EF4-FFF2-40B4-BE49-F238E27FC236}">
                <a16:creationId xmlns:a16="http://schemas.microsoft.com/office/drawing/2014/main" id="{BEC1231F-BA0D-C956-0D0D-0EA2C840B556}"/>
              </a:ext>
            </a:extLst>
          </p:cNvPr>
          <p:cNvCxnSpPr/>
          <p:nvPr/>
        </p:nvCxnSpPr>
        <p:spPr>
          <a:xfrm>
            <a:off x="237205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2" name="直接连接符 891">
            <a:extLst>
              <a:ext uri="{FF2B5EF4-FFF2-40B4-BE49-F238E27FC236}">
                <a16:creationId xmlns:a16="http://schemas.microsoft.com/office/drawing/2014/main" id="{45CF9485-53A4-05D4-A43D-A08C02EBD6BC}"/>
              </a:ext>
            </a:extLst>
          </p:cNvPr>
          <p:cNvCxnSpPr/>
          <p:nvPr/>
        </p:nvCxnSpPr>
        <p:spPr>
          <a:xfrm>
            <a:off x="241777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3" name="直接连接符 892">
            <a:extLst>
              <a:ext uri="{FF2B5EF4-FFF2-40B4-BE49-F238E27FC236}">
                <a16:creationId xmlns:a16="http://schemas.microsoft.com/office/drawing/2014/main" id="{FC121C97-15F2-22E0-73BF-0368D39440CB}"/>
              </a:ext>
            </a:extLst>
          </p:cNvPr>
          <p:cNvCxnSpPr/>
          <p:nvPr/>
        </p:nvCxnSpPr>
        <p:spPr>
          <a:xfrm>
            <a:off x="244063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4" name="直接连接符 893">
            <a:extLst>
              <a:ext uri="{FF2B5EF4-FFF2-40B4-BE49-F238E27FC236}">
                <a16:creationId xmlns:a16="http://schemas.microsoft.com/office/drawing/2014/main" id="{07DACC15-E21D-13BD-CF48-6B84DE640A35}"/>
              </a:ext>
            </a:extLst>
          </p:cNvPr>
          <p:cNvCxnSpPr/>
          <p:nvPr/>
        </p:nvCxnSpPr>
        <p:spPr>
          <a:xfrm>
            <a:off x="250921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5" name="直接连接符 894">
            <a:extLst>
              <a:ext uri="{FF2B5EF4-FFF2-40B4-BE49-F238E27FC236}">
                <a16:creationId xmlns:a16="http://schemas.microsoft.com/office/drawing/2014/main" id="{CC4905D4-2C23-4FB6-0ABE-0E99180096E6}"/>
              </a:ext>
            </a:extLst>
          </p:cNvPr>
          <p:cNvCxnSpPr/>
          <p:nvPr/>
        </p:nvCxnSpPr>
        <p:spPr>
          <a:xfrm>
            <a:off x="255493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6" name="直接连接符 895">
            <a:extLst>
              <a:ext uri="{FF2B5EF4-FFF2-40B4-BE49-F238E27FC236}">
                <a16:creationId xmlns:a16="http://schemas.microsoft.com/office/drawing/2014/main" id="{C14261D5-00B3-CFC1-919B-47930E0F9269}"/>
              </a:ext>
            </a:extLst>
          </p:cNvPr>
          <p:cNvCxnSpPr/>
          <p:nvPr/>
        </p:nvCxnSpPr>
        <p:spPr>
          <a:xfrm>
            <a:off x="257779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7" name="直接连接符 896">
            <a:extLst>
              <a:ext uri="{FF2B5EF4-FFF2-40B4-BE49-F238E27FC236}">
                <a16:creationId xmlns:a16="http://schemas.microsoft.com/office/drawing/2014/main" id="{8EBA5D96-EA4B-E5C9-FDA2-B63C23346C08}"/>
              </a:ext>
            </a:extLst>
          </p:cNvPr>
          <p:cNvCxnSpPr/>
          <p:nvPr/>
        </p:nvCxnSpPr>
        <p:spPr>
          <a:xfrm>
            <a:off x="264637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8" name="直接连接符 897">
            <a:extLst>
              <a:ext uri="{FF2B5EF4-FFF2-40B4-BE49-F238E27FC236}">
                <a16:creationId xmlns:a16="http://schemas.microsoft.com/office/drawing/2014/main" id="{A2B5CAC8-C7F9-1BDA-434F-B86CF56D03AF}"/>
              </a:ext>
            </a:extLst>
          </p:cNvPr>
          <p:cNvCxnSpPr/>
          <p:nvPr/>
        </p:nvCxnSpPr>
        <p:spPr>
          <a:xfrm>
            <a:off x="269209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9" name="直接连接符 898">
            <a:extLst>
              <a:ext uri="{FF2B5EF4-FFF2-40B4-BE49-F238E27FC236}">
                <a16:creationId xmlns:a16="http://schemas.microsoft.com/office/drawing/2014/main" id="{7481DBEF-91A5-C533-EB9F-E5607A816F96}"/>
              </a:ext>
            </a:extLst>
          </p:cNvPr>
          <p:cNvCxnSpPr/>
          <p:nvPr/>
        </p:nvCxnSpPr>
        <p:spPr>
          <a:xfrm>
            <a:off x="271495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0" name="直接连接符 899">
            <a:extLst>
              <a:ext uri="{FF2B5EF4-FFF2-40B4-BE49-F238E27FC236}">
                <a16:creationId xmlns:a16="http://schemas.microsoft.com/office/drawing/2014/main" id="{395F4AAE-BD88-5A58-60DB-78260170A7DA}"/>
              </a:ext>
            </a:extLst>
          </p:cNvPr>
          <p:cNvCxnSpPr/>
          <p:nvPr/>
        </p:nvCxnSpPr>
        <p:spPr>
          <a:xfrm>
            <a:off x="2760678" y="14271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1" name="直接连接符 900">
            <a:extLst>
              <a:ext uri="{FF2B5EF4-FFF2-40B4-BE49-F238E27FC236}">
                <a16:creationId xmlns:a16="http://schemas.microsoft.com/office/drawing/2014/main" id="{DF462E22-8745-1523-05E0-CBE155934DB1}"/>
              </a:ext>
            </a:extLst>
          </p:cNvPr>
          <p:cNvCxnSpPr/>
          <p:nvPr/>
        </p:nvCxnSpPr>
        <p:spPr>
          <a:xfrm>
            <a:off x="278353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2" name="直接连接符 901">
            <a:extLst>
              <a:ext uri="{FF2B5EF4-FFF2-40B4-BE49-F238E27FC236}">
                <a16:creationId xmlns:a16="http://schemas.microsoft.com/office/drawing/2014/main" id="{E57E7C1A-5A5F-30E4-8A26-90D30497BA8A}"/>
              </a:ext>
            </a:extLst>
          </p:cNvPr>
          <p:cNvCxnSpPr/>
          <p:nvPr/>
        </p:nvCxnSpPr>
        <p:spPr>
          <a:xfrm>
            <a:off x="285211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直接连接符 902">
            <a:extLst>
              <a:ext uri="{FF2B5EF4-FFF2-40B4-BE49-F238E27FC236}">
                <a16:creationId xmlns:a16="http://schemas.microsoft.com/office/drawing/2014/main" id="{B699ECCC-34CA-B87C-FC61-D2CC9FB96145}"/>
              </a:ext>
            </a:extLst>
          </p:cNvPr>
          <p:cNvCxnSpPr/>
          <p:nvPr/>
        </p:nvCxnSpPr>
        <p:spPr>
          <a:xfrm>
            <a:off x="2920698" y="14271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4" name="直接连接符 903">
            <a:extLst>
              <a:ext uri="{FF2B5EF4-FFF2-40B4-BE49-F238E27FC236}">
                <a16:creationId xmlns:a16="http://schemas.microsoft.com/office/drawing/2014/main" id="{7B43BC14-E62C-20C9-93C7-A53551B15A12}"/>
              </a:ext>
            </a:extLst>
          </p:cNvPr>
          <p:cNvCxnSpPr/>
          <p:nvPr/>
        </p:nvCxnSpPr>
        <p:spPr>
          <a:xfrm>
            <a:off x="2989278" y="1427101"/>
            <a:ext cx="16389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5" name="直接连接符 904">
            <a:extLst>
              <a:ext uri="{FF2B5EF4-FFF2-40B4-BE49-F238E27FC236}">
                <a16:creationId xmlns:a16="http://schemas.microsoft.com/office/drawing/2014/main" id="{216E837C-70BA-707C-BB81-52255F4A58E9}"/>
              </a:ext>
            </a:extLst>
          </p:cNvPr>
          <p:cNvCxnSpPr/>
          <p:nvPr/>
        </p:nvCxnSpPr>
        <p:spPr>
          <a:xfrm flipV="1">
            <a:off x="3005667" y="1426563"/>
            <a:ext cx="29326" cy="5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直接连接符 905">
            <a:extLst>
              <a:ext uri="{FF2B5EF4-FFF2-40B4-BE49-F238E27FC236}">
                <a16:creationId xmlns:a16="http://schemas.microsoft.com/office/drawing/2014/main" id="{BC0E6376-D58B-C0B3-724C-EDEC79E8318D}"/>
              </a:ext>
            </a:extLst>
          </p:cNvPr>
          <p:cNvCxnSpPr/>
          <p:nvPr/>
        </p:nvCxnSpPr>
        <p:spPr>
          <a:xfrm>
            <a:off x="3034993" y="142656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直接连接符 906">
            <a:extLst>
              <a:ext uri="{FF2B5EF4-FFF2-40B4-BE49-F238E27FC236}">
                <a16:creationId xmlns:a16="http://schemas.microsoft.com/office/drawing/2014/main" id="{ACE1169D-C0E3-C658-E989-C42C8325A28C}"/>
              </a:ext>
            </a:extLst>
          </p:cNvPr>
          <p:cNvCxnSpPr/>
          <p:nvPr/>
        </p:nvCxnSpPr>
        <p:spPr>
          <a:xfrm flipV="1">
            <a:off x="3057849" y="1425306"/>
            <a:ext cx="45712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8" name="直接连接符 907">
            <a:extLst>
              <a:ext uri="{FF2B5EF4-FFF2-40B4-BE49-F238E27FC236}">
                <a16:creationId xmlns:a16="http://schemas.microsoft.com/office/drawing/2014/main" id="{DB5EB880-B7F0-9FB4-B6CB-25174889DBBF}"/>
              </a:ext>
            </a:extLst>
          </p:cNvPr>
          <p:cNvCxnSpPr/>
          <p:nvPr/>
        </p:nvCxnSpPr>
        <p:spPr>
          <a:xfrm>
            <a:off x="3103561" y="1425306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直接连接符 908">
            <a:extLst>
              <a:ext uri="{FF2B5EF4-FFF2-40B4-BE49-F238E27FC236}">
                <a16:creationId xmlns:a16="http://schemas.microsoft.com/office/drawing/2014/main" id="{5E81ACBF-C733-3BDB-902D-47A20CD6610B}"/>
              </a:ext>
            </a:extLst>
          </p:cNvPr>
          <p:cNvCxnSpPr/>
          <p:nvPr/>
        </p:nvCxnSpPr>
        <p:spPr>
          <a:xfrm flipV="1">
            <a:off x="3126417" y="1424049"/>
            <a:ext cx="45713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0" name="直接连接符 909">
            <a:extLst>
              <a:ext uri="{FF2B5EF4-FFF2-40B4-BE49-F238E27FC236}">
                <a16:creationId xmlns:a16="http://schemas.microsoft.com/office/drawing/2014/main" id="{41C546F0-83E2-1545-CFBB-FDE86951F985}"/>
              </a:ext>
            </a:extLst>
          </p:cNvPr>
          <p:cNvCxnSpPr/>
          <p:nvPr/>
        </p:nvCxnSpPr>
        <p:spPr>
          <a:xfrm flipV="1">
            <a:off x="3194986" y="1422791"/>
            <a:ext cx="45712" cy="83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直接连接符 910">
            <a:extLst>
              <a:ext uri="{FF2B5EF4-FFF2-40B4-BE49-F238E27FC236}">
                <a16:creationId xmlns:a16="http://schemas.microsoft.com/office/drawing/2014/main" id="{B037DF3C-3414-7726-34E4-B6C589512A41}"/>
              </a:ext>
            </a:extLst>
          </p:cNvPr>
          <p:cNvCxnSpPr/>
          <p:nvPr/>
        </p:nvCxnSpPr>
        <p:spPr>
          <a:xfrm flipV="1">
            <a:off x="3263554" y="1421534"/>
            <a:ext cx="45713" cy="838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直接连接符 911">
            <a:extLst>
              <a:ext uri="{FF2B5EF4-FFF2-40B4-BE49-F238E27FC236}">
                <a16:creationId xmlns:a16="http://schemas.microsoft.com/office/drawing/2014/main" id="{AE013891-F6D2-32E1-015E-3B1D0686004F}"/>
              </a:ext>
            </a:extLst>
          </p:cNvPr>
          <p:cNvCxnSpPr/>
          <p:nvPr/>
        </p:nvCxnSpPr>
        <p:spPr>
          <a:xfrm flipV="1">
            <a:off x="3332123" y="1420503"/>
            <a:ext cx="33377" cy="612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3" name="直接连接符 912">
            <a:extLst>
              <a:ext uri="{FF2B5EF4-FFF2-40B4-BE49-F238E27FC236}">
                <a16:creationId xmlns:a16="http://schemas.microsoft.com/office/drawing/2014/main" id="{D1CF158A-4F8C-4C10-C4E2-D408391D2267}"/>
              </a:ext>
            </a:extLst>
          </p:cNvPr>
          <p:cNvCxnSpPr/>
          <p:nvPr/>
        </p:nvCxnSpPr>
        <p:spPr>
          <a:xfrm>
            <a:off x="3365500" y="1420503"/>
            <a:ext cx="12337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4" name="直接连接符 913">
            <a:extLst>
              <a:ext uri="{FF2B5EF4-FFF2-40B4-BE49-F238E27FC236}">
                <a16:creationId xmlns:a16="http://schemas.microsoft.com/office/drawing/2014/main" id="{5051644A-ED52-FA53-C706-19A7C736A634}"/>
              </a:ext>
            </a:extLst>
          </p:cNvPr>
          <p:cNvCxnSpPr/>
          <p:nvPr/>
        </p:nvCxnSpPr>
        <p:spPr>
          <a:xfrm>
            <a:off x="337783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直接连接符 914">
            <a:extLst>
              <a:ext uri="{FF2B5EF4-FFF2-40B4-BE49-F238E27FC236}">
                <a16:creationId xmlns:a16="http://schemas.microsoft.com/office/drawing/2014/main" id="{B68E122E-2AE8-0FD8-A11F-5057F1E14FFC}"/>
              </a:ext>
            </a:extLst>
          </p:cNvPr>
          <p:cNvCxnSpPr/>
          <p:nvPr/>
        </p:nvCxnSpPr>
        <p:spPr>
          <a:xfrm>
            <a:off x="340069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6" name="直接连接符 915">
            <a:extLst>
              <a:ext uri="{FF2B5EF4-FFF2-40B4-BE49-F238E27FC236}">
                <a16:creationId xmlns:a16="http://schemas.microsoft.com/office/drawing/2014/main" id="{ED756923-A05F-3D22-A062-A4DA60463D09}"/>
              </a:ext>
            </a:extLst>
          </p:cNvPr>
          <p:cNvCxnSpPr/>
          <p:nvPr/>
        </p:nvCxnSpPr>
        <p:spPr>
          <a:xfrm>
            <a:off x="346927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7" name="直接连接符 916">
            <a:extLst>
              <a:ext uri="{FF2B5EF4-FFF2-40B4-BE49-F238E27FC236}">
                <a16:creationId xmlns:a16="http://schemas.microsoft.com/office/drawing/2014/main" id="{240E6B1E-DF89-2572-87E2-850D78059B02}"/>
              </a:ext>
            </a:extLst>
          </p:cNvPr>
          <p:cNvCxnSpPr/>
          <p:nvPr/>
        </p:nvCxnSpPr>
        <p:spPr>
          <a:xfrm>
            <a:off x="351499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8" name="直接连接符 917">
            <a:extLst>
              <a:ext uri="{FF2B5EF4-FFF2-40B4-BE49-F238E27FC236}">
                <a16:creationId xmlns:a16="http://schemas.microsoft.com/office/drawing/2014/main" id="{E7182975-0B62-06A4-0AB4-02AE3659B928}"/>
              </a:ext>
            </a:extLst>
          </p:cNvPr>
          <p:cNvCxnSpPr/>
          <p:nvPr/>
        </p:nvCxnSpPr>
        <p:spPr>
          <a:xfrm>
            <a:off x="353785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直接连接符 918">
            <a:extLst>
              <a:ext uri="{FF2B5EF4-FFF2-40B4-BE49-F238E27FC236}">
                <a16:creationId xmlns:a16="http://schemas.microsoft.com/office/drawing/2014/main" id="{A1ED06B2-72C8-C6B2-E857-BDAD29A098FF}"/>
              </a:ext>
            </a:extLst>
          </p:cNvPr>
          <p:cNvCxnSpPr/>
          <p:nvPr/>
        </p:nvCxnSpPr>
        <p:spPr>
          <a:xfrm>
            <a:off x="358357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0" name="直接连接符 919">
            <a:extLst>
              <a:ext uri="{FF2B5EF4-FFF2-40B4-BE49-F238E27FC236}">
                <a16:creationId xmlns:a16="http://schemas.microsoft.com/office/drawing/2014/main" id="{133BE1F8-25C4-5744-2D6A-8F67FC5FD03F}"/>
              </a:ext>
            </a:extLst>
          </p:cNvPr>
          <p:cNvCxnSpPr/>
          <p:nvPr/>
        </p:nvCxnSpPr>
        <p:spPr>
          <a:xfrm>
            <a:off x="360643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直接连接符 920">
            <a:extLst>
              <a:ext uri="{FF2B5EF4-FFF2-40B4-BE49-F238E27FC236}">
                <a16:creationId xmlns:a16="http://schemas.microsoft.com/office/drawing/2014/main" id="{10BB691A-DF2D-C774-EE44-05A6ABD9ACA6}"/>
              </a:ext>
            </a:extLst>
          </p:cNvPr>
          <p:cNvCxnSpPr/>
          <p:nvPr/>
        </p:nvCxnSpPr>
        <p:spPr>
          <a:xfrm>
            <a:off x="365215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2" name="直接连接符 921">
            <a:extLst>
              <a:ext uri="{FF2B5EF4-FFF2-40B4-BE49-F238E27FC236}">
                <a16:creationId xmlns:a16="http://schemas.microsoft.com/office/drawing/2014/main" id="{4F48F70A-D565-FC37-D992-AD2FCBB84549}"/>
              </a:ext>
            </a:extLst>
          </p:cNvPr>
          <p:cNvCxnSpPr/>
          <p:nvPr/>
        </p:nvCxnSpPr>
        <p:spPr>
          <a:xfrm>
            <a:off x="367501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3" name="直接连接符 922">
            <a:extLst>
              <a:ext uri="{FF2B5EF4-FFF2-40B4-BE49-F238E27FC236}">
                <a16:creationId xmlns:a16="http://schemas.microsoft.com/office/drawing/2014/main" id="{97D94302-65D1-DB15-2A40-60CD635B73A3}"/>
              </a:ext>
            </a:extLst>
          </p:cNvPr>
          <p:cNvCxnSpPr/>
          <p:nvPr/>
        </p:nvCxnSpPr>
        <p:spPr>
          <a:xfrm>
            <a:off x="372073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直接连接符 923">
            <a:extLst>
              <a:ext uri="{FF2B5EF4-FFF2-40B4-BE49-F238E27FC236}">
                <a16:creationId xmlns:a16="http://schemas.microsoft.com/office/drawing/2014/main" id="{D30705FF-0FCC-8E6F-EB8E-973373DBAD28}"/>
              </a:ext>
            </a:extLst>
          </p:cNvPr>
          <p:cNvCxnSpPr/>
          <p:nvPr/>
        </p:nvCxnSpPr>
        <p:spPr>
          <a:xfrm>
            <a:off x="374359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5" name="直接连接符 924">
            <a:extLst>
              <a:ext uri="{FF2B5EF4-FFF2-40B4-BE49-F238E27FC236}">
                <a16:creationId xmlns:a16="http://schemas.microsoft.com/office/drawing/2014/main" id="{BAD1CD80-CA1B-0036-FB7B-AA044109D718}"/>
              </a:ext>
            </a:extLst>
          </p:cNvPr>
          <p:cNvCxnSpPr/>
          <p:nvPr/>
        </p:nvCxnSpPr>
        <p:spPr>
          <a:xfrm>
            <a:off x="378931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6" name="直接连接符 925">
            <a:extLst>
              <a:ext uri="{FF2B5EF4-FFF2-40B4-BE49-F238E27FC236}">
                <a16:creationId xmlns:a16="http://schemas.microsoft.com/office/drawing/2014/main" id="{4E861CC4-A8C2-BA9D-4DAF-06A315C10993}"/>
              </a:ext>
            </a:extLst>
          </p:cNvPr>
          <p:cNvCxnSpPr/>
          <p:nvPr/>
        </p:nvCxnSpPr>
        <p:spPr>
          <a:xfrm>
            <a:off x="381217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7" name="直接连接符 926">
            <a:extLst>
              <a:ext uri="{FF2B5EF4-FFF2-40B4-BE49-F238E27FC236}">
                <a16:creationId xmlns:a16="http://schemas.microsoft.com/office/drawing/2014/main" id="{1A6B57DF-7FBE-4566-1F4F-2347BCB31B63}"/>
              </a:ext>
            </a:extLst>
          </p:cNvPr>
          <p:cNvCxnSpPr/>
          <p:nvPr/>
        </p:nvCxnSpPr>
        <p:spPr>
          <a:xfrm>
            <a:off x="385789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8" name="直接连接符 927">
            <a:extLst>
              <a:ext uri="{FF2B5EF4-FFF2-40B4-BE49-F238E27FC236}">
                <a16:creationId xmlns:a16="http://schemas.microsoft.com/office/drawing/2014/main" id="{3986E7A2-9508-2091-D1A9-8C37390BFD33}"/>
              </a:ext>
            </a:extLst>
          </p:cNvPr>
          <p:cNvCxnSpPr/>
          <p:nvPr/>
        </p:nvCxnSpPr>
        <p:spPr>
          <a:xfrm>
            <a:off x="388075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9" name="直接连接符 928">
            <a:extLst>
              <a:ext uri="{FF2B5EF4-FFF2-40B4-BE49-F238E27FC236}">
                <a16:creationId xmlns:a16="http://schemas.microsoft.com/office/drawing/2014/main" id="{6051C4D0-D51E-F263-1D4A-876C7D5A0E48}"/>
              </a:ext>
            </a:extLst>
          </p:cNvPr>
          <p:cNvCxnSpPr/>
          <p:nvPr/>
        </p:nvCxnSpPr>
        <p:spPr>
          <a:xfrm>
            <a:off x="392647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0" name="直接连接符 929">
            <a:extLst>
              <a:ext uri="{FF2B5EF4-FFF2-40B4-BE49-F238E27FC236}">
                <a16:creationId xmlns:a16="http://schemas.microsoft.com/office/drawing/2014/main" id="{BC234A7B-334E-D657-1592-B4DCECD731B8}"/>
              </a:ext>
            </a:extLst>
          </p:cNvPr>
          <p:cNvCxnSpPr/>
          <p:nvPr/>
        </p:nvCxnSpPr>
        <p:spPr>
          <a:xfrm>
            <a:off x="394933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1" name="直接连接符 930">
            <a:extLst>
              <a:ext uri="{FF2B5EF4-FFF2-40B4-BE49-F238E27FC236}">
                <a16:creationId xmlns:a16="http://schemas.microsoft.com/office/drawing/2014/main" id="{BC0C1143-AEFB-4FDF-6660-E82F94CD0B2C}"/>
              </a:ext>
            </a:extLst>
          </p:cNvPr>
          <p:cNvCxnSpPr/>
          <p:nvPr/>
        </p:nvCxnSpPr>
        <p:spPr>
          <a:xfrm>
            <a:off x="401791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2" name="直接连接符 931">
            <a:extLst>
              <a:ext uri="{FF2B5EF4-FFF2-40B4-BE49-F238E27FC236}">
                <a16:creationId xmlns:a16="http://schemas.microsoft.com/office/drawing/2014/main" id="{A5CF7DCC-84ED-F5BF-66DF-1B2866BE8458}"/>
              </a:ext>
            </a:extLst>
          </p:cNvPr>
          <p:cNvCxnSpPr/>
          <p:nvPr/>
        </p:nvCxnSpPr>
        <p:spPr>
          <a:xfrm>
            <a:off x="406363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3" name="直接连接符 932">
            <a:extLst>
              <a:ext uri="{FF2B5EF4-FFF2-40B4-BE49-F238E27FC236}">
                <a16:creationId xmlns:a16="http://schemas.microsoft.com/office/drawing/2014/main" id="{E39C6B9D-5640-AAC4-BBA5-EE7E072C99B2}"/>
              </a:ext>
            </a:extLst>
          </p:cNvPr>
          <p:cNvCxnSpPr/>
          <p:nvPr/>
        </p:nvCxnSpPr>
        <p:spPr>
          <a:xfrm>
            <a:off x="408649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" name="直接连接符 933">
            <a:extLst>
              <a:ext uri="{FF2B5EF4-FFF2-40B4-BE49-F238E27FC236}">
                <a16:creationId xmlns:a16="http://schemas.microsoft.com/office/drawing/2014/main" id="{9668B4C8-992B-C51C-CC03-72C6DC979DFB}"/>
              </a:ext>
            </a:extLst>
          </p:cNvPr>
          <p:cNvCxnSpPr/>
          <p:nvPr/>
        </p:nvCxnSpPr>
        <p:spPr>
          <a:xfrm>
            <a:off x="413221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5" name="直接连接符 934">
            <a:extLst>
              <a:ext uri="{FF2B5EF4-FFF2-40B4-BE49-F238E27FC236}">
                <a16:creationId xmlns:a16="http://schemas.microsoft.com/office/drawing/2014/main" id="{610D4083-6026-B764-D1D4-0DEDC71C58DD}"/>
              </a:ext>
            </a:extLst>
          </p:cNvPr>
          <p:cNvCxnSpPr/>
          <p:nvPr/>
        </p:nvCxnSpPr>
        <p:spPr>
          <a:xfrm>
            <a:off x="415507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6" name="直接连接符 935">
            <a:extLst>
              <a:ext uri="{FF2B5EF4-FFF2-40B4-BE49-F238E27FC236}">
                <a16:creationId xmlns:a16="http://schemas.microsoft.com/office/drawing/2014/main" id="{55396094-EF4F-F2F0-AC32-71014FC8F4C0}"/>
              </a:ext>
            </a:extLst>
          </p:cNvPr>
          <p:cNvCxnSpPr/>
          <p:nvPr/>
        </p:nvCxnSpPr>
        <p:spPr>
          <a:xfrm>
            <a:off x="420079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7" name="直接连接符 936">
            <a:extLst>
              <a:ext uri="{FF2B5EF4-FFF2-40B4-BE49-F238E27FC236}">
                <a16:creationId xmlns:a16="http://schemas.microsoft.com/office/drawing/2014/main" id="{5AC33B32-5FEE-4370-8E3F-DF41AB267137}"/>
              </a:ext>
            </a:extLst>
          </p:cNvPr>
          <p:cNvCxnSpPr/>
          <p:nvPr/>
        </p:nvCxnSpPr>
        <p:spPr>
          <a:xfrm>
            <a:off x="422365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直接连接符 937">
            <a:extLst>
              <a:ext uri="{FF2B5EF4-FFF2-40B4-BE49-F238E27FC236}">
                <a16:creationId xmlns:a16="http://schemas.microsoft.com/office/drawing/2014/main" id="{26BF073B-5A1E-383F-23D7-8FD8A971DEF7}"/>
              </a:ext>
            </a:extLst>
          </p:cNvPr>
          <p:cNvCxnSpPr/>
          <p:nvPr/>
        </p:nvCxnSpPr>
        <p:spPr>
          <a:xfrm>
            <a:off x="429223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9" name="直接连接符 938">
            <a:extLst>
              <a:ext uri="{FF2B5EF4-FFF2-40B4-BE49-F238E27FC236}">
                <a16:creationId xmlns:a16="http://schemas.microsoft.com/office/drawing/2014/main" id="{FC9E3ECE-DC45-BC74-32FA-243B0498DEDD}"/>
              </a:ext>
            </a:extLst>
          </p:cNvPr>
          <p:cNvCxnSpPr/>
          <p:nvPr/>
        </p:nvCxnSpPr>
        <p:spPr>
          <a:xfrm>
            <a:off x="4360817" y="1420503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0" name="直接连接符 939">
            <a:extLst>
              <a:ext uri="{FF2B5EF4-FFF2-40B4-BE49-F238E27FC236}">
                <a16:creationId xmlns:a16="http://schemas.microsoft.com/office/drawing/2014/main" id="{0BF968F0-44E8-B12C-8C03-9CFEAF035995}"/>
              </a:ext>
            </a:extLst>
          </p:cNvPr>
          <p:cNvCxnSpPr/>
          <p:nvPr/>
        </p:nvCxnSpPr>
        <p:spPr>
          <a:xfrm>
            <a:off x="4406537" y="1420503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1" name="直接连接符 940">
            <a:extLst>
              <a:ext uri="{FF2B5EF4-FFF2-40B4-BE49-F238E27FC236}">
                <a16:creationId xmlns:a16="http://schemas.microsoft.com/office/drawing/2014/main" id="{FF423D18-065D-5925-B99C-B833FC4C28BE}"/>
              </a:ext>
            </a:extLst>
          </p:cNvPr>
          <p:cNvCxnSpPr/>
          <p:nvPr/>
        </p:nvCxnSpPr>
        <p:spPr>
          <a:xfrm>
            <a:off x="4429397" y="1420503"/>
            <a:ext cx="1560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2" name="矩形 941">
            <a:extLst>
              <a:ext uri="{FF2B5EF4-FFF2-40B4-BE49-F238E27FC236}">
                <a16:creationId xmlns:a16="http://schemas.microsoft.com/office/drawing/2014/main" id="{B8CE1F3F-D0FB-0E33-0335-E96F059A5E7C}"/>
              </a:ext>
            </a:extLst>
          </p:cNvPr>
          <p:cNvSpPr/>
          <p:nvPr/>
        </p:nvSpPr>
        <p:spPr>
          <a:xfrm>
            <a:off x="1189673" y="1430065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3" name="矩形 942">
            <a:extLst>
              <a:ext uri="{FF2B5EF4-FFF2-40B4-BE49-F238E27FC236}">
                <a16:creationId xmlns:a16="http://schemas.microsoft.com/office/drawing/2014/main" id="{BE55110A-31E3-A544-7031-F4761075B53F}"/>
              </a:ext>
            </a:extLst>
          </p:cNvPr>
          <p:cNvSpPr/>
          <p:nvPr/>
        </p:nvSpPr>
        <p:spPr>
          <a:xfrm>
            <a:off x="1549506" y="1416871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4" name="矩形 943">
            <a:extLst>
              <a:ext uri="{FF2B5EF4-FFF2-40B4-BE49-F238E27FC236}">
                <a16:creationId xmlns:a16="http://schemas.microsoft.com/office/drawing/2014/main" id="{0A956F30-4547-B5EE-FC0D-FA4C9EB5C052}"/>
              </a:ext>
            </a:extLst>
          </p:cNvPr>
          <p:cNvSpPr/>
          <p:nvPr/>
        </p:nvSpPr>
        <p:spPr>
          <a:xfrm>
            <a:off x="1909339" y="14102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5" name="矩形 944">
            <a:extLst>
              <a:ext uri="{FF2B5EF4-FFF2-40B4-BE49-F238E27FC236}">
                <a16:creationId xmlns:a16="http://schemas.microsoft.com/office/drawing/2014/main" id="{D67454D3-542E-384A-8DEC-7A8438888CFC}"/>
              </a:ext>
            </a:extLst>
          </p:cNvPr>
          <p:cNvSpPr/>
          <p:nvPr/>
        </p:nvSpPr>
        <p:spPr>
          <a:xfrm>
            <a:off x="2269173" y="1410273"/>
            <a:ext cx="33654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6" name="矩形 945">
            <a:extLst>
              <a:ext uri="{FF2B5EF4-FFF2-40B4-BE49-F238E27FC236}">
                <a16:creationId xmlns:a16="http://schemas.microsoft.com/office/drawing/2014/main" id="{D0414A6A-B081-8361-83CF-070F3F263A9B}"/>
              </a:ext>
            </a:extLst>
          </p:cNvPr>
          <p:cNvSpPr/>
          <p:nvPr/>
        </p:nvSpPr>
        <p:spPr>
          <a:xfrm>
            <a:off x="2629006" y="14102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7" name="矩形 946">
            <a:extLst>
              <a:ext uri="{FF2B5EF4-FFF2-40B4-BE49-F238E27FC236}">
                <a16:creationId xmlns:a16="http://schemas.microsoft.com/office/drawing/2014/main" id="{0841CE0A-7002-9D07-7C57-1BBCC9B20D8A}"/>
              </a:ext>
            </a:extLst>
          </p:cNvPr>
          <p:cNvSpPr/>
          <p:nvPr/>
        </p:nvSpPr>
        <p:spPr>
          <a:xfrm>
            <a:off x="2988839" y="14102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8" name="矩形 947">
            <a:extLst>
              <a:ext uri="{FF2B5EF4-FFF2-40B4-BE49-F238E27FC236}">
                <a16:creationId xmlns:a16="http://schemas.microsoft.com/office/drawing/2014/main" id="{CF6268F8-F423-BA4D-1E88-97E6E6DA5CFD}"/>
              </a:ext>
            </a:extLst>
          </p:cNvPr>
          <p:cNvSpPr/>
          <p:nvPr/>
        </p:nvSpPr>
        <p:spPr>
          <a:xfrm>
            <a:off x="3348672" y="1403676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9" name="矩形 948">
            <a:extLst>
              <a:ext uri="{FF2B5EF4-FFF2-40B4-BE49-F238E27FC236}">
                <a16:creationId xmlns:a16="http://schemas.microsoft.com/office/drawing/2014/main" id="{AFFF22AB-BA37-870D-A6EF-D12CFC23A191}"/>
              </a:ext>
            </a:extLst>
          </p:cNvPr>
          <p:cNvSpPr/>
          <p:nvPr/>
        </p:nvSpPr>
        <p:spPr>
          <a:xfrm>
            <a:off x="3708506" y="1403676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0" name="矩形 949">
            <a:extLst>
              <a:ext uri="{FF2B5EF4-FFF2-40B4-BE49-F238E27FC236}">
                <a16:creationId xmlns:a16="http://schemas.microsoft.com/office/drawing/2014/main" id="{A93F97D1-8FEE-9D02-4121-AEC8B1D8BEC7}"/>
              </a:ext>
            </a:extLst>
          </p:cNvPr>
          <p:cNvSpPr/>
          <p:nvPr/>
        </p:nvSpPr>
        <p:spPr>
          <a:xfrm>
            <a:off x="4068339" y="1403676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1" name="矩形 950">
            <a:extLst>
              <a:ext uri="{FF2B5EF4-FFF2-40B4-BE49-F238E27FC236}">
                <a16:creationId xmlns:a16="http://schemas.microsoft.com/office/drawing/2014/main" id="{F172036D-1FA0-6FF2-0046-E24A071E9983}"/>
              </a:ext>
            </a:extLst>
          </p:cNvPr>
          <p:cNvSpPr/>
          <p:nvPr/>
        </p:nvSpPr>
        <p:spPr>
          <a:xfrm>
            <a:off x="4428172" y="1403676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52" name="直接连接符 951">
            <a:extLst>
              <a:ext uri="{FF2B5EF4-FFF2-40B4-BE49-F238E27FC236}">
                <a16:creationId xmlns:a16="http://schemas.microsoft.com/office/drawing/2014/main" id="{6E92D8A7-9C44-4395-5C3B-FD2614EFBAD7}"/>
              </a:ext>
            </a:extLst>
          </p:cNvPr>
          <p:cNvCxnSpPr/>
          <p:nvPr/>
        </p:nvCxnSpPr>
        <p:spPr>
          <a:xfrm>
            <a:off x="4749800" y="1381760"/>
            <a:ext cx="21590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3" name="椭圆 952">
            <a:extLst>
              <a:ext uri="{FF2B5EF4-FFF2-40B4-BE49-F238E27FC236}">
                <a16:creationId xmlns:a16="http://schemas.microsoft.com/office/drawing/2014/main" id="{1D38CA90-EA1D-644C-2B7C-A42801CD04AF}"/>
              </a:ext>
            </a:extLst>
          </p:cNvPr>
          <p:cNvSpPr/>
          <p:nvPr/>
        </p:nvSpPr>
        <p:spPr>
          <a:xfrm>
            <a:off x="4841558" y="1365568"/>
            <a:ext cx="32384" cy="3238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4" name="文本框 953">
            <a:extLst>
              <a:ext uri="{FF2B5EF4-FFF2-40B4-BE49-F238E27FC236}">
                <a16:creationId xmlns:a16="http://schemas.microsoft.com/office/drawing/2014/main" id="{EE8F1DD4-2825-FDF1-6E22-2D7D946BE6CF}"/>
              </a:ext>
            </a:extLst>
          </p:cNvPr>
          <p:cNvSpPr txBox="1"/>
          <p:nvPr/>
        </p:nvSpPr>
        <p:spPr>
          <a:xfrm>
            <a:off x="5041899" y="132461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955" name="直接连接符 954">
            <a:extLst>
              <a:ext uri="{FF2B5EF4-FFF2-40B4-BE49-F238E27FC236}">
                <a16:creationId xmlns:a16="http://schemas.microsoft.com/office/drawing/2014/main" id="{3B023CD7-DA26-CDE3-FCBC-6628227D6293}"/>
              </a:ext>
            </a:extLst>
          </p:cNvPr>
          <p:cNvCxnSpPr/>
          <p:nvPr/>
        </p:nvCxnSpPr>
        <p:spPr>
          <a:xfrm>
            <a:off x="4749800" y="1498600"/>
            <a:ext cx="21590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6" name="椭圆 955">
            <a:extLst>
              <a:ext uri="{FF2B5EF4-FFF2-40B4-BE49-F238E27FC236}">
                <a16:creationId xmlns:a16="http://schemas.microsoft.com/office/drawing/2014/main" id="{3011F661-D389-D27B-42CD-4FFDCBFA7797}"/>
              </a:ext>
            </a:extLst>
          </p:cNvPr>
          <p:cNvSpPr/>
          <p:nvPr/>
        </p:nvSpPr>
        <p:spPr>
          <a:xfrm>
            <a:off x="4841558" y="1482407"/>
            <a:ext cx="32384" cy="32386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7" name="文本框 956">
            <a:extLst>
              <a:ext uri="{FF2B5EF4-FFF2-40B4-BE49-F238E27FC236}">
                <a16:creationId xmlns:a16="http://schemas.microsoft.com/office/drawing/2014/main" id="{79211B2C-75A2-D66B-51CC-A1BBF971C348}"/>
              </a:ext>
            </a:extLst>
          </p:cNvPr>
          <p:cNvSpPr txBox="1"/>
          <p:nvPr/>
        </p:nvSpPr>
        <p:spPr>
          <a:xfrm>
            <a:off x="5041899" y="144145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958" name="直接连接符 957">
            <a:extLst>
              <a:ext uri="{FF2B5EF4-FFF2-40B4-BE49-F238E27FC236}">
                <a16:creationId xmlns:a16="http://schemas.microsoft.com/office/drawing/2014/main" id="{15E5B237-D698-A0BC-93F0-591A9468A493}"/>
              </a:ext>
            </a:extLst>
          </p:cNvPr>
          <p:cNvCxnSpPr/>
          <p:nvPr/>
        </p:nvCxnSpPr>
        <p:spPr>
          <a:xfrm>
            <a:off x="4749800" y="16154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9" name="直接连接符 958">
            <a:extLst>
              <a:ext uri="{FF2B5EF4-FFF2-40B4-BE49-F238E27FC236}">
                <a16:creationId xmlns:a16="http://schemas.microsoft.com/office/drawing/2014/main" id="{3E25D8A7-6AC9-46FA-4D01-138F4A3AF550}"/>
              </a:ext>
            </a:extLst>
          </p:cNvPr>
          <p:cNvCxnSpPr/>
          <p:nvPr/>
        </p:nvCxnSpPr>
        <p:spPr>
          <a:xfrm>
            <a:off x="4818380" y="16154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直接连接符 959">
            <a:extLst>
              <a:ext uri="{FF2B5EF4-FFF2-40B4-BE49-F238E27FC236}">
                <a16:creationId xmlns:a16="http://schemas.microsoft.com/office/drawing/2014/main" id="{EA148B90-C151-27BA-55D7-8A25962D78B1}"/>
              </a:ext>
            </a:extLst>
          </p:cNvPr>
          <p:cNvCxnSpPr/>
          <p:nvPr/>
        </p:nvCxnSpPr>
        <p:spPr>
          <a:xfrm>
            <a:off x="4864100" y="161544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1" name="直接连接符 960">
            <a:extLst>
              <a:ext uri="{FF2B5EF4-FFF2-40B4-BE49-F238E27FC236}">
                <a16:creationId xmlns:a16="http://schemas.microsoft.com/office/drawing/2014/main" id="{8B4AD5CF-0BA4-4B39-9C09-81EA0E3DBB33}"/>
              </a:ext>
            </a:extLst>
          </p:cNvPr>
          <p:cNvCxnSpPr/>
          <p:nvPr/>
        </p:nvCxnSpPr>
        <p:spPr>
          <a:xfrm>
            <a:off x="4886960" y="16154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直接连接符 961">
            <a:extLst>
              <a:ext uri="{FF2B5EF4-FFF2-40B4-BE49-F238E27FC236}">
                <a16:creationId xmlns:a16="http://schemas.microsoft.com/office/drawing/2014/main" id="{8F95E14D-FDDF-87E0-B25A-328842B2CDD5}"/>
              </a:ext>
            </a:extLst>
          </p:cNvPr>
          <p:cNvCxnSpPr/>
          <p:nvPr/>
        </p:nvCxnSpPr>
        <p:spPr>
          <a:xfrm>
            <a:off x="4932680" y="161544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3" name="直接连接符 962">
            <a:extLst>
              <a:ext uri="{FF2B5EF4-FFF2-40B4-BE49-F238E27FC236}">
                <a16:creationId xmlns:a16="http://schemas.microsoft.com/office/drawing/2014/main" id="{D4F52873-C292-223E-E768-882DCBA0A46E}"/>
              </a:ext>
            </a:extLst>
          </p:cNvPr>
          <p:cNvCxnSpPr/>
          <p:nvPr/>
        </p:nvCxnSpPr>
        <p:spPr>
          <a:xfrm>
            <a:off x="4955540" y="1615440"/>
            <a:ext cx="1016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" name="矩形 963">
            <a:extLst>
              <a:ext uri="{FF2B5EF4-FFF2-40B4-BE49-F238E27FC236}">
                <a16:creationId xmlns:a16="http://schemas.microsoft.com/office/drawing/2014/main" id="{5AAC843F-D1B1-0CBE-F302-339C7C36E627}"/>
              </a:ext>
            </a:extLst>
          </p:cNvPr>
          <p:cNvSpPr/>
          <p:nvPr/>
        </p:nvSpPr>
        <p:spPr>
          <a:xfrm>
            <a:off x="4841558" y="1599248"/>
            <a:ext cx="32384" cy="3238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5" name="文本框 964">
            <a:extLst>
              <a:ext uri="{FF2B5EF4-FFF2-40B4-BE49-F238E27FC236}">
                <a16:creationId xmlns:a16="http://schemas.microsoft.com/office/drawing/2014/main" id="{916804D8-8A19-25AD-2B30-1709632A10D5}"/>
              </a:ext>
            </a:extLst>
          </p:cNvPr>
          <p:cNvSpPr txBox="1"/>
          <p:nvPr/>
        </p:nvSpPr>
        <p:spPr>
          <a:xfrm>
            <a:off x="5041899" y="155829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966" name="直接连接符 965">
            <a:extLst>
              <a:ext uri="{FF2B5EF4-FFF2-40B4-BE49-F238E27FC236}">
                <a16:creationId xmlns:a16="http://schemas.microsoft.com/office/drawing/2014/main" id="{255F5D77-B1D3-3E3F-578B-6133EFAD77A8}"/>
              </a:ext>
            </a:extLst>
          </p:cNvPr>
          <p:cNvCxnSpPr/>
          <p:nvPr/>
        </p:nvCxnSpPr>
        <p:spPr>
          <a:xfrm>
            <a:off x="4749800" y="17322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7" name="直接连接符 966">
            <a:extLst>
              <a:ext uri="{FF2B5EF4-FFF2-40B4-BE49-F238E27FC236}">
                <a16:creationId xmlns:a16="http://schemas.microsoft.com/office/drawing/2014/main" id="{200BF514-5801-A735-8905-A998658B7DC0}"/>
              </a:ext>
            </a:extLst>
          </p:cNvPr>
          <p:cNvCxnSpPr/>
          <p:nvPr/>
        </p:nvCxnSpPr>
        <p:spPr>
          <a:xfrm>
            <a:off x="4818380" y="17322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直接连接符 967">
            <a:extLst>
              <a:ext uri="{FF2B5EF4-FFF2-40B4-BE49-F238E27FC236}">
                <a16:creationId xmlns:a16="http://schemas.microsoft.com/office/drawing/2014/main" id="{33EC92EF-420B-2FC2-8042-1EB150A5CCB9}"/>
              </a:ext>
            </a:extLst>
          </p:cNvPr>
          <p:cNvCxnSpPr/>
          <p:nvPr/>
        </p:nvCxnSpPr>
        <p:spPr>
          <a:xfrm>
            <a:off x="4864100" y="17322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9" name="直接连接符 968">
            <a:extLst>
              <a:ext uri="{FF2B5EF4-FFF2-40B4-BE49-F238E27FC236}">
                <a16:creationId xmlns:a16="http://schemas.microsoft.com/office/drawing/2014/main" id="{6DD5605F-5FB6-C88F-7CBC-92CE8651D1BA}"/>
              </a:ext>
            </a:extLst>
          </p:cNvPr>
          <p:cNvCxnSpPr/>
          <p:nvPr/>
        </p:nvCxnSpPr>
        <p:spPr>
          <a:xfrm>
            <a:off x="4886960" y="17322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0" name="直接连接符 969">
            <a:extLst>
              <a:ext uri="{FF2B5EF4-FFF2-40B4-BE49-F238E27FC236}">
                <a16:creationId xmlns:a16="http://schemas.microsoft.com/office/drawing/2014/main" id="{01F838D3-2BC9-F198-82FF-970D2361DDEA}"/>
              </a:ext>
            </a:extLst>
          </p:cNvPr>
          <p:cNvCxnSpPr/>
          <p:nvPr/>
        </p:nvCxnSpPr>
        <p:spPr>
          <a:xfrm>
            <a:off x="4932680" y="17322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1" name="直接连接符 970">
            <a:extLst>
              <a:ext uri="{FF2B5EF4-FFF2-40B4-BE49-F238E27FC236}">
                <a16:creationId xmlns:a16="http://schemas.microsoft.com/office/drawing/2014/main" id="{FECACD05-2A96-64BF-D569-6DEA312D214E}"/>
              </a:ext>
            </a:extLst>
          </p:cNvPr>
          <p:cNvCxnSpPr/>
          <p:nvPr/>
        </p:nvCxnSpPr>
        <p:spPr>
          <a:xfrm>
            <a:off x="4955540" y="1732280"/>
            <a:ext cx="1016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2" name="矩形 971">
            <a:extLst>
              <a:ext uri="{FF2B5EF4-FFF2-40B4-BE49-F238E27FC236}">
                <a16:creationId xmlns:a16="http://schemas.microsoft.com/office/drawing/2014/main" id="{D3F18712-A611-2F68-A078-7201DDBDE325}"/>
              </a:ext>
            </a:extLst>
          </p:cNvPr>
          <p:cNvSpPr/>
          <p:nvPr/>
        </p:nvSpPr>
        <p:spPr>
          <a:xfrm>
            <a:off x="4841558" y="1716088"/>
            <a:ext cx="32384" cy="3238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3" name="文本框 972">
            <a:extLst>
              <a:ext uri="{FF2B5EF4-FFF2-40B4-BE49-F238E27FC236}">
                <a16:creationId xmlns:a16="http://schemas.microsoft.com/office/drawing/2014/main" id="{FA548CD9-103C-8771-7232-75E47DF54DE9}"/>
              </a:ext>
            </a:extLst>
          </p:cNvPr>
          <p:cNvSpPr txBox="1"/>
          <p:nvPr/>
        </p:nvSpPr>
        <p:spPr>
          <a:xfrm>
            <a:off x="5041899" y="167513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974" name="直接连接符 973">
            <a:extLst>
              <a:ext uri="{FF2B5EF4-FFF2-40B4-BE49-F238E27FC236}">
                <a16:creationId xmlns:a16="http://schemas.microsoft.com/office/drawing/2014/main" id="{4F232223-562A-CA2B-5D51-15C13F50378A}"/>
              </a:ext>
            </a:extLst>
          </p:cNvPr>
          <p:cNvCxnSpPr/>
          <p:nvPr/>
        </p:nvCxnSpPr>
        <p:spPr>
          <a:xfrm flipV="1">
            <a:off x="1206500" y="2581151"/>
            <a:ext cx="359833" cy="3298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直接连接符 974">
            <a:extLst>
              <a:ext uri="{FF2B5EF4-FFF2-40B4-BE49-F238E27FC236}">
                <a16:creationId xmlns:a16="http://schemas.microsoft.com/office/drawing/2014/main" id="{169ABDA5-F341-39CA-BEB7-D7AEBC14178C}"/>
              </a:ext>
            </a:extLst>
          </p:cNvPr>
          <p:cNvCxnSpPr/>
          <p:nvPr/>
        </p:nvCxnSpPr>
        <p:spPr>
          <a:xfrm flipV="1">
            <a:off x="1566333" y="2554762"/>
            <a:ext cx="359834" cy="2638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6" name="直接连接符 975">
            <a:extLst>
              <a:ext uri="{FF2B5EF4-FFF2-40B4-BE49-F238E27FC236}">
                <a16:creationId xmlns:a16="http://schemas.microsoft.com/office/drawing/2014/main" id="{8E35B989-5334-D079-5939-0A6E4678C427}"/>
              </a:ext>
            </a:extLst>
          </p:cNvPr>
          <p:cNvCxnSpPr/>
          <p:nvPr/>
        </p:nvCxnSpPr>
        <p:spPr>
          <a:xfrm flipV="1">
            <a:off x="1926167" y="2548164"/>
            <a:ext cx="359833" cy="6598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7" name="直接连接符 976">
            <a:extLst>
              <a:ext uri="{FF2B5EF4-FFF2-40B4-BE49-F238E27FC236}">
                <a16:creationId xmlns:a16="http://schemas.microsoft.com/office/drawing/2014/main" id="{D9A86548-05A1-1475-8754-94ABD359AF14}"/>
              </a:ext>
            </a:extLst>
          </p:cNvPr>
          <p:cNvCxnSpPr/>
          <p:nvPr/>
        </p:nvCxnSpPr>
        <p:spPr>
          <a:xfrm>
            <a:off x="2286000" y="2548164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直接连接符 977">
            <a:extLst>
              <a:ext uri="{FF2B5EF4-FFF2-40B4-BE49-F238E27FC236}">
                <a16:creationId xmlns:a16="http://schemas.microsoft.com/office/drawing/2014/main" id="{4A68AB26-E91B-9DFC-927C-684D23A721D2}"/>
              </a:ext>
            </a:extLst>
          </p:cNvPr>
          <p:cNvCxnSpPr/>
          <p:nvPr/>
        </p:nvCxnSpPr>
        <p:spPr>
          <a:xfrm flipV="1">
            <a:off x="2645833" y="2534969"/>
            <a:ext cx="359834" cy="1319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9" name="直接连接符 978">
            <a:extLst>
              <a:ext uri="{FF2B5EF4-FFF2-40B4-BE49-F238E27FC236}">
                <a16:creationId xmlns:a16="http://schemas.microsoft.com/office/drawing/2014/main" id="{EC7AF134-B422-7AB9-4D50-E4574DE7110E}"/>
              </a:ext>
            </a:extLst>
          </p:cNvPr>
          <p:cNvCxnSpPr/>
          <p:nvPr/>
        </p:nvCxnSpPr>
        <p:spPr>
          <a:xfrm>
            <a:off x="3005667" y="253496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0" name="直接连接符 979">
            <a:extLst>
              <a:ext uri="{FF2B5EF4-FFF2-40B4-BE49-F238E27FC236}">
                <a16:creationId xmlns:a16="http://schemas.microsoft.com/office/drawing/2014/main" id="{D8196F00-A85D-B89C-86BC-23194B7E6584}"/>
              </a:ext>
            </a:extLst>
          </p:cNvPr>
          <p:cNvCxnSpPr/>
          <p:nvPr/>
        </p:nvCxnSpPr>
        <p:spPr>
          <a:xfrm>
            <a:off x="3365500" y="253496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1" name="直接连接符 980">
            <a:extLst>
              <a:ext uri="{FF2B5EF4-FFF2-40B4-BE49-F238E27FC236}">
                <a16:creationId xmlns:a16="http://schemas.microsoft.com/office/drawing/2014/main" id="{FF3A0CC9-7B88-B180-4C38-55E3DF0186FA}"/>
              </a:ext>
            </a:extLst>
          </p:cNvPr>
          <p:cNvCxnSpPr/>
          <p:nvPr/>
        </p:nvCxnSpPr>
        <p:spPr>
          <a:xfrm>
            <a:off x="3725333" y="2534969"/>
            <a:ext cx="35983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直接连接符 981">
            <a:extLst>
              <a:ext uri="{FF2B5EF4-FFF2-40B4-BE49-F238E27FC236}">
                <a16:creationId xmlns:a16="http://schemas.microsoft.com/office/drawing/2014/main" id="{95A2E1FE-1ED4-D035-6FC5-BACB47749244}"/>
              </a:ext>
            </a:extLst>
          </p:cNvPr>
          <p:cNvCxnSpPr/>
          <p:nvPr/>
        </p:nvCxnSpPr>
        <p:spPr>
          <a:xfrm>
            <a:off x="4085167" y="2534969"/>
            <a:ext cx="35983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3" name="椭圆 982">
            <a:extLst>
              <a:ext uri="{FF2B5EF4-FFF2-40B4-BE49-F238E27FC236}">
                <a16:creationId xmlns:a16="http://schemas.microsoft.com/office/drawing/2014/main" id="{48B24EE5-2C4A-0958-6A99-706998F30778}"/>
              </a:ext>
            </a:extLst>
          </p:cNvPr>
          <p:cNvSpPr/>
          <p:nvPr/>
        </p:nvSpPr>
        <p:spPr>
          <a:xfrm>
            <a:off x="1189673" y="2597311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4" name="椭圆 983">
            <a:extLst>
              <a:ext uri="{FF2B5EF4-FFF2-40B4-BE49-F238E27FC236}">
                <a16:creationId xmlns:a16="http://schemas.microsoft.com/office/drawing/2014/main" id="{501B8417-C6E8-57C1-5D19-C55DFE1778A9}"/>
              </a:ext>
            </a:extLst>
          </p:cNvPr>
          <p:cNvSpPr/>
          <p:nvPr/>
        </p:nvSpPr>
        <p:spPr>
          <a:xfrm>
            <a:off x="1549506" y="2564324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5" name="椭圆 984">
            <a:extLst>
              <a:ext uri="{FF2B5EF4-FFF2-40B4-BE49-F238E27FC236}">
                <a16:creationId xmlns:a16="http://schemas.microsoft.com/office/drawing/2014/main" id="{33726CF6-1324-05DD-1A09-B6F3FC59E40D}"/>
              </a:ext>
            </a:extLst>
          </p:cNvPr>
          <p:cNvSpPr/>
          <p:nvPr/>
        </p:nvSpPr>
        <p:spPr>
          <a:xfrm>
            <a:off x="1909339" y="2537934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6" name="椭圆 985">
            <a:extLst>
              <a:ext uri="{FF2B5EF4-FFF2-40B4-BE49-F238E27FC236}">
                <a16:creationId xmlns:a16="http://schemas.microsoft.com/office/drawing/2014/main" id="{1CE494E2-AE2D-AEA6-B88B-9FC0EB3ACACB}"/>
              </a:ext>
            </a:extLst>
          </p:cNvPr>
          <p:cNvSpPr/>
          <p:nvPr/>
        </p:nvSpPr>
        <p:spPr>
          <a:xfrm>
            <a:off x="2269173" y="2531337"/>
            <a:ext cx="33654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7" name="椭圆 986">
            <a:extLst>
              <a:ext uri="{FF2B5EF4-FFF2-40B4-BE49-F238E27FC236}">
                <a16:creationId xmlns:a16="http://schemas.microsoft.com/office/drawing/2014/main" id="{864791F2-E820-2202-5D50-C45D36E17370}"/>
              </a:ext>
            </a:extLst>
          </p:cNvPr>
          <p:cNvSpPr/>
          <p:nvPr/>
        </p:nvSpPr>
        <p:spPr>
          <a:xfrm>
            <a:off x="2629006" y="2531337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8" name="椭圆 987">
            <a:extLst>
              <a:ext uri="{FF2B5EF4-FFF2-40B4-BE49-F238E27FC236}">
                <a16:creationId xmlns:a16="http://schemas.microsoft.com/office/drawing/2014/main" id="{57A98838-F4CB-1D3E-1B65-D9B806D2BF01}"/>
              </a:ext>
            </a:extLst>
          </p:cNvPr>
          <p:cNvSpPr/>
          <p:nvPr/>
        </p:nvSpPr>
        <p:spPr>
          <a:xfrm>
            <a:off x="2988839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9" name="椭圆 988">
            <a:extLst>
              <a:ext uri="{FF2B5EF4-FFF2-40B4-BE49-F238E27FC236}">
                <a16:creationId xmlns:a16="http://schemas.microsoft.com/office/drawing/2014/main" id="{EB3E8EA2-274C-7CA3-B30D-9F44FF88BB99}"/>
              </a:ext>
            </a:extLst>
          </p:cNvPr>
          <p:cNvSpPr/>
          <p:nvPr/>
        </p:nvSpPr>
        <p:spPr>
          <a:xfrm>
            <a:off x="3348672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0" name="椭圆 989">
            <a:extLst>
              <a:ext uri="{FF2B5EF4-FFF2-40B4-BE49-F238E27FC236}">
                <a16:creationId xmlns:a16="http://schemas.microsoft.com/office/drawing/2014/main" id="{E2A55ABD-1628-3614-02B8-11B67F7C30D3}"/>
              </a:ext>
            </a:extLst>
          </p:cNvPr>
          <p:cNvSpPr/>
          <p:nvPr/>
        </p:nvSpPr>
        <p:spPr>
          <a:xfrm>
            <a:off x="3708506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1" name="椭圆 990">
            <a:extLst>
              <a:ext uri="{FF2B5EF4-FFF2-40B4-BE49-F238E27FC236}">
                <a16:creationId xmlns:a16="http://schemas.microsoft.com/office/drawing/2014/main" id="{055348BA-19CC-25DE-243C-BED63EAB3670}"/>
              </a:ext>
            </a:extLst>
          </p:cNvPr>
          <p:cNvSpPr/>
          <p:nvPr/>
        </p:nvSpPr>
        <p:spPr>
          <a:xfrm>
            <a:off x="4068339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2" name="椭圆 991">
            <a:extLst>
              <a:ext uri="{FF2B5EF4-FFF2-40B4-BE49-F238E27FC236}">
                <a16:creationId xmlns:a16="http://schemas.microsoft.com/office/drawing/2014/main" id="{D8E0FB4F-A203-FB18-048C-EF0CC662E320}"/>
              </a:ext>
            </a:extLst>
          </p:cNvPr>
          <p:cNvSpPr/>
          <p:nvPr/>
        </p:nvSpPr>
        <p:spPr>
          <a:xfrm>
            <a:off x="4428172" y="2518142"/>
            <a:ext cx="33655" cy="3365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3" name="直接连接符 992">
            <a:extLst>
              <a:ext uri="{FF2B5EF4-FFF2-40B4-BE49-F238E27FC236}">
                <a16:creationId xmlns:a16="http://schemas.microsoft.com/office/drawing/2014/main" id="{54D0AF0B-AF00-D28A-6E2F-AA2252566F14}"/>
              </a:ext>
            </a:extLst>
          </p:cNvPr>
          <p:cNvCxnSpPr/>
          <p:nvPr/>
        </p:nvCxnSpPr>
        <p:spPr>
          <a:xfrm flipV="1">
            <a:off x="1206500" y="2548164"/>
            <a:ext cx="359833" cy="19792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4" name="直接连接符 993">
            <a:extLst>
              <a:ext uri="{FF2B5EF4-FFF2-40B4-BE49-F238E27FC236}">
                <a16:creationId xmlns:a16="http://schemas.microsoft.com/office/drawing/2014/main" id="{46953FA6-5F10-DCEC-EEB4-8605768B32E4}"/>
              </a:ext>
            </a:extLst>
          </p:cNvPr>
          <p:cNvCxnSpPr/>
          <p:nvPr/>
        </p:nvCxnSpPr>
        <p:spPr>
          <a:xfrm flipV="1">
            <a:off x="1566333" y="2521775"/>
            <a:ext cx="359834" cy="2638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5" name="直接连接符 994">
            <a:extLst>
              <a:ext uri="{FF2B5EF4-FFF2-40B4-BE49-F238E27FC236}">
                <a16:creationId xmlns:a16="http://schemas.microsoft.com/office/drawing/2014/main" id="{F7307EF9-B1B0-DC0D-283C-5D1894AC2032}"/>
              </a:ext>
            </a:extLst>
          </p:cNvPr>
          <p:cNvCxnSpPr/>
          <p:nvPr/>
        </p:nvCxnSpPr>
        <p:spPr>
          <a:xfrm flipV="1">
            <a:off x="1926167" y="2508580"/>
            <a:ext cx="359833" cy="13195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6" name="直接连接符 995">
            <a:extLst>
              <a:ext uri="{FF2B5EF4-FFF2-40B4-BE49-F238E27FC236}">
                <a16:creationId xmlns:a16="http://schemas.microsoft.com/office/drawing/2014/main" id="{8E8ABE89-48FD-C1C6-0DE0-17A43623E88E}"/>
              </a:ext>
            </a:extLst>
          </p:cNvPr>
          <p:cNvCxnSpPr/>
          <p:nvPr/>
        </p:nvCxnSpPr>
        <p:spPr>
          <a:xfrm>
            <a:off x="2286000" y="2508580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7" name="直接连接符 996">
            <a:extLst>
              <a:ext uri="{FF2B5EF4-FFF2-40B4-BE49-F238E27FC236}">
                <a16:creationId xmlns:a16="http://schemas.microsoft.com/office/drawing/2014/main" id="{C77D089D-55CD-3786-53F9-10DD715BDBA6}"/>
              </a:ext>
            </a:extLst>
          </p:cNvPr>
          <p:cNvCxnSpPr/>
          <p:nvPr/>
        </p:nvCxnSpPr>
        <p:spPr>
          <a:xfrm flipV="1">
            <a:off x="2645833" y="2495385"/>
            <a:ext cx="359834" cy="13195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8" name="直接连接符 997">
            <a:extLst>
              <a:ext uri="{FF2B5EF4-FFF2-40B4-BE49-F238E27FC236}">
                <a16:creationId xmlns:a16="http://schemas.microsoft.com/office/drawing/2014/main" id="{0FD6585E-8D47-6897-507B-C1F14A11E25B}"/>
              </a:ext>
            </a:extLst>
          </p:cNvPr>
          <p:cNvCxnSpPr/>
          <p:nvPr/>
        </p:nvCxnSpPr>
        <p:spPr>
          <a:xfrm>
            <a:off x="3005667" y="2495385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直接连接符 998">
            <a:extLst>
              <a:ext uri="{FF2B5EF4-FFF2-40B4-BE49-F238E27FC236}">
                <a16:creationId xmlns:a16="http://schemas.microsoft.com/office/drawing/2014/main" id="{CCF20734-5CAE-7B58-1EC4-F9FB60057CD8}"/>
              </a:ext>
            </a:extLst>
          </p:cNvPr>
          <p:cNvCxnSpPr/>
          <p:nvPr/>
        </p:nvCxnSpPr>
        <p:spPr>
          <a:xfrm>
            <a:off x="3365500" y="2495385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0" name="直接连接符 999">
            <a:extLst>
              <a:ext uri="{FF2B5EF4-FFF2-40B4-BE49-F238E27FC236}">
                <a16:creationId xmlns:a16="http://schemas.microsoft.com/office/drawing/2014/main" id="{6C1D39B1-8EC0-5EE8-A61C-216CE00B8E1C}"/>
              </a:ext>
            </a:extLst>
          </p:cNvPr>
          <p:cNvCxnSpPr/>
          <p:nvPr/>
        </p:nvCxnSpPr>
        <p:spPr>
          <a:xfrm>
            <a:off x="3725333" y="2495385"/>
            <a:ext cx="359834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直接连接符 1000">
            <a:extLst>
              <a:ext uri="{FF2B5EF4-FFF2-40B4-BE49-F238E27FC236}">
                <a16:creationId xmlns:a16="http://schemas.microsoft.com/office/drawing/2014/main" id="{141FD37F-EBE3-448B-8E1D-3A4AD8E26C27}"/>
              </a:ext>
            </a:extLst>
          </p:cNvPr>
          <p:cNvCxnSpPr/>
          <p:nvPr/>
        </p:nvCxnSpPr>
        <p:spPr>
          <a:xfrm>
            <a:off x="4085167" y="2495385"/>
            <a:ext cx="35983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2" name="椭圆 1001">
            <a:extLst>
              <a:ext uri="{FF2B5EF4-FFF2-40B4-BE49-F238E27FC236}">
                <a16:creationId xmlns:a16="http://schemas.microsoft.com/office/drawing/2014/main" id="{F4CC8674-4C46-78C7-10D3-8232E1DB86FA}"/>
              </a:ext>
            </a:extLst>
          </p:cNvPr>
          <p:cNvSpPr/>
          <p:nvPr/>
        </p:nvSpPr>
        <p:spPr>
          <a:xfrm>
            <a:off x="1189673" y="2551129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3" name="椭圆 1002">
            <a:extLst>
              <a:ext uri="{FF2B5EF4-FFF2-40B4-BE49-F238E27FC236}">
                <a16:creationId xmlns:a16="http://schemas.microsoft.com/office/drawing/2014/main" id="{5ADFD1AE-5850-43BB-61FE-67E05BD60689}"/>
              </a:ext>
            </a:extLst>
          </p:cNvPr>
          <p:cNvSpPr/>
          <p:nvPr/>
        </p:nvSpPr>
        <p:spPr>
          <a:xfrm>
            <a:off x="1549506" y="2531337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4" name="椭圆 1003">
            <a:extLst>
              <a:ext uri="{FF2B5EF4-FFF2-40B4-BE49-F238E27FC236}">
                <a16:creationId xmlns:a16="http://schemas.microsoft.com/office/drawing/2014/main" id="{18196E82-ADAD-9270-5E24-6C5FBDDA52F5}"/>
              </a:ext>
            </a:extLst>
          </p:cNvPr>
          <p:cNvSpPr/>
          <p:nvPr/>
        </p:nvSpPr>
        <p:spPr>
          <a:xfrm>
            <a:off x="1909339" y="2504947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5" name="椭圆 1004">
            <a:extLst>
              <a:ext uri="{FF2B5EF4-FFF2-40B4-BE49-F238E27FC236}">
                <a16:creationId xmlns:a16="http://schemas.microsoft.com/office/drawing/2014/main" id="{6B2CC47C-1F45-2335-739C-73F6E4E0C102}"/>
              </a:ext>
            </a:extLst>
          </p:cNvPr>
          <p:cNvSpPr/>
          <p:nvPr/>
        </p:nvSpPr>
        <p:spPr>
          <a:xfrm>
            <a:off x="2269173" y="2491752"/>
            <a:ext cx="33654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6" name="椭圆 1005">
            <a:extLst>
              <a:ext uri="{FF2B5EF4-FFF2-40B4-BE49-F238E27FC236}">
                <a16:creationId xmlns:a16="http://schemas.microsoft.com/office/drawing/2014/main" id="{E7505BE6-7F71-C246-54D6-85AAD4CB1D26}"/>
              </a:ext>
            </a:extLst>
          </p:cNvPr>
          <p:cNvSpPr/>
          <p:nvPr/>
        </p:nvSpPr>
        <p:spPr>
          <a:xfrm>
            <a:off x="2629006" y="2491752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7" name="椭圆 1006">
            <a:extLst>
              <a:ext uri="{FF2B5EF4-FFF2-40B4-BE49-F238E27FC236}">
                <a16:creationId xmlns:a16="http://schemas.microsoft.com/office/drawing/2014/main" id="{23374131-C239-6E84-F435-9BBA1F07A9AA}"/>
              </a:ext>
            </a:extLst>
          </p:cNvPr>
          <p:cNvSpPr/>
          <p:nvPr/>
        </p:nvSpPr>
        <p:spPr>
          <a:xfrm>
            <a:off x="2988839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8" name="椭圆 1007">
            <a:extLst>
              <a:ext uri="{FF2B5EF4-FFF2-40B4-BE49-F238E27FC236}">
                <a16:creationId xmlns:a16="http://schemas.microsoft.com/office/drawing/2014/main" id="{7C2BC2E8-A912-AF5A-F171-A3DB30AEE6C2}"/>
              </a:ext>
            </a:extLst>
          </p:cNvPr>
          <p:cNvSpPr/>
          <p:nvPr/>
        </p:nvSpPr>
        <p:spPr>
          <a:xfrm>
            <a:off x="3348672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9" name="椭圆 1008">
            <a:extLst>
              <a:ext uri="{FF2B5EF4-FFF2-40B4-BE49-F238E27FC236}">
                <a16:creationId xmlns:a16="http://schemas.microsoft.com/office/drawing/2014/main" id="{B83F5344-A70A-FE1A-23E3-A3B9CAE3AD29}"/>
              </a:ext>
            </a:extLst>
          </p:cNvPr>
          <p:cNvSpPr/>
          <p:nvPr/>
        </p:nvSpPr>
        <p:spPr>
          <a:xfrm>
            <a:off x="3708506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0" name="椭圆 1009">
            <a:extLst>
              <a:ext uri="{FF2B5EF4-FFF2-40B4-BE49-F238E27FC236}">
                <a16:creationId xmlns:a16="http://schemas.microsoft.com/office/drawing/2014/main" id="{659108E2-F858-0323-E4C6-A5D4DB5DCAF9}"/>
              </a:ext>
            </a:extLst>
          </p:cNvPr>
          <p:cNvSpPr/>
          <p:nvPr/>
        </p:nvSpPr>
        <p:spPr>
          <a:xfrm>
            <a:off x="4068339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1" name="椭圆 1010">
            <a:extLst>
              <a:ext uri="{FF2B5EF4-FFF2-40B4-BE49-F238E27FC236}">
                <a16:creationId xmlns:a16="http://schemas.microsoft.com/office/drawing/2014/main" id="{5FB08120-5A78-10E4-6E0A-D2DA77304634}"/>
              </a:ext>
            </a:extLst>
          </p:cNvPr>
          <p:cNvSpPr/>
          <p:nvPr/>
        </p:nvSpPr>
        <p:spPr>
          <a:xfrm>
            <a:off x="4428172" y="2478558"/>
            <a:ext cx="33655" cy="3365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12" name="直接连接符 1011">
            <a:extLst>
              <a:ext uri="{FF2B5EF4-FFF2-40B4-BE49-F238E27FC236}">
                <a16:creationId xmlns:a16="http://schemas.microsoft.com/office/drawing/2014/main" id="{1DD7993E-651A-F808-345B-724CBB3B3D86}"/>
              </a:ext>
            </a:extLst>
          </p:cNvPr>
          <p:cNvCxnSpPr/>
          <p:nvPr/>
        </p:nvCxnSpPr>
        <p:spPr>
          <a:xfrm flipV="1">
            <a:off x="1206500" y="2564612"/>
            <a:ext cx="45598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3" name="直接连接符 1012">
            <a:extLst>
              <a:ext uri="{FF2B5EF4-FFF2-40B4-BE49-F238E27FC236}">
                <a16:creationId xmlns:a16="http://schemas.microsoft.com/office/drawing/2014/main" id="{DCD2BF9A-460D-5A61-A66C-D0F2E4BA1640}"/>
              </a:ext>
            </a:extLst>
          </p:cNvPr>
          <p:cNvCxnSpPr/>
          <p:nvPr/>
        </p:nvCxnSpPr>
        <p:spPr>
          <a:xfrm flipV="1">
            <a:off x="1274896" y="2559596"/>
            <a:ext cx="45598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4" name="直接连接符 1013">
            <a:extLst>
              <a:ext uri="{FF2B5EF4-FFF2-40B4-BE49-F238E27FC236}">
                <a16:creationId xmlns:a16="http://schemas.microsoft.com/office/drawing/2014/main" id="{6772E48B-2828-0CB5-5A76-CBE298AD2F97}"/>
              </a:ext>
            </a:extLst>
          </p:cNvPr>
          <p:cNvCxnSpPr/>
          <p:nvPr/>
        </p:nvCxnSpPr>
        <p:spPr>
          <a:xfrm>
            <a:off x="1320494" y="255959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5" name="直接连接符 1014">
            <a:extLst>
              <a:ext uri="{FF2B5EF4-FFF2-40B4-BE49-F238E27FC236}">
                <a16:creationId xmlns:a16="http://schemas.microsoft.com/office/drawing/2014/main" id="{8DE225C5-C217-6CB9-D45B-1E195B2B55BD}"/>
              </a:ext>
            </a:extLst>
          </p:cNvPr>
          <p:cNvCxnSpPr/>
          <p:nvPr/>
        </p:nvCxnSpPr>
        <p:spPr>
          <a:xfrm flipV="1">
            <a:off x="1343293" y="2554580"/>
            <a:ext cx="45597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6" name="直接连接符 1015">
            <a:extLst>
              <a:ext uri="{FF2B5EF4-FFF2-40B4-BE49-F238E27FC236}">
                <a16:creationId xmlns:a16="http://schemas.microsoft.com/office/drawing/2014/main" id="{AC3D46B8-1D21-E0EB-F054-635299B3B48C}"/>
              </a:ext>
            </a:extLst>
          </p:cNvPr>
          <p:cNvCxnSpPr/>
          <p:nvPr/>
        </p:nvCxnSpPr>
        <p:spPr>
          <a:xfrm>
            <a:off x="1388890" y="255458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7" name="直接连接符 1016">
            <a:extLst>
              <a:ext uri="{FF2B5EF4-FFF2-40B4-BE49-F238E27FC236}">
                <a16:creationId xmlns:a16="http://schemas.microsoft.com/office/drawing/2014/main" id="{4E285FCF-1166-1D02-FB4A-B4218FA78B34}"/>
              </a:ext>
            </a:extLst>
          </p:cNvPr>
          <p:cNvCxnSpPr/>
          <p:nvPr/>
        </p:nvCxnSpPr>
        <p:spPr>
          <a:xfrm flipV="1">
            <a:off x="1411689" y="2549564"/>
            <a:ext cx="45597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8" name="直接连接符 1017">
            <a:extLst>
              <a:ext uri="{FF2B5EF4-FFF2-40B4-BE49-F238E27FC236}">
                <a16:creationId xmlns:a16="http://schemas.microsoft.com/office/drawing/2014/main" id="{66839BFE-395A-C4A8-F1BB-6B958B21CE53}"/>
              </a:ext>
            </a:extLst>
          </p:cNvPr>
          <p:cNvCxnSpPr/>
          <p:nvPr/>
        </p:nvCxnSpPr>
        <p:spPr>
          <a:xfrm>
            <a:off x="1457286" y="2549564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9" name="直接连接符 1018">
            <a:extLst>
              <a:ext uri="{FF2B5EF4-FFF2-40B4-BE49-F238E27FC236}">
                <a16:creationId xmlns:a16="http://schemas.microsoft.com/office/drawing/2014/main" id="{B9171F45-FCC6-9D40-5FFD-6D11FB11842C}"/>
              </a:ext>
            </a:extLst>
          </p:cNvPr>
          <p:cNvCxnSpPr/>
          <p:nvPr/>
        </p:nvCxnSpPr>
        <p:spPr>
          <a:xfrm flipV="1">
            <a:off x="1480085" y="2544548"/>
            <a:ext cx="45598" cy="3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0" name="直接连接符 1019">
            <a:extLst>
              <a:ext uri="{FF2B5EF4-FFF2-40B4-BE49-F238E27FC236}">
                <a16:creationId xmlns:a16="http://schemas.microsoft.com/office/drawing/2014/main" id="{378C5414-C5E3-F816-3F1E-2E77CDC9487C}"/>
              </a:ext>
            </a:extLst>
          </p:cNvPr>
          <p:cNvCxnSpPr/>
          <p:nvPr/>
        </p:nvCxnSpPr>
        <p:spPr>
          <a:xfrm flipV="1">
            <a:off x="1548482" y="2541567"/>
            <a:ext cx="17851" cy="1309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1" name="直接连接符 1020">
            <a:extLst>
              <a:ext uri="{FF2B5EF4-FFF2-40B4-BE49-F238E27FC236}">
                <a16:creationId xmlns:a16="http://schemas.microsoft.com/office/drawing/2014/main" id="{D97E3E62-4877-AB0D-5B65-55C3A07ABA8E}"/>
              </a:ext>
            </a:extLst>
          </p:cNvPr>
          <p:cNvCxnSpPr/>
          <p:nvPr/>
        </p:nvCxnSpPr>
        <p:spPr>
          <a:xfrm flipV="1">
            <a:off x="1566333" y="2539027"/>
            <a:ext cx="27704" cy="254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2" name="直接连接符 1021">
            <a:extLst>
              <a:ext uri="{FF2B5EF4-FFF2-40B4-BE49-F238E27FC236}">
                <a16:creationId xmlns:a16="http://schemas.microsoft.com/office/drawing/2014/main" id="{5885EA52-4BB6-6DD8-DDB8-2AB4B3BC1EBD}"/>
              </a:ext>
            </a:extLst>
          </p:cNvPr>
          <p:cNvCxnSpPr/>
          <p:nvPr/>
        </p:nvCxnSpPr>
        <p:spPr>
          <a:xfrm>
            <a:off x="1594037" y="2539027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3" name="直接连接符 1022">
            <a:extLst>
              <a:ext uri="{FF2B5EF4-FFF2-40B4-BE49-F238E27FC236}">
                <a16:creationId xmlns:a16="http://schemas.microsoft.com/office/drawing/2014/main" id="{6916CF90-4601-972E-9053-9D3AC34D2508}"/>
              </a:ext>
            </a:extLst>
          </p:cNvPr>
          <p:cNvCxnSpPr/>
          <p:nvPr/>
        </p:nvCxnSpPr>
        <p:spPr>
          <a:xfrm flipV="1">
            <a:off x="1616802" y="2532767"/>
            <a:ext cx="45529" cy="4173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" name="直接连接符 1023">
            <a:extLst>
              <a:ext uri="{FF2B5EF4-FFF2-40B4-BE49-F238E27FC236}">
                <a16:creationId xmlns:a16="http://schemas.microsoft.com/office/drawing/2014/main" id="{95A00F6A-2160-B83A-1823-81508F7B600A}"/>
              </a:ext>
            </a:extLst>
          </p:cNvPr>
          <p:cNvCxnSpPr/>
          <p:nvPr/>
        </p:nvCxnSpPr>
        <p:spPr>
          <a:xfrm>
            <a:off x="1662331" y="2532767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直接连接符 1024">
            <a:extLst>
              <a:ext uri="{FF2B5EF4-FFF2-40B4-BE49-F238E27FC236}">
                <a16:creationId xmlns:a16="http://schemas.microsoft.com/office/drawing/2014/main" id="{79BBBD97-FCB2-BDCE-F7F2-228E4307FD10}"/>
              </a:ext>
            </a:extLst>
          </p:cNvPr>
          <p:cNvCxnSpPr/>
          <p:nvPr/>
        </p:nvCxnSpPr>
        <p:spPr>
          <a:xfrm flipV="1">
            <a:off x="1685096" y="2526506"/>
            <a:ext cx="45529" cy="41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6" name="直接连接符 1025">
            <a:extLst>
              <a:ext uri="{FF2B5EF4-FFF2-40B4-BE49-F238E27FC236}">
                <a16:creationId xmlns:a16="http://schemas.microsoft.com/office/drawing/2014/main" id="{2FC2FC90-3DCD-0026-93BB-9D0BD7BA8A6B}"/>
              </a:ext>
            </a:extLst>
          </p:cNvPr>
          <p:cNvCxnSpPr/>
          <p:nvPr/>
        </p:nvCxnSpPr>
        <p:spPr>
          <a:xfrm>
            <a:off x="1730625" y="2526506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7" name="直接连接符 1026">
            <a:extLst>
              <a:ext uri="{FF2B5EF4-FFF2-40B4-BE49-F238E27FC236}">
                <a16:creationId xmlns:a16="http://schemas.microsoft.com/office/drawing/2014/main" id="{3554AE0D-90AE-D70C-85E6-626EFDC932F3}"/>
              </a:ext>
            </a:extLst>
          </p:cNvPr>
          <p:cNvCxnSpPr/>
          <p:nvPr/>
        </p:nvCxnSpPr>
        <p:spPr>
          <a:xfrm flipV="1">
            <a:off x="1753389" y="2520245"/>
            <a:ext cx="45529" cy="41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8" name="直接连接符 1027">
            <a:extLst>
              <a:ext uri="{FF2B5EF4-FFF2-40B4-BE49-F238E27FC236}">
                <a16:creationId xmlns:a16="http://schemas.microsoft.com/office/drawing/2014/main" id="{70870C7C-0629-00D5-852E-FEEE9574C44F}"/>
              </a:ext>
            </a:extLst>
          </p:cNvPr>
          <p:cNvCxnSpPr/>
          <p:nvPr/>
        </p:nvCxnSpPr>
        <p:spPr>
          <a:xfrm flipV="1">
            <a:off x="1798918" y="252024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直接连接符 1028">
            <a:extLst>
              <a:ext uri="{FF2B5EF4-FFF2-40B4-BE49-F238E27FC236}">
                <a16:creationId xmlns:a16="http://schemas.microsoft.com/office/drawing/2014/main" id="{3C1C41CA-500E-D94D-7815-A069E734B706}"/>
              </a:ext>
            </a:extLst>
          </p:cNvPr>
          <p:cNvCxnSpPr/>
          <p:nvPr/>
        </p:nvCxnSpPr>
        <p:spPr>
          <a:xfrm flipV="1">
            <a:off x="1821683" y="2513984"/>
            <a:ext cx="45529" cy="417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直接连接符 1029">
            <a:extLst>
              <a:ext uri="{FF2B5EF4-FFF2-40B4-BE49-F238E27FC236}">
                <a16:creationId xmlns:a16="http://schemas.microsoft.com/office/drawing/2014/main" id="{43A72F55-8294-6834-3B95-E86A440612A2}"/>
              </a:ext>
            </a:extLst>
          </p:cNvPr>
          <p:cNvCxnSpPr/>
          <p:nvPr/>
        </p:nvCxnSpPr>
        <p:spPr>
          <a:xfrm>
            <a:off x="1867212" y="251398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直接连接符 1030">
            <a:extLst>
              <a:ext uri="{FF2B5EF4-FFF2-40B4-BE49-F238E27FC236}">
                <a16:creationId xmlns:a16="http://schemas.microsoft.com/office/drawing/2014/main" id="{D343D431-3081-3E90-D4BB-0A9F13F15060}"/>
              </a:ext>
            </a:extLst>
          </p:cNvPr>
          <p:cNvCxnSpPr/>
          <p:nvPr/>
        </p:nvCxnSpPr>
        <p:spPr>
          <a:xfrm flipV="1">
            <a:off x="1889977" y="2508580"/>
            <a:ext cx="36190" cy="3317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直接连接符 1031">
            <a:extLst>
              <a:ext uri="{FF2B5EF4-FFF2-40B4-BE49-F238E27FC236}">
                <a16:creationId xmlns:a16="http://schemas.microsoft.com/office/drawing/2014/main" id="{8EBD92F4-FC86-C257-BBA7-11517B0BB39B}"/>
              </a:ext>
            </a:extLst>
          </p:cNvPr>
          <p:cNvCxnSpPr/>
          <p:nvPr/>
        </p:nvCxnSpPr>
        <p:spPr>
          <a:xfrm flipV="1">
            <a:off x="1926167" y="2508236"/>
            <a:ext cx="9371" cy="344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3" name="直接连接符 1032">
            <a:extLst>
              <a:ext uri="{FF2B5EF4-FFF2-40B4-BE49-F238E27FC236}">
                <a16:creationId xmlns:a16="http://schemas.microsoft.com/office/drawing/2014/main" id="{4BAF1C83-E05F-FC30-B8F8-ADCB8E603F5F}"/>
              </a:ext>
            </a:extLst>
          </p:cNvPr>
          <p:cNvCxnSpPr/>
          <p:nvPr/>
        </p:nvCxnSpPr>
        <p:spPr>
          <a:xfrm>
            <a:off x="1935538" y="2508236"/>
            <a:ext cx="1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直接连接符 1033">
            <a:extLst>
              <a:ext uri="{FF2B5EF4-FFF2-40B4-BE49-F238E27FC236}">
                <a16:creationId xmlns:a16="http://schemas.microsoft.com/office/drawing/2014/main" id="{AF1493E6-7A60-D6C9-7A36-CB6298C6CD4E}"/>
              </a:ext>
            </a:extLst>
          </p:cNvPr>
          <p:cNvCxnSpPr/>
          <p:nvPr/>
        </p:nvCxnSpPr>
        <p:spPr>
          <a:xfrm flipV="1">
            <a:off x="1958383" y="2505723"/>
            <a:ext cx="45689" cy="1676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直接连接符 1034">
            <a:extLst>
              <a:ext uri="{FF2B5EF4-FFF2-40B4-BE49-F238E27FC236}">
                <a16:creationId xmlns:a16="http://schemas.microsoft.com/office/drawing/2014/main" id="{73091D17-80B4-F5BB-F5B2-4B72D7F2E8F6}"/>
              </a:ext>
            </a:extLst>
          </p:cNvPr>
          <p:cNvCxnSpPr/>
          <p:nvPr/>
        </p:nvCxnSpPr>
        <p:spPr>
          <a:xfrm>
            <a:off x="2004072" y="2505723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6" name="直接连接符 1035">
            <a:extLst>
              <a:ext uri="{FF2B5EF4-FFF2-40B4-BE49-F238E27FC236}">
                <a16:creationId xmlns:a16="http://schemas.microsoft.com/office/drawing/2014/main" id="{A35E57A9-CFB5-5458-0319-D57EE8B3CB9E}"/>
              </a:ext>
            </a:extLst>
          </p:cNvPr>
          <p:cNvCxnSpPr/>
          <p:nvPr/>
        </p:nvCxnSpPr>
        <p:spPr>
          <a:xfrm flipV="1">
            <a:off x="2026917" y="2503210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直接连接符 1036">
            <a:extLst>
              <a:ext uri="{FF2B5EF4-FFF2-40B4-BE49-F238E27FC236}">
                <a16:creationId xmlns:a16="http://schemas.microsoft.com/office/drawing/2014/main" id="{3CAFD593-6C93-655D-B9A1-4C14FD206BAD}"/>
              </a:ext>
            </a:extLst>
          </p:cNvPr>
          <p:cNvCxnSpPr/>
          <p:nvPr/>
        </p:nvCxnSpPr>
        <p:spPr>
          <a:xfrm flipV="1">
            <a:off x="2095451" y="2500697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直接连接符 1037">
            <a:extLst>
              <a:ext uri="{FF2B5EF4-FFF2-40B4-BE49-F238E27FC236}">
                <a16:creationId xmlns:a16="http://schemas.microsoft.com/office/drawing/2014/main" id="{67560336-B37D-9EC9-3E98-17BDF9EB5DCC}"/>
              </a:ext>
            </a:extLst>
          </p:cNvPr>
          <p:cNvCxnSpPr/>
          <p:nvPr/>
        </p:nvCxnSpPr>
        <p:spPr>
          <a:xfrm flipV="1">
            <a:off x="2163985" y="2498184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直接连接符 1038">
            <a:extLst>
              <a:ext uri="{FF2B5EF4-FFF2-40B4-BE49-F238E27FC236}">
                <a16:creationId xmlns:a16="http://schemas.microsoft.com/office/drawing/2014/main" id="{A7524E87-048C-886E-0C1F-498A84689A9E}"/>
              </a:ext>
            </a:extLst>
          </p:cNvPr>
          <p:cNvCxnSpPr/>
          <p:nvPr/>
        </p:nvCxnSpPr>
        <p:spPr>
          <a:xfrm>
            <a:off x="2209674" y="2498184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0" name="直接连接符 1039">
            <a:extLst>
              <a:ext uri="{FF2B5EF4-FFF2-40B4-BE49-F238E27FC236}">
                <a16:creationId xmlns:a16="http://schemas.microsoft.com/office/drawing/2014/main" id="{8E80EAE7-3855-4187-B692-702029985D3A}"/>
              </a:ext>
            </a:extLst>
          </p:cNvPr>
          <p:cNvCxnSpPr/>
          <p:nvPr/>
        </p:nvCxnSpPr>
        <p:spPr>
          <a:xfrm flipV="1">
            <a:off x="2232519" y="2495671"/>
            <a:ext cx="45689" cy="1675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1" name="直接连接符 1040">
            <a:extLst>
              <a:ext uri="{FF2B5EF4-FFF2-40B4-BE49-F238E27FC236}">
                <a16:creationId xmlns:a16="http://schemas.microsoft.com/office/drawing/2014/main" id="{E254C043-D8D8-C11D-2C3E-C002283F5618}"/>
              </a:ext>
            </a:extLst>
          </p:cNvPr>
          <p:cNvCxnSpPr/>
          <p:nvPr/>
        </p:nvCxnSpPr>
        <p:spPr>
          <a:xfrm>
            <a:off x="230106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直接连接符 1041">
            <a:extLst>
              <a:ext uri="{FF2B5EF4-FFF2-40B4-BE49-F238E27FC236}">
                <a16:creationId xmlns:a16="http://schemas.microsoft.com/office/drawing/2014/main" id="{F4139F28-D1BB-E343-F745-A9F69C9233E7}"/>
              </a:ext>
            </a:extLst>
          </p:cNvPr>
          <p:cNvCxnSpPr/>
          <p:nvPr/>
        </p:nvCxnSpPr>
        <p:spPr>
          <a:xfrm>
            <a:off x="23467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3" name="直接连接符 1042">
            <a:extLst>
              <a:ext uri="{FF2B5EF4-FFF2-40B4-BE49-F238E27FC236}">
                <a16:creationId xmlns:a16="http://schemas.microsoft.com/office/drawing/2014/main" id="{F4902BFD-1B7E-0AB2-6B33-CA314F93FB7D}"/>
              </a:ext>
            </a:extLst>
          </p:cNvPr>
          <p:cNvCxnSpPr/>
          <p:nvPr/>
        </p:nvCxnSpPr>
        <p:spPr>
          <a:xfrm>
            <a:off x="23696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直接连接符 1043">
            <a:extLst>
              <a:ext uri="{FF2B5EF4-FFF2-40B4-BE49-F238E27FC236}">
                <a16:creationId xmlns:a16="http://schemas.microsoft.com/office/drawing/2014/main" id="{DE156AC2-EB42-402B-7A9A-2ED4DCB555A7}"/>
              </a:ext>
            </a:extLst>
          </p:cNvPr>
          <p:cNvCxnSpPr/>
          <p:nvPr/>
        </p:nvCxnSpPr>
        <p:spPr>
          <a:xfrm>
            <a:off x="24153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直接连接符 1044">
            <a:extLst>
              <a:ext uri="{FF2B5EF4-FFF2-40B4-BE49-F238E27FC236}">
                <a16:creationId xmlns:a16="http://schemas.microsoft.com/office/drawing/2014/main" id="{C8F571FF-1873-2F65-1E6D-F4D03647A6D7}"/>
              </a:ext>
            </a:extLst>
          </p:cNvPr>
          <p:cNvCxnSpPr/>
          <p:nvPr/>
        </p:nvCxnSpPr>
        <p:spPr>
          <a:xfrm>
            <a:off x="24382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直接连接符 1045">
            <a:extLst>
              <a:ext uri="{FF2B5EF4-FFF2-40B4-BE49-F238E27FC236}">
                <a16:creationId xmlns:a16="http://schemas.microsoft.com/office/drawing/2014/main" id="{477D534A-AE44-6B52-169B-5082295D2A52}"/>
              </a:ext>
            </a:extLst>
          </p:cNvPr>
          <p:cNvCxnSpPr/>
          <p:nvPr/>
        </p:nvCxnSpPr>
        <p:spPr>
          <a:xfrm>
            <a:off x="25068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直接连接符 1046">
            <a:extLst>
              <a:ext uri="{FF2B5EF4-FFF2-40B4-BE49-F238E27FC236}">
                <a16:creationId xmlns:a16="http://schemas.microsoft.com/office/drawing/2014/main" id="{B6AE7577-7003-4A7C-9AA0-B4FF2181CD68}"/>
              </a:ext>
            </a:extLst>
          </p:cNvPr>
          <p:cNvCxnSpPr/>
          <p:nvPr/>
        </p:nvCxnSpPr>
        <p:spPr>
          <a:xfrm>
            <a:off x="255252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8" name="直接连接符 1047">
            <a:extLst>
              <a:ext uri="{FF2B5EF4-FFF2-40B4-BE49-F238E27FC236}">
                <a16:creationId xmlns:a16="http://schemas.microsoft.com/office/drawing/2014/main" id="{C4D36842-7A0D-82EA-7C74-3067074A38CE}"/>
              </a:ext>
            </a:extLst>
          </p:cNvPr>
          <p:cNvCxnSpPr/>
          <p:nvPr/>
        </p:nvCxnSpPr>
        <p:spPr>
          <a:xfrm>
            <a:off x="25753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9" name="直接连接符 1048">
            <a:extLst>
              <a:ext uri="{FF2B5EF4-FFF2-40B4-BE49-F238E27FC236}">
                <a16:creationId xmlns:a16="http://schemas.microsoft.com/office/drawing/2014/main" id="{AEC3C111-C53D-5B70-BF43-A6C3406EA786}"/>
              </a:ext>
            </a:extLst>
          </p:cNvPr>
          <p:cNvCxnSpPr/>
          <p:nvPr/>
        </p:nvCxnSpPr>
        <p:spPr>
          <a:xfrm>
            <a:off x="2643963" y="2495385"/>
            <a:ext cx="187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直接连接符 1049">
            <a:extLst>
              <a:ext uri="{FF2B5EF4-FFF2-40B4-BE49-F238E27FC236}">
                <a16:creationId xmlns:a16="http://schemas.microsoft.com/office/drawing/2014/main" id="{69A73E73-C709-C1F5-D923-6FEF13E0633C}"/>
              </a:ext>
            </a:extLst>
          </p:cNvPr>
          <p:cNvCxnSpPr/>
          <p:nvPr/>
        </p:nvCxnSpPr>
        <p:spPr>
          <a:xfrm>
            <a:off x="2645833" y="2495385"/>
            <a:ext cx="4385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1" name="直接连接符 1050">
            <a:extLst>
              <a:ext uri="{FF2B5EF4-FFF2-40B4-BE49-F238E27FC236}">
                <a16:creationId xmlns:a16="http://schemas.microsoft.com/office/drawing/2014/main" id="{909EA94B-9F41-F20A-00FC-391F35CF688E}"/>
              </a:ext>
            </a:extLst>
          </p:cNvPr>
          <p:cNvCxnSpPr/>
          <p:nvPr/>
        </p:nvCxnSpPr>
        <p:spPr>
          <a:xfrm>
            <a:off x="27125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" name="直接连接符 1051">
            <a:extLst>
              <a:ext uri="{FF2B5EF4-FFF2-40B4-BE49-F238E27FC236}">
                <a16:creationId xmlns:a16="http://schemas.microsoft.com/office/drawing/2014/main" id="{DCC4BF12-2A8A-F5BA-ECE7-0C7FAF241F6F}"/>
              </a:ext>
            </a:extLst>
          </p:cNvPr>
          <p:cNvCxnSpPr/>
          <p:nvPr/>
        </p:nvCxnSpPr>
        <p:spPr>
          <a:xfrm>
            <a:off x="27582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直接连接符 1052">
            <a:extLst>
              <a:ext uri="{FF2B5EF4-FFF2-40B4-BE49-F238E27FC236}">
                <a16:creationId xmlns:a16="http://schemas.microsoft.com/office/drawing/2014/main" id="{D6CDAD41-7F11-F4B8-CE97-ED705A3434A2}"/>
              </a:ext>
            </a:extLst>
          </p:cNvPr>
          <p:cNvCxnSpPr/>
          <p:nvPr/>
        </p:nvCxnSpPr>
        <p:spPr>
          <a:xfrm>
            <a:off x="27811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直接连接符 1053">
            <a:extLst>
              <a:ext uri="{FF2B5EF4-FFF2-40B4-BE49-F238E27FC236}">
                <a16:creationId xmlns:a16="http://schemas.microsoft.com/office/drawing/2014/main" id="{18D2F049-3F52-198F-4A2D-C99FE6113E65}"/>
              </a:ext>
            </a:extLst>
          </p:cNvPr>
          <p:cNvCxnSpPr/>
          <p:nvPr/>
        </p:nvCxnSpPr>
        <p:spPr>
          <a:xfrm>
            <a:off x="28497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5" name="直接连接符 1054">
            <a:extLst>
              <a:ext uri="{FF2B5EF4-FFF2-40B4-BE49-F238E27FC236}">
                <a16:creationId xmlns:a16="http://schemas.microsoft.com/office/drawing/2014/main" id="{0A4717E5-271E-8C38-EEA6-DED083E457AE}"/>
              </a:ext>
            </a:extLst>
          </p:cNvPr>
          <p:cNvCxnSpPr/>
          <p:nvPr/>
        </p:nvCxnSpPr>
        <p:spPr>
          <a:xfrm>
            <a:off x="29182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6" name="直接连接符 1055">
            <a:extLst>
              <a:ext uri="{FF2B5EF4-FFF2-40B4-BE49-F238E27FC236}">
                <a16:creationId xmlns:a16="http://schemas.microsoft.com/office/drawing/2014/main" id="{40CB941E-97C6-C004-A7E2-07D3F74DA7CD}"/>
              </a:ext>
            </a:extLst>
          </p:cNvPr>
          <p:cNvCxnSpPr/>
          <p:nvPr/>
        </p:nvCxnSpPr>
        <p:spPr>
          <a:xfrm>
            <a:off x="2986863" y="2495385"/>
            <a:ext cx="1880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直接连接符 1056">
            <a:extLst>
              <a:ext uri="{FF2B5EF4-FFF2-40B4-BE49-F238E27FC236}">
                <a16:creationId xmlns:a16="http://schemas.microsoft.com/office/drawing/2014/main" id="{5AF4AFAB-9276-044B-6BFA-EA8850C0846F}"/>
              </a:ext>
            </a:extLst>
          </p:cNvPr>
          <p:cNvCxnSpPr/>
          <p:nvPr/>
        </p:nvCxnSpPr>
        <p:spPr>
          <a:xfrm>
            <a:off x="3005667" y="2495385"/>
            <a:ext cx="26916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直接连接符 1057">
            <a:extLst>
              <a:ext uri="{FF2B5EF4-FFF2-40B4-BE49-F238E27FC236}">
                <a16:creationId xmlns:a16="http://schemas.microsoft.com/office/drawing/2014/main" id="{FAABC3B3-BDE3-7CCC-BC72-522176F6D8F4}"/>
              </a:ext>
            </a:extLst>
          </p:cNvPr>
          <p:cNvCxnSpPr/>
          <p:nvPr/>
        </p:nvCxnSpPr>
        <p:spPr>
          <a:xfrm>
            <a:off x="30325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直接连接符 1058">
            <a:extLst>
              <a:ext uri="{FF2B5EF4-FFF2-40B4-BE49-F238E27FC236}">
                <a16:creationId xmlns:a16="http://schemas.microsoft.com/office/drawing/2014/main" id="{2F3F9A22-19DB-33D5-18B8-2A0FFFBB892A}"/>
              </a:ext>
            </a:extLst>
          </p:cNvPr>
          <p:cNvCxnSpPr/>
          <p:nvPr/>
        </p:nvCxnSpPr>
        <p:spPr>
          <a:xfrm>
            <a:off x="30554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0" name="直接连接符 1059">
            <a:extLst>
              <a:ext uri="{FF2B5EF4-FFF2-40B4-BE49-F238E27FC236}">
                <a16:creationId xmlns:a16="http://schemas.microsoft.com/office/drawing/2014/main" id="{9074F8FC-72A1-A17E-F7FA-0B3832E89B90}"/>
              </a:ext>
            </a:extLst>
          </p:cNvPr>
          <p:cNvCxnSpPr/>
          <p:nvPr/>
        </p:nvCxnSpPr>
        <p:spPr>
          <a:xfrm>
            <a:off x="31011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1" name="直接连接符 1060">
            <a:extLst>
              <a:ext uri="{FF2B5EF4-FFF2-40B4-BE49-F238E27FC236}">
                <a16:creationId xmlns:a16="http://schemas.microsoft.com/office/drawing/2014/main" id="{472A6F57-E6DA-F9FD-F9B0-EF0DA8D5D6C9}"/>
              </a:ext>
            </a:extLst>
          </p:cNvPr>
          <p:cNvCxnSpPr/>
          <p:nvPr/>
        </p:nvCxnSpPr>
        <p:spPr>
          <a:xfrm>
            <a:off x="31240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直接连接符 1061">
            <a:extLst>
              <a:ext uri="{FF2B5EF4-FFF2-40B4-BE49-F238E27FC236}">
                <a16:creationId xmlns:a16="http://schemas.microsoft.com/office/drawing/2014/main" id="{038DE53A-03E6-966C-478A-0601AFCCF651}"/>
              </a:ext>
            </a:extLst>
          </p:cNvPr>
          <p:cNvCxnSpPr/>
          <p:nvPr/>
        </p:nvCxnSpPr>
        <p:spPr>
          <a:xfrm>
            <a:off x="31926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3" name="直接连接符 1062">
            <a:extLst>
              <a:ext uri="{FF2B5EF4-FFF2-40B4-BE49-F238E27FC236}">
                <a16:creationId xmlns:a16="http://schemas.microsoft.com/office/drawing/2014/main" id="{1E30CD09-EAB5-B4DA-33EF-7093D23AEF9B}"/>
              </a:ext>
            </a:extLst>
          </p:cNvPr>
          <p:cNvCxnSpPr/>
          <p:nvPr/>
        </p:nvCxnSpPr>
        <p:spPr>
          <a:xfrm>
            <a:off x="32611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4" name="直接连接符 1063">
            <a:extLst>
              <a:ext uri="{FF2B5EF4-FFF2-40B4-BE49-F238E27FC236}">
                <a16:creationId xmlns:a16="http://schemas.microsoft.com/office/drawing/2014/main" id="{EF6FB6A5-96D1-7CED-A4DA-D55ADC135A3A}"/>
              </a:ext>
            </a:extLst>
          </p:cNvPr>
          <p:cNvCxnSpPr/>
          <p:nvPr/>
        </p:nvCxnSpPr>
        <p:spPr>
          <a:xfrm>
            <a:off x="3329763" y="2495385"/>
            <a:ext cx="35737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5" name="直接连接符 1064">
            <a:extLst>
              <a:ext uri="{FF2B5EF4-FFF2-40B4-BE49-F238E27FC236}">
                <a16:creationId xmlns:a16="http://schemas.microsoft.com/office/drawing/2014/main" id="{EEDE40D9-D870-878E-2AC7-18A987CABF77}"/>
              </a:ext>
            </a:extLst>
          </p:cNvPr>
          <p:cNvCxnSpPr/>
          <p:nvPr/>
        </p:nvCxnSpPr>
        <p:spPr>
          <a:xfrm>
            <a:off x="3365500" y="2495385"/>
            <a:ext cx="9983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6" name="直接连接符 1065">
            <a:extLst>
              <a:ext uri="{FF2B5EF4-FFF2-40B4-BE49-F238E27FC236}">
                <a16:creationId xmlns:a16="http://schemas.microsoft.com/office/drawing/2014/main" id="{C189F6D1-F451-8C3B-D68D-2775BDEC64AD}"/>
              </a:ext>
            </a:extLst>
          </p:cNvPr>
          <p:cNvCxnSpPr/>
          <p:nvPr/>
        </p:nvCxnSpPr>
        <p:spPr>
          <a:xfrm>
            <a:off x="33754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直接连接符 1066">
            <a:extLst>
              <a:ext uri="{FF2B5EF4-FFF2-40B4-BE49-F238E27FC236}">
                <a16:creationId xmlns:a16="http://schemas.microsoft.com/office/drawing/2014/main" id="{7182E484-046D-F9CA-33DE-B62E4ECEEE8B}"/>
              </a:ext>
            </a:extLst>
          </p:cNvPr>
          <p:cNvCxnSpPr/>
          <p:nvPr/>
        </p:nvCxnSpPr>
        <p:spPr>
          <a:xfrm>
            <a:off x="33983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直接连接符 1067">
            <a:extLst>
              <a:ext uri="{FF2B5EF4-FFF2-40B4-BE49-F238E27FC236}">
                <a16:creationId xmlns:a16="http://schemas.microsoft.com/office/drawing/2014/main" id="{AF0CAB50-521A-0560-79A5-22C843B8C794}"/>
              </a:ext>
            </a:extLst>
          </p:cNvPr>
          <p:cNvCxnSpPr/>
          <p:nvPr/>
        </p:nvCxnSpPr>
        <p:spPr>
          <a:xfrm>
            <a:off x="34669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直接连接符 1068">
            <a:extLst>
              <a:ext uri="{FF2B5EF4-FFF2-40B4-BE49-F238E27FC236}">
                <a16:creationId xmlns:a16="http://schemas.microsoft.com/office/drawing/2014/main" id="{101879AF-8B61-62BB-EC1F-DD584AAFF53B}"/>
              </a:ext>
            </a:extLst>
          </p:cNvPr>
          <p:cNvCxnSpPr/>
          <p:nvPr/>
        </p:nvCxnSpPr>
        <p:spPr>
          <a:xfrm>
            <a:off x="351264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0" name="直接连接符 1069">
            <a:extLst>
              <a:ext uri="{FF2B5EF4-FFF2-40B4-BE49-F238E27FC236}">
                <a16:creationId xmlns:a16="http://schemas.microsoft.com/office/drawing/2014/main" id="{8E6F4868-A914-8F8D-7E09-B8B6D7647872}"/>
              </a:ext>
            </a:extLst>
          </p:cNvPr>
          <p:cNvCxnSpPr/>
          <p:nvPr/>
        </p:nvCxnSpPr>
        <p:spPr>
          <a:xfrm>
            <a:off x="35355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1" name="直接连接符 1070">
            <a:extLst>
              <a:ext uri="{FF2B5EF4-FFF2-40B4-BE49-F238E27FC236}">
                <a16:creationId xmlns:a16="http://schemas.microsoft.com/office/drawing/2014/main" id="{8F9A3236-5526-46B8-CBB3-BD3E3A7E6270}"/>
              </a:ext>
            </a:extLst>
          </p:cNvPr>
          <p:cNvCxnSpPr/>
          <p:nvPr/>
        </p:nvCxnSpPr>
        <p:spPr>
          <a:xfrm>
            <a:off x="358122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2" name="直接连接符 1071">
            <a:extLst>
              <a:ext uri="{FF2B5EF4-FFF2-40B4-BE49-F238E27FC236}">
                <a16:creationId xmlns:a16="http://schemas.microsoft.com/office/drawing/2014/main" id="{1BDDA76F-A79E-EB73-226E-7468118523E9}"/>
              </a:ext>
            </a:extLst>
          </p:cNvPr>
          <p:cNvCxnSpPr/>
          <p:nvPr/>
        </p:nvCxnSpPr>
        <p:spPr>
          <a:xfrm>
            <a:off x="36040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直接连接符 1072">
            <a:extLst>
              <a:ext uri="{FF2B5EF4-FFF2-40B4-BE49-F238E27FC236}">
                <a16:creationId xmlns:a16="http://schemas.microsoft.com/office/drawing/2014/main" id="{C492BC23-CCC7-76EB-3E09-B88CE1BB15A3}"/>
              </a:ext>
            </a:extLst>
          </p:cNvPr>
          <p:cNvCxnSpPr/>
          <p:nvPr/>
        </p:nvCxnSpPr>
        <p:spPr>
          <a:xfrm>
            <a:off x="364980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4" name="直接连接符 1073">
            <a:extLst>
              <a:ext uri="{FF2B5EF4-FFF2-40B4-BE49-F238E27FC236}">
                <a16:creationId xmlns:a16="http://schemas.microsoft.com/office/drawing/2014/main" id="{90D87E8B-8F31-8E7C-1C64-CE54A69CD8FE}"/>
              </a:ext>
            </a:extLst>
          </p:cNvPr>
          <p:cNvCxnSpPr/>
          <p:nvPr/>
        </p:nvCxnSpPr>
        <p:spPr>
          <a:xfrm>
            <a:off x="367266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直接连接符 1074">
            <a:extLst>
              <a:ext uri="{FF2B5EF4-FFF2-40B4-BE49-F238E27FC236}">
                <a16:creationId xmlns:a16="http://schemas.microsoft.com/office/drawing/2014/main" id="{C71CE879-08A6-01C0-2DAF-95146445642C}"/>
              </a:ext>
            </a:extLst>
          </p:cNvPr>
          <p:cNvCxnSpPr/>
          <p:nvPr/>
        </p:nvCxnSpPr>
        <p:spPr>
          <a:xfrm>
            <a:off x="37183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6" name="直接连接符 1075">
            <a:extLst>
              <a:ext uri="{FF2B5EF4-FFF2-40B4-BE49-F238E27FC236}">
                <a16:creationId xmlns:a16="http://schemas.microsoft.com/office/drawing/2014/main" id="{560F7F54-A65B-B033-7454-C4B37A94812F}"/>
              </a:ext>
            </a:extLst>
          </p:cNvPr>
          <p:cNvCxnSpPr/>
          <p:nvPr/>
        </p:nvCxnSpPr>
        <p:spPr>
          <a:xfrm>
            <a:off x="374124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7" name="直接连接符 1076">
            <a:extLst>
              <a:ext uri="{FF2B5EF4-FFF2-40B4-BE49-F238E27FC236}">
                <a16:creationId xmlns:a16="http://schemas.microsoft.com/office/drawing/2014/main" id="{CB7380D8-309E-A202-B4DE-99ABCF8B8A53}"/>
              </a:ext>
            </a:extLst>
          </p:cNvPr>
          <p:cNvCxnSpPr/>
          <p:nvPr/>
        </p:nvCxnSpPr>
        <p:spPr>
          <a:xfrm>
            <a:off x="37869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8" name="直接连接符 1077">
            <a:extLst>
              <a:ext uri="{FF2B5EF4-FFF2-40B4-BE49-F238E27FC236}">
                <a16:creationId xmlns:a16="http://schemas.microsoft.com/office/drawing/2014/main" id="{F0A1E3B0-B050-7CF8-B989-AB370DBBCCFA}"/>
              </a:ext>
            </a:extLst>
          </p:cNvPr>
          <p:cNvCxnSpPr/>
          <p:nvPr/>
        </p:nvCxnSpPr>
        <p:spPr>
          <a:xfrm>
            <a:off x="38098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9" name="直接连接符 1078">
            <a:extLst>
              <a:ext uri="{FF2B5EF4-FFF2-40B4-BE49-F238E27FC236}">
                <a16:creationId xmlns:a16="http://schemas.microsoft.com/office/drawing/2014/main" id="{5ADC2AB7-868B-B49E-6865-EF53CF4912A4}"/>
              </a:ext>
            </a:extLst>
          </p:cNvPr>
          <p:cNvCxnSpPr/>
          <p:nvPr/>
        </p:nvCxnSpPr>
        <p:spPr>
          <a:xfrm>
            <a:off x="385554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0" name="直接连接符 1079">
            <a:extLst>
              <a:ext uri="{FF2B5EF4-FFF2-40B4-BE49-F238E27FC236}">
                <a16:creationId xmlns:a16="http://schemas.microsoft.com/office/drawing/2014/main" id="{BE005AF0-CE52-590F-962D-B6CACB1EB0C6}"/>
              </a:ext>
            </a:extLst>
          </p:cNvPr>
          <p:cNvCxnSpPr/>
          <p:nvPr/>
        </p:nvCxnSpPr>
        <p:spPr>
          <a:xfrm>
            <a:off x="38784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1" name="直接连接符 1080">
            <a:extLst>
              <a:ext uri="{FF2B5EF4-FFF2-40B4-BE49-F238E27FC236}">
                <a16:creationId xmlns:a16="http://schemas.microsoft.com/office/drawing/2014/main" id="{6D679862-8F5B-FB9B-9301-B1870EC101B6}"/>
              </a:ext>
            </a:extLst>
          </p:cNvPr>
          <p:cNvCxnSpPr/>
          <p:nvPr/>
        </p:nvCxnSpPr>
        <p:spPr>
          <a:xfrm>
            <a:off x="392412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2" name="直接连接符 1081">
            <a:extLst>
              <a:ext uri="{FF2B5EF4-FFF2-40B4-BE49-F238E27FC236}">
                <a16:creationId xmlns:a16="http://schemas.microsoft.com/office/drawing/2014/main" id="{FFB00FD6-DC87-5F01-33C8-D1AFC35C6F89}"/>
              </a:ext>
            </a:extLst>
          </p:cNvPr>
          <p:cNvCxnSpPr/>
          <p:nvPr/>
        </p:nvCxnSpPr>
        <p:spPr>
          <a:xfrm>
            <a:off x="39469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3" name="直接连接符 1082">
            <a:extLst>
              <a:ext uri="{FF2B5EF4-FFF2-40B4-BE49-F238E27FC236}">
                <a16:creationId xmlns:a16="http://schemas.microsoft.com/office/drawing/2014/main" id="{2CE16F24-C6A8-E52B-4582-E33EBE6EDD3A}"/>
              </a:ext>
            </a:extLst>
          </p:cNvPr>
          <p:cNvCxnSpPr/>
          <p:nvPr/>
        </p:nvCxnSpPr>
        <p:spPr>
          <a:xfrm>
            <a:off x="401556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4" name="直接连接符 1083">
            <a:extLst>
              <a:ext uri="{FF2B5EF4-FFF2-40B4-BE49-F238E27FC236}">
                <a16:creationId xmlns:a16="http://schemas.microsoft.com/office/drawing/2014/main" id="{C45CF6E9-06AA-A3CE-EC45-FF17DAEC80B5}"/>
              </a:ext>
            </a:extLst>
          </p:cNvPr>
          <p:cNvCxnSpPr/>
          <p:nvPr/>
        </p:nvCxnSpPr>
        <p:spPr>
          <a:xfrm>
            <a:off x="40612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5" name="直接连接符 1084">
            <a:extLst>
              <a:ext uri="{FF2B5EF4-FFF2-40B4-BE49-F238E27FC236}">
                <a16:creationId xmlns:a16="http://schemas.microsoft.com/office/drawing/2014/main" id="{83115D92-1F31-8C08-8E09-694779476C34}"/>
              </a:ext>
            </a:extLst>
          </p:cNvPr>
          <p:cNvCxnSpPr/>
          <p:nvPr/>
        </p:nvCxnSpPr>
        <p:spPr>
          <a:xfrm>
            <a:off x="4084143" y="2495385"/>
            <a:ext cx="1024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6" name="直接连接符 1085">
            <a:extLst>
              <a:ext uri="{FF2B5EF4-FFF2-40B4-BE49-F238E27FC236}">
                <a16:creationId xmlns:a16="http://schemas.microsoft.com/office/drawing/2014/main" id="{A467E8FC-E5C0-619C-82BD-563A364ECDF5}"/>
              </a:ext>
            </a:extLst>
          </p:cNvPr>
          <p:cNvCxnSpPr/>
          <p:nvPr/>
        </p:nvCxnSpPr>
        <p:spPr>
          <a:xfrm>
            <a:off x="4085167" y="2495385"/>
            <a:ext cx="44696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7" name="直接连接符 1086">
            <a:extLst>
              <a:ext uri="{FF2B5EF4-FFF2-40B4-BE49-F238E27FC236}">
                <a16:creationId xmlns:a16="http://schemas.microsoft.com/office/drawing/2014/main" id="{32C03083-9A39-4BB7-B90C-4C1A948DC33B}"/>
              </a:ext>
            </a:extLst>
          </p:cNvPr>
          <p:cNvCxnSpPr/>
          <p:nvPr/>
        </p:nvCxnSpPr>
        <p:spPr>
          <a:xfrm>
            <a:off x="412986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8" name="直接连接符 1087">
            <a:extLst>
              <a:ext uri="{FF2B5EF4-FFF2-40B4-BE49-F238E27FC236}">
                <a16:creationId xmlns:a16="http://schemas.microsoft.com/office/drawing/2014/main" id="{0A1C43D7-5F5D-2F08-4103-2098727911CB}"/>
              </a:ext>
            </a:extLst>
          </p:cNvPr>
          <p:cNvCxnSpPr/>
          <p:nvPr/>
        </p:nvCxnSpPr>
        <p:spPr>
          <a:xfrm>
            <a:off x="415272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9" name="直接连接符 1088">
            <a:extLst>
              <a:ext uri="{FF2B5EF4-FFF2-40B4-BE49-F238E27FC236}">
                <a16:creationId xmlns:a16="http://schemas.microsoft.com/office/drawing/2014/main" id="{835D4F24-DF7D-31A1-9963-CB72B4660A11}"/>
              </a:ext>
            </a:extLst>
          </p:cNvPr>
          <p:cNvCxnSpPr/>
          <p:nvPr/>
        </p:nvCxnSpPr>
        <p:spPr>
          <a:xfrm>
            <a:off x="419844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0" name="直接连接符 1089">
            <a:extLst>
              <a:ext uri="{FF2B5EF4-FFF2-40B4-BE49-F238E27FC236}">
                <a16:creationId xmlns:a16="http://schemas.microsoft.com/office/drawing/2014/main" id="{E9CE3844-1E82-DB14-6610-F5423E17F609}"/>
              </a:ext>
            </a:extLst>
          </p:cNvPr>
          <p:cNvCxnSpPr/>
          <p:nvPr/>
        </p:nvCxnSpPr>
        <p:spPr>
          <a:xfrm>
            <a:off x="422130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1" name="直接连接符 1090">
            <a:extLst>
              <a:ext uri="{FF2B5EF4-FFF2-40B4-BE49-F238E27FC236}">
                <a16:creationId xmlns:a16="http://schemas.microsoft.com/office/drawing/2014/main" id="{CB4CEE2B-4047-8F8E-2A4F-46F4F0637CCE}"/>
              </a:ext>
            </a:extLst>
          </p:cNvPr>
          <p:cNvCxnSpPr/>
          <p:nvPr/>
        </p:nvCxnSpPr>
        <p:spPr>
          <a:xfrm>
            <a:off x="428988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2" name="直接连接符 1091">
            <a:extLst>
              <a:ext uri="{FF2B5EF4-FFF2-40B4-BE49-F238E27FC236}">
                <a16:creationId xmlns:a16="http://schemas.microsoft.com/office/drawing/2014/main" id="{2C7E25C4-EC2D-F9F3-EB85-2AFA3080C8B6}"/>
              </a:ext>
            </a:extLst>
          </p:cNvPr>
          <p:cNvCxnSpPr/>
          <p:nvPr/>
        </p:nvCxnSpPr>
        <p:spPr>
          <a:xfrm>
            <a:off x="4358463" y="2495385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3" name="直接连接符 1092">
            <a:extLst>
              <a:ext uri="{FF2B5EF4-FFF2-40B4-BE49-F238E27FC236}">
                <a16:creationId xmlns:a16="http://schemas.microsoft.com/office/drawing/2014/main" id="{6CA90B82-EA42-92BF-1A26-8D6C9D6C464C}"/>
              </a:ext>
            </a:extLst>
          </p:cNvPr>
          <p:cNvCxnSpPr/>
          <p:nvPr/>
        </p:nvCxnSpPr>
        <p:spPr>
          <a:xfrm>
            <a:off x="4404183" y="2495385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4" name="直接连接符 1093">
            <a:extLst>
              <a:ext uri="{FF2B5EF4-FFF2-40B4-BE49-F238E27FC236}">
                <a16:creationId xmlns:a16="http://schemas.microsoft.com/office/drawing/2014/main" id="{5596E675-74C3-E5B5-7454-FC49ACC93387}"/>
              </a:ext>
            </a:extLst>
          </p:cNvPr>
          <p:cNvCxnSpPr/>
          <p:nvPr/>
        </p:nvCxnSpPr>
        <p:spPr>
          <a:xfrm>
            <a:off x="4427043" y="2495385"/>
            <a:ext cx="17957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5" name="矩形 1094">
            <a:extLst>
              <a:ext uri="{FF2B5EF4-FFF2-40B4-BE49-F238E27FC236}">
                <a16:creationId xmlns:a16="http://schemas.microsoft.com/office/drawing/2014/main" id="{A7438FB0-9560-DF43-EA80-968115DC2B37}"/>
              </a:ext>
            </a:extLst>
          </p:cNvPr>
          <p:cNvSpPr/>
          <p:nvPr/>
        </p:nvSpPr>
        <p:spPr>
          <a:xfrm>
            <a:off x="1189673" y="255112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6" name="矩形 1095">
            <a:extLst>
              <a:ext uri="{FF2B5EF4-FFF2-40B4-BE49-F238E27FC236}">
                <a16:creationId xmlns:a16="http://schemas.microsoft.com/office/drawing/2014/main" id="{46B195F3-396A-D9C4-88FF-99A15D0B207F}"/>
              </a:ext>
            </a:extLst>
          </p:cNvPr>
          <p:cNvSpPr/>
          <p:nvPr/>
        </p:nvSpPr>
        <p:spPr>
          <a:xfrm>
            <a:off x="1549506" y="2524739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7" name="矩形 1096">
            <a:extLst>
              <a:ext uri="{FF2B5EF4-FFF2-40B4-BE49-F238E27FC236}">
                <a16:creationId xmlns:a16="http://schemas.microsoft.com/office/drawing/2014/main" id="{6A814363-04DE-902A-F959-B1239E244C22}"/>
              </a:ext>
            </a:extLst>
          </p:cNvPr>
          <p:cNvSpPr/>
          <p:nvPr/>
        </p:nvSpPr>
        <p:spPr>
          <a:xfrm>
            <a:off x="1909339" y="2491752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8" name="矩形 1097">
            <a:extLst>
              <a:ext uri="{FF2B5EF4-FFF2-40B4-BE49-F238E27FC236}">
                <a16:creationId xmlns:a16="http://schemas.microsoft.com/office/drawing/2014/main" id="{620FA89B-0AE3-16B8-FC4C-62AD3DA9BD55}"/>
              </a:ext>
            </a:extLst>
          </p:cNvPr>
          <p:cNvSpPr/>
          <p:nvPr/>
        </p:nvSpPr>
        <p:spPr>
          <a:xfrm>
            <a:off x="2269173" y="2478558"/>
            <a:ext cx="33654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9" name="矩形 1098">
            <a:extLst>
              <a:ext uri="{FF2B5EF4-FFF2-40B4-BE49-F238E27FC236}">
                <a16:creationId xmlns:a16="http://schemas.microsoft.com/office/drawing/2014/main" id="{9253600B-F48A-0111-3F4C-C88A5FEF40E6}"/>
              </a:ext>
            </a:extLst>
          </p:cNvPr>
          <p:cNvSpPr/>
          <p:nvPr/>
        </p:nvSpPr>
        <p:spPr>
          <a:xfrm>
            <a:off x="2629006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0" name="矩形 1099">
            <a:extLst>
              <a:ext uri="{FF2B5EF4-FFF2-40B4-BE49-F238E27FC236}">
                <a16:creationId xmlns:a16="http://schemas.microsoft.com/office/drawing/2014/main" id="{9B5B55D1-F52B-3DF4-D546-2DE522D6E0A9}"/>
              </a:ext>
            </a:extLst>
          </p:cNvPr>
          <p:cNvSpPr/>
          <p:nvPr/>
        </p:nvSpPr>
        <p:spPr>
          <a:xfrm>
            <a:off x="2988839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1" name="矩形 1100">
            <a:extLst>
              <a:ext uri="{FF2B5EF4-FFF2-40B4-BE49-F238E27FC236}">
                <a16:creationId xmlns:a16="http://schemas.microsoft.com/office/drawing/2014/main" id="{2BD6981B-9EA4-FBE1-77AA-5972BA68A0C2}"/>
              </a:ext>
            </a:extLst>
          </p:cNvPr>
          <p:cNvSpPr/>
          <p:nvPr/>
        </p:nvSpPr>
        <p:spPr>
          <a:xfrm>
            <a:off x="3348672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2" name="矩形 1101">
            <a:extLst>
              <a:ext uri="{FF2B5EF4-FFF2-40B4-BE49-F238E27FC236}">
                <a16:creationId xmlns:a16="http://schemas.microsoft.com/office/drawing/2014/main" id="{B8FD7C7C-8241-7D4A-CD3D-ACA1B9EC6CEC}"/>
              </a:ext>
            </a:extLst>
          </p:cNvPr>
          <p:cNvSpPr/>
          <p:nvPr/>
        </p:nvSpPr>
        <p:spPr>
          <a:xfrm>
            <a:off x="3708506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3" name="矩形 1102">
            <a:extLst>
              <a:ext uri="{FF2B5EF4-FFF2-40B4-BE49-F238E27FC236}">
                <a16:creationId xmlns:a16="http://schemas.microsoft.com/office/drawing/2014/main" id="{F7EA629F-061F-B7AB-FBA9-8AAB94D0B103}"/>
              </a:ext>
            </a:extLst>
          </p:cNvPr>
          <p:cNvSpPr/>
          <p:nvPr/>
        </p:nvSpPr>
        <p:spPr>
          <a:xfrm>
            <a:off x="4068339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4" name="矩形 1103">
            <a:extLst>
              <a:ext uri="{FF2B5EF4-FFF2-40B4-BE49-F238E27FC236}">
                <a16:creationId xmlns:a16="http://schemas.microsoft.com/office/drawing/2014/main" id="{8C3EFAFE-5CBF-2124-F9DD-1DE9F339283F}"/>
              </a:ext>
            </a:extLst>
          </p:cNvPr>
          <p:cNvSpPr/>
          <p:nvPr/>
        </p:nvSpPr>
        <p:spPr>
          <a:xfrm>
            <a:off x="4428172" y="2478558"/>
            <a:ext cx="33655" cy="3365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05" name="直接连接符 1104">
            <a:extLst>
              <a:ext uri="{FF2B5EF4-FFF2-40B4-BE49-F238E27FC236}">
                <a16:creationId xmlns:a16="http://schemas.microsoft.com/office/drawing/2014/main" id="{79D6117D-CAA5-68B0-DE40-E1EC39B42305}"/>
              </a:ext>
            </a:extLst>
          </p:cNvPr>
          <p:cNvCxnSpPr/>
          <p:nvPr/>
        </p:nvCxnSpPr>
        <p:spPr>
          <a:xfrm flipV="1">
            <a:off x="1206500" y="2530796"/>
            <a:ext cx="45529" cy="4173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6" name="直接连接符 1105">
            <a:extLst>
              <a:ext uri="{FF2B5EF4-FFF2-40B4-BE49-F238E27FC236}">
                <a16:creationId xmlns:a16="http://schemas.microsoft.com/office/drawing/2014/main" id="{EE969787-713B-FFAA-0FEE-66D228634305}"/>
              </a:ext>
            </a:extLst>
          </p:cNvPr>
          <p:cNvCxnSpPr/>
          <p:nvPr/>
        </p:nvCxnSpPr>
        <p:spPr>
          <a:xfrm flipV="1">
            <a:off x="1274794" y="2524535"/>
            <a:ext cx="45529" cy="4174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7" name="直接连接符 1106">
            <a:extLst>
              <a:ext uri="{FF2B5EF4-FFF2-40B4-BE49-F238E27FC236}">
                <a16:creationId xmlns:a16="http://schemas.microsoft.com/office/drawing/2014/main" id="{B547BDEB-BC9E-1D1A-B181-84305704DDD5}"/>
              </a:ext>
            </a:extLst>
          </p:cNvPr>
          <p:cNvCxnSpPr/>
          <p:nvPr/>
        </p:nvCxnSpPr>
        <p:spPr>
          <a:xfrm>
            <a:off x="1320323" y="2524535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8" name="直接连接符 1107">
            <a:extLst>
              <a:ext uri="{FF2B5EF4-FFF2-40B4-BE49-F238E27FC236}">
                <a16:creationId xmlns:a16="http://schemas.microsoft.com/office/drawing/2014/main" id="{2BBFE145-5DFF-8805-33A5-DC392BA7D060}"/>
              </a:ext>
            </a:extLst>
          </p:cNvPr>
          <p:cNvCxnSpPr/>
          <p:nvPr/>
        </p:nvCxnSpPr>
        <p:spPr>
          <a:xfrm flipV="1">
            <a:off x="1343087" y="2518274"/>
            <a:ext cx="45529" cy="4174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9" name="直接连接符 1108">
            <a:extLst>
              <a:ext uri="{FF2B5EF4-FFF2-40B4-BE49-F238E27FC236}">
                <a16:creationId xmlns:a16="http://schemas.microsoft.com/office/drawing/2014/main" id="{0B9BDD4E-8063-7842-F153-E33C0AB5453A}"/>
              </a:ext>
            </a:extLst>
          </p:cNvPr>
          <p:cNvCxnSpPr/>
          <p:nvPr/>
        </p:nvCxnSpPr>
        <p:spPr>
          <a:xfrm>
            <a:off x="1388616" y="2518274"/>
            <a:ext cx="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0" name="直接连接符 1109">
            <a:extLst>
              <a:ext uri="{FF2B5EF4-FFF2-40B4-BE49-F238E27FC236}">
                <a16:creationId xmlns:a16="http://schemas.microsoft.com/office/drawing/2014/main" id="{3DA214AF-F147-F699-162D-D1771986DBFE}"/>
              </a:ext>
            </a:extLst>
          </p:cNvPr>
          <p:cNvCxnSpPr/>
          <p:nvPr/>
        </p:nvCxnSpPr>
        <p:spPr>
          <a:xfrm flipV="1">
            <a:off x="1411381" y="2512014"/>
            <a:ext cx="45529" cy="4174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1" name="直接连接符 1110">
            <a:extLst>
              <a:ext uri="{FF2B5EF4-FFF2-40B4-BE49-F238E27FC236}">
                <a16:creationId xmlns:a16="http://schemas.microsoft.com/office/drawing/2014/main" id="{1705B029-7A36-912A-D1F0-2F72D66ED2F1}"/>
              </a:ext>
            </a:extLst>
          </p:cNvPr>
          <p:cNvCxnSpPr/>
          <p:nvPr/>
        </p:nvCxnSpPr>
        <p:spPr>
          <a:xfrm flipV="1">
            <a:off x="1456910" y="2512014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2" name="直接连接符 1111">
            <a:extLst>
              <a:ext uri="{FF2B5EF4-FFF2-40B4-BE49-F238E27FC236}">
                <a16:creationId xmlns:a16="http://schemas.microsoft.com/office/drawing/2014/main" id="{E783C3EB-10EF-E03F-69DB-6D40315115CE}"/>
              </a:ext>
            </a:extLst>
          </p:cNvPr>
          <p:cNvCxnSpPr/>
          <p:nvPr/>
        </p:nvCxnSpPr>
        <p:spPr>
          <a:xfrm flipV="1">
            <a:off x="1479675" y="2505753"/>
            <a:ext cx="45529" cy="4174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3" name="直接连接符 1112">
            <a:extLst>
              <a:ext uri="{FF2B5EF4-FFF2-40B4-BE49-F238E27FC236}">
                <a16:creationId xmlns:a16="http://schemas.microsoft.com/office/drawing/2014/main" id="{B2F8DCC1-CC99-7A45-7712-DEC820E6AC1A}"/>
              </a:ext>
            </a:extLst>
          </p:cNvPr>
          <p:cNvCxnSpPr/>
          <p:nvPr/>
        </p:nvCxnSpPr>
        <p:spPr>
          <a:xfrm flipV="1">
            <a:off x="1547968" y="2501983"/>
            <a:ext cx="18365" cy="1683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4" name="直接连接符 1113">
            <a:extLst>
              <a:ext uri="{FF2B5EF4-FFF2-40B4-BE49-F238E27FC236}">
                <a16:creationId xmlns:a16="http://schemas.microsoft.com/office/drawing/2014/main" id="{FD261195-1A8D-4246-3B32-8EE4C14B0BE7}"/>
              </a:ext>
            </a:extLst>
          </p:cNvPr>
          <p:cNvCxnSpPr/>
          <p:nvPr/>
        </p:nvCxnSpPr>
        <p:spPr>
          <a:xfrm flipV="1">
            <a:off x="1566333" y="2498510"/>
            <a:ext cx="27056" cy="3473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5" name="直接连接符 1114">
            <a:extLst>
              <a:ext uri="{FF2B5EF4-FFF2-40B4-BE49-F238E27FC236}">
                <a16:creationId xmlns:a16="http://schemas.microsoft.com/office/drawing/2014/main" id="{BED83129-8A59-7A28-6607-5ABEFA253831}"/>
              </a:ext>
            </a:extLst>
          </p:cNvPr>
          <p:cNvCxnSpPr/>
          <p:nvPr/>
        </p:nvCxnSpPr>
        <p:spPr>
          <a:xfrm>
            <a:off x="1593389" y="249851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6" name="直接连接符 1115">
            <a:extLst>
              <a:ext uri="{FF2B5EF4-FFF2-40B4-BE49-F238E27FC236}">
                <a16:creationId xmlns:a16="http://schemas.microsoft.com/office/drawing/2014/main" id="{467F91E7-6B05-7CE2-F82F-13104A011A76}"/>
              </a:ext>
            </a:extLst>
          </p:cNvPr>
          <p:cNvCxnSpPr/>
          <p:nvPr/>
        </p:nvCxnSpPr>
        <p:spPr>
          <a:xfrm flipV="1">
            <a:off x="1616063" y="2489780"/>
            <a:ext cx="45348" cy="582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7" name="直接连接符 1116">
            <a:extLst>
              <a:ext uri="{FF2B5EF4-FFF2-40B4-BE49-F238E27FC236}">
                <a16:creationId xmlns:a16="http://schemas.microsoft.com/office/drawing/2014/main" id="{39FCBF3F-2006-8A5E-7480-A1761EC0F29C}"/>
              </a:ext>
            </a:extLst>
          </p:cNvPr>
          <p:cNvCxnSpPr/>
          <p:nvPr/>
        </p:nvCxnSpPr>
        <p:spPr>
          <a:xfrm>
            <a:off x="1661411" y="24897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8" name="直接连接符 1117">
            <a:extLst>
              <a:ext uri="{FF2B5EF4-FFF2-40B4-BE49-F238E27FC236}">
                <a16:creationId xmlns:a16="http://schemas.microsoft.com/office/drawing/2014/main" id="{F37E4DA8-3A79-E35F-8169-33522C925576}"/>
              </a:ext>
            </a:extLst>
          </p:cNvPr>
          <p:cNvCxnSpPr/>
          <p:nvPr/>
        </p:nvCxnSpPr>
        <p:spPr>
          <a:xfrm flipV="1">
            <a:off x="1684085" y="2481050"/>
            <a:ext cx="45348" cy="582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9" name="直接连接符 1118">
            <a:extLst>
              <a:ext uri="{FF2B5EF4-FFF2-40B4-BE49-F238E27FC236}">
                <a16:creationId xmlns:a16="http://schemas.microsoft.com/office/drawing/2014/main" id="{BD0F10F1-DF2A-56C2-5185-8DDD64282B75}"/>
              </a:ext>
            </a:extLst>
          </p:cNvPr>
          <p:cNvCxnSpPr/>
          <p:nvPr/>
        </p:nvCxnSpPr>
        <p:spPr>
          <a:xfrm>
            <a:off x="1729433" y="2481050"/>
            <a:ext cx="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0" name="直接连接符 1119">
            <a:extLst>
              <a:ext uri="{FF2B5EF4-FFF2-40B4-BE49-F238E27FC236}">
                <a16:creationId xmlns:a16="http://schemas.microsoft.com/office/drawing/2014/main" id="{A4158653-6538-537A-3CCA-103DA1BE6902}"/>
              </a:ext>
            </a:extLst>
          </p:cNvPr>
          <p:cNvCxnSpPr/>
          <p:nvPr/>
        </p:nvCxnSpPr>
        <p:spPr>
          <a:xfrm flipV="1">
            <a:off x="1752107" y="2472320"/>
            <a:ext cx="45348" cy="582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1" name="直接连接符 1120">
            <a:extLst>
              <a:ext uri="{FF2B5EF4-FFF2-40B4-BE49-F238E27FC236}">
                <a16:creationId xmlns:a16="http://schemas.microsoft.com/office/drawing/2014/main" id="{BA05845C-1784-61B6-9319-DB4A358E405E}"/>
              </a:ext>
            </a:extLst>
          </p:cNvPr>
          <p:cNvCxnSpPr/>
          <p:nvPr/>
        </p:nvCxnSpPr>
        <p:spPr>
          <a:xfrm flipV="1">
            <a:off x="1797455" y="2472320"/>
            <a:ext cx="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2" name="直接连接符 1121">
            <a:extLst>
              <a:ext uri="{FF2B5EF4-FFF2-40B4-BE49-F238E27FC236}">
                <a16:creationId xmlns:a16="http://schemas.microsoft.com/office/drawing/2014/main" id="{4DCA4D00-36F4-AEA9-1C8E-E6FB2CAD39E9}"/>
              </a:ext>
            </a:extLst>
          </p:cNvPr>
          <p:cNvCxnSpPr/>
          <p:nvPr/>
        </p:nvCxnSpPr>
        <p:spPr>
          <a:xfrm flipV="1">
            <a:off x="1820130" y="2463590"/>
            <a:ext cx="45347" cy="582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3" name="直接连接符 1122">
            <a:extLst>
              <a:ext uri="{FF2B5EF4-FFF2-40B4-BE49-F238E27FC236}">
                <a16:creationId xmlns:a16="http://schemas.microsoft.com/office/drawing/2014/main" id="{E2CF36F8-9324-C74E-18CB-43F1276E2CF7}"/>
              </a:ext>
            </a:extLst>
          </p:cNvPr>
          <p:cNvCxnSpPr/>
          <p:nvPr/>
        </p:nvCxnSpPr>
        <p:spPr>
          <a:xfrm>
            <a:off x="1865477" y="2463590"/>
            <a:ext cx="1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4" name="直接连接符 1123">
            <a:extLst>
              <a:ext uri="{FF2B5EF4-FFF2-40B4-BE49-F238E27FC236}">
                <a16:creationId xmlns:a16="http://schemas.microsoft.com/office/drawing/2014/main" id="{C3D4C732-E719-F3E3-0AC0-40D253BE9B3D}"/>
              </a:ext>
            </a:extLst>
          </p:cNvPr>
          <p:cNvCxnSpPr/>
          <p:nvPr/>
        </p:nvCxnSpPr>
        <p:spPr>
          <a:xfrm flipV="1">
            <a:off x="1888152" y="2455801"/>
            <a:ext cx="38015" cy="4879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5" name="直接连接符 1124">
            <a:extLst>
              <a:ext uri="{FF2B5EF4-FFF2-40B4-BE49-F238E27FC236}">
                <a16:creationId xmlns:a16="http://schemas.microsoft.com/office/drawing/2014/main" id="{E83EF411-C5A4-C990-156B-30B2D8EF5E29}"/>
              </a:ext>
            </a:extLst>
          </p:cNvPr>
          <p:cNvCxnSpPr/>
          <p:nvPr/>
        </p:nvCxnSpPr>
        <p:spPr>
          <a:xfrm>
            <a:off x="1926167" y="2455801"/>
            <a:ext cx="739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6" name="直接连接符 1125">
            <a:extLst>
              <a:ext uri="{FF2B5EF4-FFF2-40B4-BE49-F238E27FC236}">
                <a16:creationId xmlns:a16="http://schemas.microsoft.com/office/drawing/2014/main" id="{69B0D141-1FE6-0E6E-6066-5C0C18EDEA3D}"/>
              </a:ext>
            </a:extLst>
          </p:cNvPr>
          <p:cNvCxnSpPr/>
          <p:nvPr/>
        </p:nvCxnSpPr>
        <p:spPr>
          <a:xfrm>
            <a:off x="193356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7" name="直接连接符 1126">
            <a:extLst>
              <a:ext uri="{FF2B5EF4-FFF2-40B4-BE49-F238E27FC236}">
                <a16:creationId xmlns:a16="http://schemas.microsoft.com/office/drawing/2014/main" id="{1A39B1D5-C207-1393-F354-7CAF6A26AA3C}"/>
              </a:ext>
            </a:extLst>
          </p:cNvPr>
          <p:cNvCxnSpPr/>
          <p:nvPr/>
        </p:nvCxnSpPr>
        <p:spPr>
          <a:xfrm>
            <a:off x="19564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8" name="直接连接符 1127">
            <a:extLst>
              <a:ext uri="{FF2B5EF4-FFF2-40B4-BE49-F238E27FC236}">
                <a16:creationId xmlns:a16="http://schemas.microsoft.com/office/drawing/2014/main" id="{559D63A1-7298-5CF5-1EA2-1A6E6761F7EB}"/>
              </a:ext>
            </a:extLst>
          </p:cNvPr>
          <p:cNvCxnSpPr/>
          <p:nvPr/>
        </p:nvCxnSpPr>
        <p:spPr>
          <a:xfrm>
            <a:off x="20021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9" name="直接连接符 1128">
            <a:extLst>
              <a:ext uri="{FF2B5EF4-FFF2-40B4-BE49-F238E27FC236}">
                <a16:creationId xmlns:a16="http://schemas.microsoft.com/office/drawing/2014/main" id="{5877774B-291D-27EC-7E5E-D4BE3153E2E8}"/>
              </a:ext>
            </a:extLst>
          </p:cNvPr>
          <p:cNvCxnSpPr/>
          <p:nvPr/>
        </p:nvCxnSpPr>
        <p:spPr>
          <a:xfrm>
            <a:off x="20250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0" name="直接连接符 1129">
            <a:extLst>
              <a:ext uri="{FF2B5EF4-FFF2-40B4-BE49-F238E27FC236}">
                <a16:creationId xmlns:a16="http://schemas.microsoft.com/office/drawing/2014/main" id="{9CE218FD-CF12-F201-7E45-7346D04E28D0}"/>
              </a:ext>
            </a:extLst>
          </p:cNvPr>
          <p:cNvCxnSpPr/>
          <p:nvPr/>
        </p:nvCxnSpPr>
        <p:spPr>
          <a:xfrm>
            <a:off x="20935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1" name="直接连接符 1130">
            <a:extLst>
              <a:ext uri="{FF2B5EF4-FFF2-40B4-BE49-F238E27FC236}">
                <a16:creationId xmlns:a16="http://schemas.microsoft.com/office/drawing/2014/main" id="{EC034C03-969E-495A-CF40-1CC8E8FDBC66}"/>
              </a:ext>
            </a:extLst>
          </p:cNvPr>
          <p:cNvCxnSpPr/>
          <p:nvPr/>
        </p:nvCxnSpPr>
        <p:spPr>
          <a:xfrm>
            <a:off x="21621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2" name="直接连接符 1131">
            <a:extLst>
              <a:ext uri="{FF2B5EF4-FFF2-40B4-BE49-F238E27FC236}">
                <a16:creationId xmlns:a16="http://schemas.microsoft.com/office/drawing/2014/main" id="{63911EA7-EF06-04F6-5BB8-0C5972A402F2}"/>
              </a:ext>
            </a:extLst>
          </p:cNvPr>
          <p:cNvCxnSpPr/>
          <p:nvPr/>
        </p:nvCxnSpPr>
        <p:spPr>
          <a:xfrm>
            <a:off x="220788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3" name="直接连接符 1132">
            <a:extLst>
              <a:ext uri="{FF2B5EF4-FFF2-40B4-BE49-F238E27FC236}">
                <a16:creationId xmlns:a16="http://schemas.microsoft.com/office/drawing/2014/main" id="{F6B494CF-E8E1-F50F-3502-9F5560C45D82}"/>
              </a:ext>
            </a:extLst>
          </p:cNvPr>
          <p:cNvCxnSpPr/>
          <p:nvPr/>
        </p:nvCxnSpPr>
        <p:spPr>
          <a:xfrm>
            <a:off x="22307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4" name="直接连接符 1133">
            <a:extLst>
              <a:ext uri="{FF2B5EF4-FFF2-40B4-BE49-F238E27FC236}">
                <a16:creationId xmlns:a16="http://schemas.microsoft.com/office/drawing/2014/main" id="{DFE01601-903B-67BD-69AC-0E0AE7EFE30A}"/>
              </a:ext>
            </a:extLst>
          </p:cNvPr>
          <p:cNvCxnSpPr/>
          <p:nvPr/>
        </p:nvCxnSpPr>
        <p:spPr>
          <a:xfrm>
            <a:off x="22993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5" name="直接连接符 1134">
            <a:extLst>
              <a:ext uri="{FF2B5EF4-FFF2-40B4-BE49-F238E27FC236}">
                <a16:creationId xmlns:a16="http://schemas.microsoft.com/office/drawing/2014/main" id="{8E46AFCD-BB0D-FA50-717F-687FB8737C68}"/>
              </a:ext>
            </a:extLst>
          </p:cNvPr>
          <p:cNvCxnSpPr/>
          <p:nvPr/>
        </p:nvCxnSpPr>
        <p:spPr>
          <a:xfrm>
            <a:off x="23450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6" name="直接连接符 1135">
            <a:extLst>
              <a:ext uri="{FF2B5EF4-FFF2-40B4-BE49-F238E27FC236}">
                <a16:creationId xmlns:a16="http://schemas.microsoft.com/office/drawing/2014/main" id="{DD21EFA5-49D2-ED0C-F95C-E1A08FB5EDAA}"/>
              </a:ext>
            </a:extLst>
          </p:cNvPr>
          <p:cNvCxnSpPr/>
          <p:nvPr/>
        </p:nvCxnSpPr>
        <p:spPr>
          <a:xfrm>
            <a:off x="23679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7" name="直接连接符 1136">
            <a:extLst>
              <a:ext uri="{FF2B5EF4-FFF2-40B4-BE49-F238E27FC236}">
                <a16:creationId xmlns:a16="http://schemas.microsoft.com/office/drawing/2014/main" id="{2AE17E36-2678-BCAA-8DF8-1CF59B2C94CB}"/>
              </a:ext>
            </a:extLst>
          </p:cNvPr>
          <p:cNvCxnSpPr/>
          <p:nvPr/>
        </p:nvCxnSpPr>
        <p:spPr>
          <a:xfrm>
            <a:off x="24136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8" name="直接连接符 1137">
            <a:extLst>
              <a:ext uri="{FF2B5EF4-FFF2-40B4-BE49-F238E27FC236}">
                <a16:creationId xmlns:a16="http://schemas.microsoft.com/office/drawing/2014/main" id="{804B39DF-E376-6BFC-CCAD-A675AFB8DF95}"/>
              </a:ext>
            </a:extLst>
          </p:cNvPr>
          <p:cNvCxnSpPr/>
          <p:nvPr/>
        </p:nvCxnSpPr>
        <p:spPr>
          <a:xfrm>
            <a:off x="24364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9" name="直接连接符 1138">
            <a:extLst>
              <a:ext uri="{FF2B5EF4-FFF2-40B4-BE49-F238E27FC236}">
                <a16:creationId xmlns:a16="http://schemas.microsoft.com/office/drawing/2014/main" id="{1DF2A0F8-4903-740D-4037-42E2E83159F5}"/>
              </a:ext>
            </a:extLst>
          </p:cNvPr>
          <p:cNvCxnSpPr/>
          <p:nvPr/>
        </p:nvCxnSpPr>
        <p:spPr>
          <a:xfrm>
            <a:off x="25050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0" name="直接连接符 1139">
            <a:extLst>
              <a:ext uri="{FF2B5EF4-FFF2-40B4-BE49-F238E27FC236}">
                <a16:creationId xmlns:a16="http://schemas.microsoft.com/office/drawing/2014/main" id="{6995CAD3-8B90-A8A6-5CE2-DC5598BE152F}"/>
              </a:ext>
            </a:extLst>
          </p:cNvPr>
          <p:cNvCxnSpPr/>
          <p:nvPr/>
        </p:nvCxnSpPr>
        <p:spPr>
          <a:xfrm>
            <a:off x="255078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1" name="直接连接符 1140">
            <a:extLst>
              <a:ext uri="{FF2B5EF4-FFF2-40B4-BE49-F238E27FC236}">
                <a16:creationId xmlns:a16="http://schemas.microsoft.com/office/drawing/2014/main" id="{B5BF6B73-BF56-11EB-FA11-856FDD4B8D8B}"/>
              </a:ext>
            </a:extLst>
          </p:cNvPr>
          <p:cNvCxnSpPr/>
          <p:nvPr/>
        </p:nvCxnSpPr>
        <p:spPr>
          <a:xfrm>
            <a:off x="25736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2" name="直接连接符 1141">
            <a:extLst>
              <a:ext uri="{FF2B5EF4-FFF2-40B4-BE49-F238E27FC236}">
                <a16:creationId xmlns:a16="http://schemas.microsoft.com/office/drawing/2014/main" id="{19E78F42-37D4-00A6-F2CC-4A6E4500B320}"/>
              </a:ext>
            </a:extLst>
          </p:cNvPr>
          <p:cNvCxnSpPr/>
          <p:nvPr/>
        </p:nvCxnSpPr>
        <p:spPr>
          <a:xfrm>
            <a:off x="2642220" y="2455801"/>
            <a:ext cx="361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3" name="直接连接符 1142">
            <a:extLst>
              <a:ext uri="{FF2B5EF4-FFF2-40B4-BE49-F238E27FC236}">
                <a16:creationId xmlns:a16="http://schemas.microsoft.com/office/drawing/2014/main" id="{0AC8254F-A5BF-E5B1-8E1E-4C4ECE6991F3}"/>
              </a:ext>
            </a:extLst>
          </p:cNvPr>
          <p:cNvCxnSpPr/>
          <p:nvPr/>
        </p:nvCxnSpPr>
        <p:spPr>
          <a:xfrm>
            <a:off x="2645833" y="2455801"/>
            <a:ext cx="42107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4" name="直接连接符 1143">
            <a:extLst>
              <a:ext uri="{FF2B5EF4-FFF2-40B4-BE49-F238E27FC236}">
                <a16:creationId xmlns:a16="http://schemas.microsoft.com/office/drawing/2014/main" id="{FC7AF973-F9C7-EFB9-0D6B-B658FDBE986E}"/>
              </a:ext>
            </a:extLst>
          </p:cNvPr>
          <p:cNvCxnSpPr/>
          <p:nvPr/>
        </p:nvCxnSpPr>
        <p:spPr>
          <a:xfrm>
            <a:off x="27108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5" name="直接连接符 1144">
            <a:extLst>
              <a:ext uri="{FF2B5EF4-FFF2-40B4-BE49-F238E27FC236}">
                <a16:creationId xmlns:a16="http://schemas.microsoft.com/office/drawing/2014/main" id="{A8FBC5C8-DEAF-0DDC-94FD-573A4BEF7B02}"/>
              </a:ext>
            </a:extLst>
          </p:cNvPr>
          <p:cNvCxnSpPr/>
          <p:nvPr/>
        </p:nvCxnSpPr>
        <p:spPr>
          <a:xfrm>
            <a:off x="27565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6" name="直接连接符 1145">
            <a:extLst>
              <a:ext uri="{FF2B5EF4-FFF2-40B4-BE49-F238E27FC236}">
                <a16:creationId xmlns:a16="http://schemas.microsoft.com/office/drawing/2014/main" id="{4A256715-1514-AEBC-FD95-E2240954982C}"/>
              </a:ext>
            </a:extLst>
          </p:cNvPr>
          <p:cNvCxnSpPr/>
          <p:nvPr/>
        </p:nvCxnSpPr>
        <p:spPr>
          <a:xfrm>
            <a:off x="27793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7" name="直接连接符 1146">
            <a:extLst>
              <a:ext uri="{FF2B5EF4-FFF2-40B4-BE49-F238E27FC236}">
                <a16:creationId xmlns:a16="http://schemas.microsoft.com/office/drawing/2014/main" id="{78D415E8-AE15-B730-9138-28DC9B2CD5B8}"/>
              </a:ext>
            </a:extLst>
          </p:cNvPr>
          <p:cNvCxnSpPr/>
          <p:nvPr/>
        </p:nvCxnSpPr>
        <p:spPr>
          <a:xfrm>
            <a:off x="28479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直接连接符 1147">
            <a:extLst>
              <a:ext uri="{FF2B5EF4-FFF2-40B4-BE49-F238E27FC236}">
                <a16:creationId xmlns:a16="http://schemas.microsoft.com/office/drawing/2014/main" id="{13ADAC79-CD3A-E887-8DCF-B701FC990D42}"/>
              </a:ext>
            </a:extLst>
          </p:cNvPr>
          <p:cNvCxnSpPr/>
          <p:nvPr/>
        </p:nvCxnSpPr>
        <p:spPr>
          <a:xfrm>
            <a:off x="29165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9" name="直接连接符 1148">
            <a:extLst>
              <a:ext uri="{FF2B5EF4-FFF2-40B4-BE49-F238E27FC236}">
                <a16:creationId xmlns:a16="http://schemas.microsoft.com/office/drawing/2014/main" id="{F0497DFB-2514-6573-40E6-C1D71CDBCF64}"/>
              </a:ext>
            </a:extLst>
          </p:cNvPr>
          <p:cNvCxnSpPr/>
          <p:nvPr/>
        </p:nvCxnSpPr>
        <p:spPr>
          <a:xfrm>
            <a:off x="2985120" y="2455801"/>
            <a:ext cx="20547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0" name="直接连接符 1149">
            <a:extLst>
              <a:ext uri="{FF2B5EF4-FFF2-40B4-BE49-F238E27FC236}">
                <a16:creationId xmlns:a16="http://schemas.microsoft.com/office/drawing/2014/main" id="{FA09D8B9-C58E-C1F5-E433-84C871F68EDD}"/>
              </a:ext>
            </a:extLst>
          </p:cNvPr>
          <p:cNvCxnSpPr/>
          <p:nvPr/>
        </p:nvCxnSpPr>
        <p:spPr>
          <a:xfrm>
            <a:off x="3005667" y="2455801"/>
            <a:ext cx="2517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1" name="直接连接符 1150">
            <a:extLst>
              <a:ext uri="{FF2B5EF4-FFF2-40B4-BE49-F238E27FC236}">
                <a16:creationId xmlns:a16="http://schemas.microsoft.com/office/drawing/2014/main" id="{4AB4DBE2-7AE7-DB8F-1959-2B6D968657DA}"/>
              </a:ext>
            </a:extLst>
          </p:cNvPr>
          <p:cNvCxnSpPr/>
          <p:nvPr/>
        </p:nvCxnSpPr>
        <p:spPr>
          <a:xfrm>
            <a:off x="30308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2" name="直接连接符 1151">
            <a:extLst>
              <a:ext uri="{FF2B5EF4-FFF2-40B4-BE49-F238E27FC236}">
                <a16:creationId xmlns:a16="http://schemas.microsoft.com/office/drawing/2014/main" id="{BA08E935-418E-C500-3B94-C03BD301FF58}"/>
              </a:ext>
            </a:extLst>
          </p:cNvPr>
          <p:cNvCxnSpPr/>
          <p:nvPr/>
        </p:nvCxnSpPr>
        <p:spPr>
          <a:xfrm>
            <a:off x="30537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3" name="直接连接符 1152">
            <a:extLst>
              <a:ext uri="{FF2B5EF4-FFF2-40B4-BE49-F238E27FC236}">
                <a16:creationId xmlns:a16="http://schemas.microsoft.com/office/drawing/2014/main" id="{9159ABDB-9007-1D27-A631-C2A3CD64A062}"/>
              </a:ext>
            </a:extLst>
          </p:cNvPr>
          <p:cNvCxnSpPr/>
          <p:nvPr/>
        </p:nvCxnSpPr>
        <p:spPr>
          <a:xfrm>
            <a:off x="30994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4" name="直接连接符 1153">
            <a:extLst>
              <a:ext uri="{FF2B5EF4-FFF2-40B4-BE49-F238E27FC236}">
                <a16:creationId xmlns:a16="http://schemas.microsoft.com/office/drawing/2014/main" id="{5D57F7A6-517D-63C0-14D3-6D8AE59C5E2C}"/>
              </a:ext>
            </a:extLst>
          </p:cNvPr>
          <p:cNvCxnSpPr/>
          <p:nvPr/>
        </p:nvCxnSpPr>
        <p:spPr>
          <a:xfrm>
            <a:off x="31222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5" name="直接连接符 1154">
            <a:extLst>
              <a:ext uri="{FF2B5EF4-FFF2-40B4-BE49-F238E27FC236}">
                <a16:creationId xmlns:a16="http://schemas.microsoft.com/office/drawing/2014/main" id="{CC6308F6-5461-A310-CD91-D5D9F02E8E5C}"/>
              </a:ext>
            </a:extLst>
          </p:cNvPr>
          <p:cNvCxnSpPr/>
          <p:nvPr/>
        </p:nvCxnSpPr>
        <p:spPr>
          <a:xfrm>
            <a:off x="31908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6" name="直接连接符 1155">
            <a:extLst>
              <a:ext uri="{FF2B5EF4-FFF2-40B4-BE49-F238E27FC236}">
                <a16:creationId xmlns:a16="http://schemas.microsoft.com/office/drawing/2014/main" id="{E8E2BB29-4300-A038-4E62-90B1BE35C492}"/>
              </a:ext>
            </a:extLst>
          </p:cNvPr>
          <p:cNvCxnSpPr/>
          <p:nvPr/>
        </p:nvCxnSpPr>
        <p:spPr>
          <a:xfrm>
            <a:off x="32594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7" name="直接连接符 1156">
            <a:extLst>
              <a:ext uri="{FF2B5EF4-FFF2-40B4-BE49-F238E27FC236}">
                <a16:creationId xmlns:a16="http://schemas.microsoft.com/office/drawing/2014/main" id="{159E4322-0BDC-ED40-F40E-677ADAE8F8F1}"/>
              </a:ext>
            </a:extLst>
          </p:cNvPr>
          <p:cNvCxnSpPr/>
          <p:nvPr/>
        </p:nvCxnSpPr>
        <p:spPr>
          <a:xfrm>
            <a:off x="3328020" y="2455801"/>
            <a:ext cx="3748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8" name="直接连接符 1157">
            <a:extLst>
              <a:ext uri="{FF2B5EF4-FFF2-40B4-BE49-F238E27FC236}">
                <a16:creationId xmlns:a16="http://schemas.microsoft.com/office/drawing/2014/main" id="{C849716A-D8A3-41A1-20D0-71628F15B6D0}"/>
              </a:ext>
            </a:extLst>
          </p:cNvPr>
          <p:cNvCxnSpPr/>
          <p:nvPr/>
        </p:nvCxnSpPr>
        <p:spPr>
          <a:xfrm>
            <a:off x="3365500" y="2455801"/>
            <a:ext cx="824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9" name="直接连接符 1158">
            <a:extLst>
              <a:ext uri="{FF2B5EF4-FFF2-40B4-BE49-F238E27FC236}">
                <a16:creationId xmlns:a16="http://schemas.microsoft.com/office/drawing/2014/main" id="{5476584A-4EEA-6656-BAD2-6F8B5F1CAE3D}"/>
              </a:ext>
            </a:extLst>
          </p:cNvPr>
          <p:cNvCxnSpPr/>
          <p:nvPr/>
        </p:nvCxnSpPr>
        <p:spPr>
          <a:xfrm>
            <a:off x="33737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0" name="直接连接符 1159">
            <a:extLst>
              <a:ext uri="{FF2B5EF4-FFF2-40B4-BE49-F238E27FC236}">
                <a16:creationId xmlns:a16="http://schemas.microsoft.com/office/drawing/2014/main" id="{D9374394-A8A8-C6C5-4483-FADD00295C27}"/>
              </a:ext>
            </a:extLst>
          </p:cNvPr>
          <p:cNvCxnSpPr/>
          <p:nvPr/>
        </p:nvCxnSpPr>
        <p:spPr>
          <a:xfrm>
            <a:off x="33966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1" name="直接连接符 1160">
            <a:extLst>
              <a:ext uri="{FF2B5EF4-FFF2-40B4-BE49-F238E27FC236}">
                <a16:creationId xmlns:a16="http://schemas.microsoft.com/office/drawing/2014/main" id="{63FAFEC5-37C5-B155-8D49-53FA39C54D93}"/>
              </a:ext>
            </a:extLst>
          </p:cNvPr>
          <p:cNvCxnSpPr/>
          <p:nvPr/>
        </p:nvCxnSpPr>
        <p:spPr>
          <a:xfrm>
            <a:off x="34651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2" name="直接连接符 1161">
            <a:extLst>
              <a:ext uri="{FF2B5EF4-FFF2-40B4-BE49-F238E27FC236}">
                <a16:creationId xmlns:a16="http://schemas.microsoft.com/office/drawing/2014/main" id="{CE8CB315-4633-C703-8A32-32714CCA3BD7}"/>
              </a:ext>
            </a:extLst>
          </p:cNvPr>
          <p:cNvCxnSpPr/>
          <p:nvPr/>
        </p:nvCxnSpPr>
        <p:spPr>
          <a:xfrm>
            <a:off x="351090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3" name="直接连接符 1162">
            <a:extLst>
              <a:ext uri="{FF2B5EF4-FFF2-40B4-BE49-F238E27FC236}">
                <a16:creationId xmlns:a16="http://schemas.microsoft.com/office/drawing/2014/main" id="{C3CDB249-705F-5F16-01BD-BD33765236A4}"/>
              </a:ext>
            </a:extLst>
          </p:cNvPr>
          <p:cNvCxnSpPr/>
          <p:nvPr/>
        </p:nvCxnSpPr>
        <p:spPr>
          <a:xfrm>
            <a:off x="35337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直接连接符 1163">
            <a:extLst>
              <a:ext uri="{FF2B5EF4-FFF2-40B4-BE49-F238E27FC236}">
                <a16:creationId xmlns:a16="http://schemas.microsoft.com/office/drawing/2014/main" id="{CA533510-CC19-3D33-A054-041E96CCD2E0}"/>
              </a:ext>
            </a:extLst>
          </p:cNvPr>
          <p:cNvCxnSpPr/>
          <p:nvPr/>
        </p:nvCxnSpPr>
        <p:spPr>
          <a:xfrm>
            <a:off x="357948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直接连接符 1164">
            <a:extLst>
              <a:ext uri="{FF2B5EF4-FFF2-40B4-BE49-F238E27FC236}">
                <a16:creationId xmlns:a16="http://schemas.microsoft.com/office/drawing/2014/main" id="{F90AEDFD-DE56-3FE2-1D22-5816E5D134F6}"/>
              </a:ext>
            </a:extLst>
          </p:cNvPr>
          <p:cNvCxnSpPr/>
          <p:nvPr/>
        </p:nvCxnSpPr>
        <p:spPr>
          <a:xfrm>
            <a:off x="36023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直接连接符 1165">
            <a:extLst>
              <a:ext uri="{FF2B5EF4-FFF2-40B4-BE49-F238E27FC236}">
                <a16:creationId xmlns:a16="http://schemas.microsoft.com/office/drawing/2014/main" id="{628C7A13-B3E1-27A9-7CD3-718F30BC70D6}"/>
              </a:ext>
            </a:extLst>
          </p:cNvPr>
          <p:cNvCxnSpPr/>
          <p:nvPr/>
        </p:nvCxnSpPr>
        <p:spPr>
          <a:xfrm>
            <a:off x="364806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7" name="直接连接符 1166">
            <a:extLst>
              <a:ext uri="{FF2B5EF4-FFF2-40B4-BE49-F238E27FC236}">
                <a16:creationId xmlns:a16="http://schemas.microsoft.com/office/drawing/2014/main" id="{30C3D0BF-A9CA-7B84-1B58-E65CF0A30B09}"/>
              </a:ext>
            </a:extLst>
          </p:cNvPr>
          <p:cNvCxnSpPr/>
          <p:nvPr/>
        </p:nvCxnSpPr>
        <p:spPr>
          <a:xfrm>
            <a:off x="36709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8" name="直接连接符 1167">
            <a:extLst>
              <a:ext uri="{FF2B5EF4-FFF2-40B4-BE49-F238E27FC236}">
                <a16:creationId xmlns:a16="http://schemas.microsoft.com/office/drawing/2014/main" id="{BAB55549-9806-46C2-F746-127817B6EA1D}"/>
              </a:ext>
            </a:extLst>
          </p:cNvPr>
          <p:cNvCxnSpPr/>
          <p:nvPr/>
        </p:nvCxnSpPr>
        <p:spPr>
          <a:xfrm>
            <a:off x="37166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9" name="直接连接符 1168">
            <a:extLst>
              <a:ext uri="{FF2B5EF4-FFF2-40B4-BE49-F238E27FC236}">
                <a16:creationId xmlns:a16="http://schemas.microsoft.com/office/drawing/2014/main" id="{DEB42B79-8EF9-E230-A1D4-01F9CF7BFBAD}"/>
              </a:ext>
            </a:extLst>
          </p:cNvPr>
          <p:cNvCxnSpPr/>
          <p:nvPr/>
        </p:nvCxnSpPr>
        <p:spPr>
          <a:xfrm>
            <a:off x="373950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0" name="直接连接符 1169">
            <a:extLst>
              <a:ext uri="{FF2B5EF4-FFF2-40B4-BE49-F238E27FC236}">
                <a16:creationId xmlns:a16="http://schemas.microsoft.com/office/drawing/2014/main" id="{3FA5EB54-C1A5-8107-E38E-C345A8913BDF}"/>
              </a:ext>
            </a:extLst>
          </p:cNvPr>
          <p:cNvCxnSpPr/>
          <p:nvPr/>
        </p:nvCxnSpPr>
        <p:spPr>
          <a:xfrm>
            <a:off x="37852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直接连接符 1170">
            <a:extLst>
              <a:ext uri="{FF2B5EF4-FFF2-40B4-BE49-F238E27FC236}">
                <a16:creationId xmlns:a16="http://schemas.microsoft.com/office/drawing/2014/main" id="{F3BB4DCA-9A50-5E2A-8561-59D0A3F711E8}"/>
              </a:ext>
            </a:extLst>
          </p:cNvPr>
          <p:cNvCxnSpPr/>
          <p:nvPr/>
        </p:nvCxnSpPr>
        <p:spPr>
          <a:xfrm>
            <a:off x="38080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直接连接符 1171">
            <a:extLst>
              <a:ext uri="{FF2B5EF4-FFF2-40B4-BE49-F238E27FC236}">
                <a16:creationId xmlns:a16="http://schemas.microsoft.com/office/drawing/2014/main" id="{13548ED5-9810-F1C7-EBB4-016E4671930A}"/>
              </a:ext>
            </a:extLst>
          </p:cNvPr>
          <p:cNvCxnSpPr/>
          <p:nvPr/>
        </p:nvCxnSpPr>
        <p:spPr>
          <a:xfrm>
            <a:off x="385380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直接连接符 1172">
            <a:extLst>
              <a:ext uri="{FF2B5EF4-FFF2-40B4-BE49-F238E27FC236}">
                <a16:creationId xmlns:a16="http://schemas.microsoft.com/office/drawing/2014/main" id="{88043961-6671-62F0-F128-3FE9A958477D}"/>
              </a:ext>
            </a:extLst>
          </p:cNvPr>
          <p:cNvCxnSpPr/>
          <p:nvPr/>
        </p:nvCxnSpPr>
        <p:spPr>
          <a:xfrm>
            <a:off x="38766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直接连接符 1173">
            <a:extLst>
              <a:ext uri="{FF2B5EF4-FFF2-40B4-BE49-F238E27FC236}">
                <a16:creationId xmlns:a16="http://schemas.microsoft.com/office/drawing/2014/main" id="{0BE39F63-5400-31D4-040E-2FDCD0750A0C}"/>
              </a:ext>
            </a:extLst>
          </p:cNvPr>
          <p:cNvCxnSpPr/>
          <p:nvPr/>
        </p:nvCxnSpPr>
        <p:spPr>
          <a:xfrm>
            <a:off x="392238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直接连接符 1174">
            <a:extLst>
              <a:ext uri="{FF2B5EF4-FFF2-40B4-BE49-F238E27FC236}">
                <a16:creationId xmlns:a16="http://schemas.microsoft.com/office/drawing/2014/main" id="{DBBBDAF2-5EB7-C85E-E77B-64ACF75A003B}"/>
              </a:ext>
            </a:extLst>
          </p:cNvPr>
          <p:cNvCxnSpPr/>
          <p:nvPr/>
        </p:nvCxnSpPr>
        <p:spPr>
          <a:xfrm>
            <a:off x="39452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直接连接符 1175">
            <a:extLst>
              <a:ext uri="{FF2B5EF4-FFF2-40B4-BE49-F238E27FC236}">
                <a16:creationId xmlns:a16="http://schemas.microsoft.com/office/drawing/2014/main" id="{414A5140-62B2-D6A1-0B99-D8658D37A50E}"/>
              </a:ext>
            </a:extLst>
          </p:cNvPr>
          <p:cNvCxnSpPr/>
          <p:nvPr/>
        </p:nvCxnSpPr>
        <p:spPr>
          <a:xfrm>
            <a:off x="40138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直接连接符 1176">
            <a:extLst>
              <a:ext uri="{FF2B5EF4-FFF2-40B4-BE49-F238E27FC236}">
                <a16:creationId xmlns:a16="http://schemas.microsoft.com/office/drawing/2014/main" id="{5185CFFE-1D79-A01B-1A41-A0CCC1126C6E}"/>
              </a:ext>
            </a:extLst>
          </p:cNvPr>
          <p:cNvCxnSpPr/>
          <p:nvPr/>
        </p:nvCxnSpPr>
        <p:spPr>
          <a:xfrm>
            <a:off x="40595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直接连接符 1177">
            <a:extLst>
              <a:ext uri="{FF2B5EF4-FFF2-40B4-BE49-F238E27FC236}">
                <a16:creationId xmlns:a16="http://schemas.microsoft.com/office/drawing/2014/main" id="{6A7AD2F5-C3F7-473B-CBA8-A2B9B47AE205}"/>
              </a:ext>
            </a:extLst>
          </p:cNvPr>
          <p:cNvCxnSpPr/>
          <p:nvPr/>
        </p:nvCxnSpPr>
        <p:spPr>
          <a:xfrm>
            <a:off x="4082400" y="2455801"/>
            <a:ext cx="2767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直接连接符 1178">
            <a:extLst>
              <a:ext uri="{FF2B5EF4-FFF2-40B4-BE49-F238E27FC236}">
                <a16:creationId xmlns:a16="http://schemas.microsoft.com/office/drawing/2014/main" id="{41A33744-1E18-78DB-996C-139CD757961F}"/>
              </a:ext>
            </a:extLst>
          </p:cNvPr>
          <p:cNvCxnSpPr/>
          <p:nvPr/>
        </p:nvCxnSpPr>
        <p:spPr>
          <a:xfrm>
            <a:off x="4085167" y="2455801"/>
            <a:ext cx="42953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0" name="直接连接符 1179">
            <a:extLst>
              <a:ext uri="{FF2B5EF4-FFF2-40B4-BE49-F238E27FC236}">
                <a16:creationId xmlns:a16="http://schemas.microsoft.com/office/drawing/2014/main" id="{38140A88-EC48-7E3F-C2B0-3C6A2C3B693B}"/>
              </a:ext>
            </a:extLst>
          </p:cNvPr>
          <p:cNvCxnSpPr/>
          <p:nvPr/>
        </p:nvCxnSpPr>
        <p:spPr>
          <a:xfrm>
            <a:off x="412812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1" name="直接连接符 1180">
            <a:extLst>
              <a:ext uri="{FF2B5EF4-FFF2-40B4-BE49-F238E27FC236}">
                <a16:creationId xmlns:a16="http://schemas.microsoft.com/office/drawing/2014/main" id="{3265A937-69FA-9FDA-E1F8-681ADF3BC8AE}"/>
              </a:ext>
            </a:extLst>
          </p:cNvPr>
          <p:cNvCxnSpPr/>
          <p:nvPr/>
        </p:nvCxnSpPr>
        <p:spPr>
          <a:xfrm>
            <a:off x="415098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2" name="直接连接符 1181">
            <a:extLst>
              <a:ext uri="{FF2B5EF4-FFF2-40B4-BE49-F238E27FC236}">
                <a16:creationId xmlns:a16="http://schemas.microsoft.com/office/drawing/2014/main" id="{61B98949-148D-E049-6B7C-123DFEB4AB81}"/>
              </a:ext>
            </a:extLst>
          </p:cNvPr>
          <p:cNvCxnSpPr/>
          <p:nvPr/>
        </p:nvCxnSpPr>
        <p:spPr>
          <a:xfrm>
            <a:off x="419670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直接连接符 1182">
            <a:extLst>
              <a:ext uri="{FF2B5EF4-FFF2-40B4-BE49-F238E27FC236}">
                <a16:creationId xmlns:a16="http://schemas.microsoft.com/office/drawing/2014/main" id="{2BF4BC3A-EA06-6AB3-D50E-989954B7C7C2}"/>
              </a:ext>
            </a:extLst>
          </p:cNvPr>
          <p:cNvCxnSpPr/>
          <p:nvPr/>
        </p:nvCxnSpPr>
        <p:spPr>
          <a:xfrm>
            <a:off x="421956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4" name="直接连接符 1183">
            <a:extLst>
              <a:ext uri="{FF2B5EF4-FFF2-40B4-BE49-F238E27FC236}">
                <a16:creationId xmlns:a16="http://schemas.microsoft.com/office/drawing/2014/main" id="{ED5F41E7-E8F4-F250-2BDF-15E36FD3D953}"/>
              </a:ext>
            </a:extLst>
          </p:cNvPr>
          <p:cNvCxnSpPr/>
          <p:nvPr/>
        </p:nvCxnSpPr>
        <p:spPr>
          <a:xfrm>
            <a:off x="428814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5" name="直接连接符 1184">
            <a:extLst>
              <a:ext uri="{FF2B5EF4-FFF2-40B4-BE49-F238E27FC236}">
                <a16:creationId xmlns:a16="http://schemas.microsoft.com/office/drawing/2014/main" id="{10D8BC9E-6672-01D2-BDAC-E80DE58A2AD2}"/>
              </a:ext>
            </a:extLst>
          </p:cNvPr>
          <p:cNvCxnSpPr/>
          <p:nvPr/>
        </p:nvCxnSpPr>
        <p:spPr>
          <a:xfrm>
            <a:off x="4356720" y="2455801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直接连接符 1185">
            <a:extLst>
              <a:ext uri="{FF2B5EF4-FFF2-40B4-BE49-F238E27FC236}">
                <a16:creationId xmlns:a16="http://schemas.microsoft.com/office/drawing/2014/main" id="{1FBFE474-18AB-6778-CDF8-0640877F2974}"/>
              </a:ext>
            </a:extLst>
          </p:cNvPr>
          <p:cNvCxnSpPr/>
          <p:nvPr/>
        </p:nvCxnSpPr>
        <p:spPr>
          <a:xfrm>
            <a:off x="4402440" y="2455801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直接连接符 1186">
            <a:extLst>
              <a:ext uri="{FF2B5EF4-FFF2-40B4-BE49-F238E27FC236}">
                <a16:creationId xmlns:a16="http://schemas.microsoft.com/office/drawing/2014/main" id="{537567CD-06A6-FCC1-7705-7B6BDEE0884B}"/>
              </a:ext>
            </a:extLst>
          </p:cNvPr>
          <p:cNvCxnSpPr/>
          <p:nvPr/>
        </p:nvCxnSpPr>
        <p:spPr>
          <a:xfrm>
            <a:off x="4425300" y="2455801"/>
            <a:ext cx="1970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8" name="矩形 1187">
            <a:extLst>
              <a:ext uri="{FF2B5EF4-FFF2-40B4-BE49-F238E27FC236}">
                <a16:creationId xmlns:a16="http://schemas.microsoft.com/office/drawing/2014/main" id="{62A1F5C5-0DD8-86A6-36EB-170FE0E39ABF}"/>
              </a:ext>
            </a:extLst>
          </p:cNvPr>
          <p:cNvSpPr/>
          <p:nvPr/>
        </p:nvSpPr>
        <p:spPr>
          <a:xfrm>
            <a:off x="1189673" y="2518142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9" name="矩形 1188">
            <a:extLst>
              <a:ext uri="{FF2B5EF4-FFF2-40B4-BE49-F238E27FC236}">
                <a16:creationId xmlns:a16="http://schemas.microsoft.com/office/drawing/2014/main" id="{2B4CE496-E12C-AEFB-1917-E6681D94F1BC}"/>
              </a:ext>
            </a:extLst>
          </p:cNvPr>
          <p:cNvSpPr/>
          <p:nvPr/>
        </p:nvSpPr>
        <p:spPr>
          <a:xfrm>
            <a:off x="1549506" y="2485155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0" name="矩形 1189">
            <a:extLst>
              <a:ext uri="{FF2B5EF4-FFF2-40B4-BE49-F238E27FC236}">
                <a16:creationId xmlns:a16="http://schemas.microsoft.com/office/drawing/2014/main" id="{8A12A57C-9DB9-6030-411E-5F86B8DD7C99}"/>
              </a:ext>
            </a:extLst>
          </p:cNvPr>
          <p:cNvSpPr/>
          <p:nvPr/>
        </p:nvSpPr>
        <p:spPr>
          <a:xfrm>
            <a:off x="1909339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1" name="矩形 1190">
            <a:extLst>
              <a:ext uri="{FF2B5EF4-FFF2-40B4-BE49-F238E27FC236}">
                <a16:creationId xmlns:a16="http://schemas.microsoft.com/office/drawing/2014/main" id="{4C0C55B6-4582-8308-067F-DD0FB987E8A5}"/>
              </a:ext>
            </a:extLst>
          </p:cNvPr>
          <p:cNvSpPr/>
          <p:nvPr/>
        </p:nvSpPr>
        <p:spPr>
          <a:xfrm>
            <a:off x="2269173" y="2438973"/>
            <a:ext cx="33654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2" name="矩形 1191">
            <a:extLst>
              <a:ext uri="{FF2B5EF4-FFF2-40B4-BE49-F238E27FC236}">
                <a16:creationId xmlns:a16="http://schemas.microsoft.com/office/drawing/2014/main" id="{6F91EB16-569F-889A-2EB9-9A46471939E3}"/>
              </a:ext>
            </a:extLst>
          </p:cNvPr>
          <p:cNvSpPr/>
          <p:nvPr/>
        </p:nvSpPr>
        <p:spPr>
          <a:xfrm>
            <a:off x="2629006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3" name="矩形 1192">
            <a:extLst>
              <a:ext uri="{FF2B5EF4-FFF2-40B4-BE49-F238E27FC236}">
                <a16:creationId xmlns:a16="http://schemas.microsoft.com/office/drawing/2014/main" id="{7C2BB147-39BE-90D1-AA2C-A11F36779906}"/>
              </a:ext>
            </a:extLst>
          </p:cNvPr>
          <p:cNvSpPr/>
          <p:nvPr/>
        </p:nvSpPr>
        <p:spPr>
          <a:xfrm>
            <a:off x="2988839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4" name="矩形 1193">
            <a:extLst>
              <a:ext uri="{FF2B5EF4-FFF2-40B4-BE49-F238E27FC236}">
                <a16:creationId xmlns:a16="http://schemas.microsoft.com/office/drawing/2014/main" id="{7E8F2736-CFB7-A0F7-AE6A-2E379BCDBD6B}"/>
              </a:ext>
            </a:extLst>
          </p:cNvPr>
          <p:cNvSpPr/>
          <p:nvPr/>
        </p:nvSpPr>
        <p:spPr>
          <a:xfrm>
            <a:off x="3348672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5" name="矩形 1194">
            <a:extLst>
              <a:ext uri="{FF2B5EF4-FFF2-40B4-BE49-F238E27FC236}">
                <a16:creationId xmlns:a16="http://schemas.microsoft.com/office/drawing/2014/main" id="{31ED68AC-D266-CC70-F2F5-6835FD825377}"/>
              </a:ext>
            </a:extLst>
          </p:cNvPr>
          <p:cNvSpPr/>
          <p:nvPr/>
        </p:nvSpPr>
        <p:spPr>
          <a:xfrm>
            <a:off x="3708506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6" name="矩形 1195">
            <a:extLst>
              <a:ext uri="{FF2B5EF4-FFF2-40B4-BE49-F238E27FC236}">
                <a16:creationId xmlns:a16="http://schemas.microsoft.com/office/drawing/2014/main" id="{9D771F0A-87D9-E94D-F165-7754AE185344}"/>
              </a:ext>
            </a:extLst>
          </p:cNvPr>
          <p:cNvSpPr/>
          <p:nvPr/>
        </p:nvSpPr>
        <p:spPr>
          <a:xfrm>
            <a:off x="4068339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7" name="矩形 1196">
            <a:extLst>
              <a:ext uri="{FF2B5EF4-FFF2-40B4-BE49-F238E27FC236}">
                <a16:creationId xmlns:a16="http://schemas.microsoft.com/office/drawing/2014/main" id="{71E77524-CE08-8ADC-78E8-6FDD8A278433}"/>
              </a:ext>
            </a:extLst>
          </p:cNvPr>
          <p:cNvSpPr/>
          <p:nvPr/>
        </p:nvSpPr>
        <p:spPr>
          <a:xfrm>
            <a:off x="4428172" y="2438973"/>
            <a:ext cx="33655" cy="3365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8" name="直接连接符 1197">
            <a:extLst>
              <a:ext uri="{FF2B5EF4-FFF2-40B4-BE49-F238E27FC236}">
                <a16:creationId xmlns:a16="http://schemas.microsoft.com/office/drawing/2014/main" id="{539B79BA-1046-5582-2AB2-844D3700C3BE}"/>
              </a:ext>
            </a:extLst>
          </p:cNvPr>
          <p:cNvCxnSpPr/>
          <p:nvPr/>
        </p:nvCxnSpPr>
        <p:spPr>
          <a:xfrm>
            <a:off x="4749800" y="2410460"/>
            <a:ext cx="21590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9" name="椭圆 1198">
            <a:extLst>
              <a:ext uri="{FF2B5EF4-FFF2-40B4-BE49-F238E27FC236}">
                <a16:creationId xmlns:a16="http://schemas.microsoft.com/office/drawing/2014/main" id="{0A9FA312-90BB-1260-F4FC-25E518111227}"/>
              </a:ext>
            </a:extLst>
          </p:cNvPr>
          <p:cNvSpPr/>
          <p:nvPr/>
        </p:nvSpPr>
        <p:spPr>
          <a:xfrm>
            <a:off x="4841558" y="2394267"/>
            <a:ext cx="32384" cy="32385"/>
          </a:xfrm>
          <a:prstGeom prst="ellipse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0" name="文本框 1199">
            <a:extLst>
              <a:ext uri="{FF2B5EF4-FFF2-40B4-BE49-F238E27FC236}">
                <a16:creationId xmlns:a16="http://schemas.microsoft.com/office/drawing/2014/main" id="{B32E4499-8092-4117-D10D-38A281340CBF}"/>
              </a:ext>
            </a:extLst>
          </p:cNvPr>
          <p:cNvSpPr txBox="1"/>
          <p:nvPr/>
        </p:nvSpPr>
        <p:spPr>
          <a:xfrm>
            <a:off x="5041899" y="235331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01" name="直接连接符 1200">
            <a:extLst>
              <a:ext uri="{FF2B5EF4-FFF2-40B4-BE49-F238E27FC236}">
                <a16:creationId xmlns:a16="http://schemas.microsoft.com/office/drawing/2014/main" id="{4BE1BC8F-B035-CF1F-A62A-CF22B971CD99}"/>
              </a:ext>
            </a:extLst>
          </p:cNvPr>
          <p:cNvCxnSpPr/>
          <p:nvPr/>
        </p:nvCxnSpPr>
        <p:spPr>
          <a:xfrm>
            <a:off x="4749800" y="2527300"/>
            <a:ext cx="21590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2" name="椭圆 1201">
            <a:extLst>
              <a:ext uri="{FF2B5EF4-FFF2-40B4-BE49-F238E27FC236}">
                <a16:creationId xmlns:a16="http://schemas.microsoft.com/office/drawing/2014/main" id="{021A138C-F900-8EE1-A243-6F5DF7FD73BA}"/>
              </a:ext>
            </a:extLst>
          </p:cNvPr>
          <p:cNvSpPr/>
          <p:nvPr/>
        </p:nvSpPr>
        <p:spPr>
          <a:xfrm>
            <a:off x="4841558" y="2511108"/>
            <a:ext cx="32384" cy="32385"/>
          </a:xfrm>
          <a:prstGeom prst="ellipse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3" name="文本框 1202">
            <a:extLst>
              <a:ext uri="{FF2B5EF4-FFF2-40B4-BE49-F238E27FC236}">
                <a16:creationId xmlns:a16="http://schemas.microsoft.com/office/drawing/2014/main" id="{EF14A165-64C4-7FA4-8F71-D8ED04A75B61}"/>
              </a:ext>
            </a:extLst>
          </p:cNvPr>
          <p:cNvSpPr txBox="1"/>
          <p:nvPr/>
        </p:nvSpPr>
        <p:spPr>
          <a:xfrm>
            <a:off x="5041899" y="247015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04" name="直接连接符 1203">
            <a:extLst>
              <a:ext uri="{FF2B5EF4-FFF2-40B4-BE49-F238E27FC236}">
                <a16:creationId xmlns:a16="http://schemas.microsoft.com/office/drawing/2014/main" id="{DBB44D0C-C7C1-B0D0-A824-18697C23FD89}"/>
              </a:ext>
            </a:extLst>
          </p:cNvPr>
          <p:cNvCxnSpPr/>
          <p:nvPr/>
        </p:nvCxnSpPr>
        <p:spPr>
          <a:xfrm>
            <a:off x="4749800" y="26441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5" name="直接连接符 1204">
            <a:extLst>
              <a:ext uri="{FF2B5EF4-FFF2-40B4-BE49-F238E27FC236}">
                <a16:creationId xmlns:a16="http://schemas.microsoft.com/office/drawing/2014/main" id="{CBB45A1A-9348-11EC-EC35-6ED6F0334535}"/>
              </a:ext>
            </a:extLst>
          </p:cNvPr>
          <p:cNvCxnSpPr/>
          <p:nvPr/>
        </p:nvCxnSpPr>
        <p:spPr>
          <a:xfrm>
            <a:off x="4818380" y="26441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6" name="直接连接符 1205">
            <a:extLst>
              <a:ext uri="{FF2B5EF4-FFF2-40B4-BE49-F238E27FC236}">
                <a16:creationId xmlns:a16="http://schemas.microsoft.com/office/drawing/2014/main" id="{3692250D-10F2-C3F6-8FC5-48582330DEEF}"/>
              </a:ext>
            </a:extLst>
          </p:cNvPr>
          <p:cNvCxnSpPr/>
          <p:nvPr/>
        </p:nvCxnSpPr>
        <p:spPr>
          <a:xfrm>
            <a:off x="4864100" y="264414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7" name="直接连接符 1206">
            <a:extLst>
              <a:ext uri="{FF2B5EF4-FFF2-40B4-BE49-F238E27FC236}">
                <a16:creationId xmlns:a16="http://schemas.microsoft.com/office/drawing/2014/main" id="{B221E130-44C1-CE49-AF40-24B1FCC341F0}"/>
              </a:ext>
            </a:extLst>
          </p:cNvPr>
          <p:cNvCxnSpPr/>
          <p:nvPr/>
        </p:nvCxnSpPr>
        <p:spPr>
          <a:xfrm>
            <a:off x="4886960" y="2644140"/>
            <a:ext cx="4572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直接连接符 1207">
            <a:extLst>
              <a:ext uri="{FF2B5EF4-FFF2-40B4-BE49-F238E27FC236}">
                <a16:creationId xmlns:a16="http://schemas.microsoft.com/office/drawing/2014/main" id="{E49EE756-A827-FB44-ACD6-C53806BA34B2}"/>
              </a:ext>
            </a:extLst>
          </p:cNvPr>
          <p:cNvCxnSpPr/>
          <p:nvPr/>
        </p:nvCxnSpPr>
        <p:spPr>
          <a:xfrm>
            <a:off x="4932680" y="2644140"/>
            <a:ext cx="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直接连接符 1208">
            <a:extLst>
              <a:ext uri="{FF2B5EF4-FFF2-40B4-BE49-F238E27FC236}">
                <a16:creationId xmlns:a16="http://schemas.microsoft.com/office/drawing/2014/main" id="{BE2263F6-0DA1-E934-375E-0DE0EC3252E8}"/>
              </a:ext>
            </a:extLst>
          </p:cNvPr>
          <p:cNvCxnSpPr/>
          <p:nvPr/>
        </p:nvCxnSpPr>
        <p:spPr>
          <a:xfrm>
            <a:off x="4955540" y="2644140"/>
            <a:ext cx="10160" cy="0"/>
          </a:xfrm>
          <a:prstGeom prst="line">
            <a:avLst/>
          </a:prstGeom>
          <a:ln w="11684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0" name="矩形 1209">
            <a:extLst>
              <a:ext uri="{FF2B5EF4-FFF2-40B4-BE49-F238E27FC236}">
                <a16:creationId xmlns:a16="http://schemas.microsoft.com/office/drawing/2014/main" id="{06CA9BC4-0FC8-3172-2155-154F055110EA}"/>
              </a:ext>
            </a:extLst>
          </p:cNvPr>
          <p:cNvSpPr/>
          <p:nvPr/>
        </p:nvSpPr>
        <p:spPr>
          <a:xfrm>
            <a:off x="4841558" y="2627948"/>
            <a:ext cx="32384" cy="32385"/>
          </a:xfrm>
          <a:prstGeom prst="rect">
            <a:avLst/>
          </a:prstGeom>
          <a:solidFill>
            <a:srgbClr val="087E83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1" name="文本框 1210">
            <a:extLst>
              <a:ext uri="{FF2B5EF4-FFF2-40B4-BE49-F238E27FC236}">
                <a16:creationId xmlns:a16="http://schemas.microsoft.com/office/drawing/2014/main" id="{C1A2F20C-1F63-B905-D027-DD00DBAAFA1E}"/>
              </a:ext>
            </a:extLst>
          </p:cNvPr>
          <p:cNvSpPr txBox="1"/>
          <p:nvPr/>
        </p:nvSpPr>
        <p:spPr>
          <a:xfrm>
            <a:off x="5041899" y="258699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12" name="直接连接符 1211">
            <a:extLst>
              <a:ext uri="{FF2B5EF4-FFF2-40B4-BE49-F238E27FC236}">
                <a16:creationId xmlns:a16="http://schemas.microsoft.com/office/drawing/2014/main" id="{97F08853-7643-F9DA-422E-B26A5C8D3CEF}"/>
              </a:ext>
            </a:extLst>
          </p:cNvPr>
          <p:cNvCxnSpPr/>
          <p:nvPr/>
        </p:nvCxnSpPr>
        <p:spPr>
          <a:xfrm>
            <a:off x="4749800" y="27609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直接连接符 1212">
            <a:extLst>
              <a:ext uri="{FF2B5EF4-FFF2-40B4-BE49-F238E27FC236}">
                <a16:creationId xmlns:a16="http://schemas.microsoft.com/office/drawing/2014/main" id="{F94488A5-301F-5ADD-2FA7-4E12E9B8DDCB}"/>
              </a:ext>
            </a:extLst>
          </p:cNvPr>
          <p:cNvCxnSpPr/>
          <p:nvPr/>
        </p:nvCxnSpPr>
        <p:spPr>
          <a:xfrm>
            <a:off x="4818380" y="27609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直接连接符 1213">
            <a:extLst>
              <a:ext uri="{FF2B5EF4-FFF2-40B4-BE49-F238E27FC236}">
                <a16:creationId xmlns:a16="http://schemas.microsoft.com/office/drawing/2014/main" id="{35EB9A1C-7A19-4200-E1FA-A32F1EF5A93D}"/>
              </a:ext>
            </a:extLst>
          </p:cNvPr>
          <p:cNvCxnSpPr/>
          <p:nvPr/>
        </p:nvCxnSpPr>
        <p:spPr>
          <a:xfrm>
            <a:off x="4864100" y="27609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直接连接符 1214">
            <a:extLst>
              <a:ext uri="{FF2B5EF4-FFF2-40B4-BE49-F238E27FC236}">
                <a16:creationId xmlns:a16="http://schemas.microsoft.com/office/drawing/2014/main" id="{B0801B85-5DE2-E663-575C-C74123523108}"/>
              </a:ext>
            </a:extLst>
          </p:cNvPr>
          <p:cNvCxnSpPr/>
          <p:nvPr/>
        </p:nvCxnSpPr>
        <p:spPr>
          <a:xfrm>
            <a:off x="4886960" y="2760980"/>
            <a:ext cx="4572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直接连接符 1215">
            <a:extLst>
              <a:ext uri="{FF2B5EF4-FFF2-40B4-BE49-F238E27FC236}">
                <a16:creationId xmlns:a16="http://schemas.microsoft.com/office/drawing/2014/main" id="{53BF71E9-9D1E-3F30-C49E-644D1FFD8BFF}"/>
              </a:ext>
            </a:extLst>
          </p:cNvPr>
          <p:cNvCxnSpPr/>
          <p:nvPr/>
        </p:nvCxnSpPr>
        <p:spPr>
          <a:xfrm>
            <a:off x="4932680" y="2760980"/>
            <a:ext cx="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直接连接符 1216">
            <a:extLst>
              <a:ext uri="{FF2B5EF4-FFF2-40B4-BE49-F238E27FC236}">
                <a16:creationId xmlns:a16="http://schemas.microsoft.com/office/drawing/2014/main" id="{BC608F1B-04C0-E106-799A-79DB65009860}"/>
              </a:ext>
            </a:extLst>
          </p:cNvPr>
          <p:cNvCxnSpPr/>
          <p:nvPr/>
        </p:nvCxnSpPr>
        <p:spPr>
          <a:xfrm>
            <a:off x="4955540" y="2760980"/>
            <a:ext cx="10160" cy="0"/>
          </a:xfrm>
          <a:prstGeom prst="line">
            <a:avLst/>
          </a:prstGeom>
          <a:ln w="11684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8" name="矩形 1217">
            <a:extLst>
              <a:ext uri="{FF2B5EF4-FFF2-40B4-BE49-F238E27FC236}">
                <a16:creationId xmlns:a16="http://schemas.microsoft.com/office/drawing/2014/main" id="{50F5AF9A-228C-0D99-AE42-37F0E0B13121}"/>
              </a:ext>
            </a:extLst>
          </p:cNvPr>
          <p:cNvSpPr/>
          <p:nvPr/>
        </p:nvSpPr>
        <p:spPr>
          <a:xfrm>
            <a:off x="4841558" y="2744788"/>
            <a:ext cx="32384" cy="32385"/>
          </a:xfrm>
          <a:prstGeom prst="rect">
            <a:avLst/>
          </a:prstGeom>
          <a:solidFill>
            <a:srgbClr val="BC762A"/>
          </a:solidFill>
          <a:ln w="431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9" name="文本框 1218">
            <a:extLst>
              <a:ext uri="{FF2B5EF4-FFF2-40B4-BE49-F238E27FC236}">
                <a16:creationId xmlns:a16="http://schemas.microsoft.com/office/drawing/2014/main" id="{0A23C197-112C-8B35-CD76-1475B8587E9E}"/>
              </a:ext>
            </a:extLst>
          </p:cNvPr>
          <p:cNvSpPr txBox="1"/>
          <p:nvPr/>
        </p:nvSpPr>
        <p:spPr>
          <a:xfrm>
            <a:off x="5041899" y="2703830"/>
            <a:ext cx="1485900" cy="127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altLang="zh-CN" sz="650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65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3101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1188</TotalTime>
  <Words>916</Words>
  <Application>Microsoft Office PowerPoint</Application>
  <PresentationFormat>自定义</PresentationFormat>
  <Paragraphs>84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32</cp:revision>
  <dcterms:created xsi:type="dcterms:W3CDTF">2026-10-03T10:08:28Z</dcterms:created>
  <dcterms:modified xsi:type="dcterms:W3CDTF">2026-10-14T07:47:36Z</dcterms:modified>
</cp:coreProperties>
</file>