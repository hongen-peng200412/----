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87494B82.xml" ContentType="application/vnd.ms-powerpoint.comments+xml"/>
  <Override PartName="/ppt/notesSlides/notesSlide2.xml" ContentType="application/vnd.openxmlformats-officedocument.presentationml.notesSlide+xml"/>
  <Override PartName="/ppt/comments/modernComment_101_51427666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6591300" cy="32004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3F71A66-0C34-DF1A-5236-FECDBC820DCB}" name="Hongen Peng" initials="HP" userId="965de47efeb7ffa5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5758" autoAdjust="0"/>
  </p:normalViewPr>
  <p:slideViewPr>
    <p:cSldViewPr snapToGrid="0">
      <p:cViewPr varScale="1">
        <p:scale>
          <a:sx n="153" d="100"/>
          <a:sy n="153" d="100"/>
        </p:scale>
        <p:origin x="88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microsoft.com/office/2018/10/relationships/authors" Target="authors.xml"/></Relationships>
</file>

<file path=ppt/comments/modernComment_100_87494B8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C419BFF-89CA-4249-882D-77C5F267CE1C}" authorId="{D3F71A66-0C34-DF1A-5236-FECDBC820DCB}" created="2026-10-03T10:08:27.885">
    <pc:sldMkLst xmlns:pc="http://schemas.microsoft.com/office/powerpoint/2013/main/command">
      <pc:docMk/>
      <pc:sldMk cId="2269727618" sldId="256"/>
    </pc:sldMkLst>
    <p188:pos x="101600" y="101600"/>
    <p188:txBody>
      <a:bodyPr/>
      <a:lstStyle/>
      <a:p>
        <a:r>
          <a:rPr lang="zh-CN" altLang="en-US"/>
          <a:t>@@e2e-all-find-match</a:t>
        </a:r>
      </a:p>
    </p188:txBody>
  </p188:cm>
  <p188:cm id="{DB7CD73B-D115-4006-97B5-F6902FD90029}" authorId="{D3F71A66-0C34-DF1A-5236-FECDBC820DCB}" created="2026-10-03T10:08:27.958">
    <pc:sldMkLst xmlns:pc="http://schemas.microsoft.com/office/powerpoint/2013/main/command">
      <pc:docMk/>
      <pc:sldMk cId="2269727618" sldId="256"/>
    </pc:sldMkLst>
    <p188:pos x="228600" y="228600"/>
    <p188:txBody>
      <a:bodyPr/>
      <a:lstStyle/>
      <a:p>
        <a:r>
          <a:rPr lang="zh-CN" altLang="en-US"/>
          <a:t>/storage/penghongen/Matcher/evaluation/final_smiles/strongest-1/frozen_test.json</a:t>
        </a:r>
      </a:p>
    </p188:txBody>
  </p188:cm>
</p188:cmLst>
</file>

<file path=ppt/comments/modernComment_101_5142766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DEF3EAF-A518-4B40-94F7-B70D62FBB388}" authorId="{D3F71A66-0C34-DF1A-5236-FECDBC820DCB}" created="2026-10-03T10:09:53.689">
    <pc:sldMkLst xmlns:pc="http://schemas.microsoft.com/office/powerpoint/2013/main/command">
      <pc:docMk/>
      <pc:sldMk cId="1363310182" sldId="256"/>
    </pc:sldMkLst>
    <p188:pos x="101600" y="101600"/>
    <p188:txBody>
      <a:bodyPr/>
      <a:lstStyle/>
      <a:p>
        <a:r>
          <a:rPr lang="zh-CN" altLang="en-US"/>
          <a:t>@@e2e-small-pipeline</a:t>
        </a:r>
      </a:p>
    </p188:txBody>
  </p188:cm>
  <p188:cm id="{EB7B5976-BDCD-4656-B2EB-E3724DF6E638}" authorId="{D3F71A66-0C34-DF1A-5236-FECDBC820DCB}" created="2026-10-03T10:09:53.763">
    <pc:sldMkLst xmlns:pc="http://schemas.microsoft.com/office/powerpoint/2013/main/command">
      <pc:docMk/>
      <pc:sldMk cId="1363310182" sldId="256"/>
    </pc:sldMkLst>
    <p188:pos x="228600" y="228600"/>
    <p188:txBody>
      <a:bodyPr/>
      <a:lstStyle/>
      <a:p>
        <a:r>
          <a:rPr lang="zh-CN" altLang="en-US"/>
          <a:t>/storage/penghongen/Matcher/evaluation/test_smallmolecule_v1/strongest-1/train_strongest1_revised_job378587_20260920T230727/evaluation.json；/storage/penghongen/PocketXMol/final_evaluation/end_to_end/GT、CA2/docking_results.jsonl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A40E6D-81F6-4F1C-843E-41060F95F2BE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52413" y="1143000"/>
            <a:ext cx="63531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2628D9-A810-41CF-BA34-6300DD38DA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452325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图 10｜一般配体的端到端区域检出与身份识别</a:t>
            </a:r>
            <a:r>
              <a:rPr lang="zh-CN" altLang="en-US" dirty="0"/>
              <a:t>。图中展示了 </a:t>
            </a:r>
            <a:r>
              <a:rPr dirty="0"/>
              <a:t>179 </a:t>
            </a:r>
            <a:r>
              <a:rPr dirty="0" err="1"/>
              <a:t>个测试</a:t>
            </a:r>
            <a:r>
              <a:rPr dirty="0"/>
              <a:t> PDB </a:t>
            </a:r>
            <a:r>
              <a:rPr lang="zh-CN" altLang="en-US" dirty="0"/>
              <a:t>在</a:t>
            </a:r>
            <a:r>
              <a:rPr dirty="0"/>
              <a:t> K </a:t>
            </a:r>
            <a:r>
              <a:rPr dirty="0" err="1"/>
              <a:t>次尝试</a:t>
            </a:r>
            <a:r>
              <a:rPr lang="zh-CN" altLang="en-US" dirty="0"/>
              <a:t>预算下</a:t>
            </a:r>
            <a:r>
              <a:rPr dirty="0" err="1"/>
              <a:t>成功</a:t>
            </a:r>
            <a:r>
              <a:rPr lang="zh-CN" altLang="en-US" dirty="0"/>
              <a:t>的 </a:t>
            </a:r>
            <a:r>
              <a:rPr lang="en-US" dirty="0"/>
              <a:t>PDB</a:t>
            </a:r>
            <a:r>
              <a:rPr lang="zh-CN" altLang="en-US" dirty="0"/>
              <a:t> 比例</a:t>
            </a:r>
            <a:r>
              <a:rPr dirty="0"/>
              <a:t>，K=1–10。Find 和 Emap2lig-Find </a:t>
            </a:r>
            <a:r>
              <a:rPr lang="zh-CN" altLang="en-US" dirty="0"/>
              <a:t>对应的曲线只考察 </a:t>
            </a:r>
            <a:r>
              <a:rPr lang="en-US" altLang="zh-CN" dirty="0"/>
              <a:t>Find </a:t>
            </a:r>
            <a:r>
              <a:rPr lang="zh-CN" altLang="en-US" dirty="0"/>
              <a:t>的预测是否正确，而 </a:t>
            </a:r>
            <a:r>
              <a:rPr dirty="0" err="1"/>
              <a:t>Find+Match</a:t>
            </a:r>
            <a:r>
              <a:rPr dirty="0"/>
              <a:t> </a:t>
            </a:r>
            <a:r>
              <a:rPr lang="zh-CN" altLang="en-US" dirty="0"/>
              <a:t>对应的曲线同时</a:t>
            </a:r>
            <a:r>
              <a:rPr dirty="0" err="1"/>
              <a:t>要求区域命中且</a:t>
            </a:r>
            <a:r>
              <a:rPr lang="zh-CN" altLang="en-US" dirty="0"/>
              <a:t>配体</a:t>
            </a:r>
            <a:r>
              <a:rPr dirty="0" err="1"/>
              <a:t>身份匹配正确。GT</a:t>
            </a:r>
            <a:r>
              <a:rPr dirty="0"/>
              <a:t> 与 CA2 </a:t>
            </a:r>
            <a:r>
              <a:rPr dirty="0" err="1"/>
              <a:t>分别</a:t>
            </a:r>
            <a:r>
              <a:rPr lang="zh-CN" altLang="en-US" dirty="0"/>
              <a:t>表示</a:t>
            </a:r>
            <a:r>
              <a:rPr dirty="0" err="1"/>
              <a:t>使用真实受体与</a:t>
            </a:r>
            <a:r>
              <a:rPr dirty="0"/>
              <a:t> CryoAtom2 </a:t>
            </a:r>
            <a:r>
              <a:rPr dirty="0" err="1"/>
              <a:t>重建受体</a:t>
            </a:r>
            <a:r>
              <a:rPr lang="zh-CN" altLang="en-US" dirty="0"/>
              <a:t>，</a:t>
            </a:r>
            <a:r>
              <a:rPr dirty="0"/>
              <a:t>Emap2lig-Find </a:t>
            </a:r>
            <a:r>
              <a:rPr dirty="0" err="1"/>
              <a:t>不使用受体</a:t>
            </a:r>
            <a:r>
              <a:rPr dirty="0"/>
              <a:t>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62628D9-A810-41CF-BA34-6300DD38DA8D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005098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图 11｜单残基无缺失原子的有机小分子的端到端建模。a，</a:t>
            </a:r>
            <a:r>
              <a:rPr lang="en-US" altLang="zh-CN" dirty="0"/>
              <a:t>Find </a:t>
            </a:r>
            <a:r>
              <a:rPr lang="zh-CN" altLang="en-US" dirty="0"/>
              <a:t>对应的曲线只考察 </a:t>
            </a:r>
            <a:r>
              <a:rPr lang="en-US" altLang="zh-CN" dirty="0"/>
              <a:t>Find </a:t>
            </a:r>
            <a:r>
              <a:rPr lang="zh-CN" altLang="en-US" dirty="0"/>
              <a:t>的预测是否正确，而 </a:t>
            </a:r>
            <a:r>
              <a:rPr dirty="0" err="1"/>
              <a:t>Find+Match</a:t>
            </a:r>
            <a:r>
              <a:rPr dirty="0"/>
              <a:t> </a:t>
            </a:r>
            <a:r>
              <a:rPr lang="zh-CN" altLang="en-US" dirty="0"/>
              <a:t>对应的曲线要求区域命中且配体身份匹配正确。</a:t>
            </a:r>
            <a:r>
              <a:rPr dirty="0" err="1"/>
              <a:t>b、c，分别</a:t>
            </a:r>
            <a:r>
              <a:rPr lang="zh-CN" altLang="en-US" dirty="0"/>
              <a:t>显示</a:t>
            </a:r>
            <a:r>
              <a:rPr dirty="0"/>
              <a:t>在</a:t>
            </a:r>
            <a:r>
              <a:rPr lang="zh-CN" altLang="en-US" dirty="0"/>
              <a:t>真实受体条件下</a:t>
            </a:r>
            <a:r>
              <a:rPr dirty="0"/>
              <a:t> 与 </a:t>
            </a:r>
            <a:r>
              <a:rPr lang="en-US" dirty="0"/>
              <a:t>CryoAtom2 </a:t>
            </a:r>
            <a:r>
              <a:rPr lang="zh-CN" altLang="en-US" dirty="0"/>
              <a:t>重建受体</a:t>
            </a:r>
            <a:r>
              <a:rPr dirty="0" err="1"/>
              <a:t>条件下使用</a:t>
            </a:r>
            <a:r>
              <a:rPr dirty="0"/>
              <a:t> </a:t>
            </a:r>
            <a:r>
              <a:rPr dirty="0" err="1"/>
              <a:t>PocketXMol</a:t>
            </a:r>
            <a:r>
              <a:rPr dirty="0"/>
              <a:t>-tuned </a:t>
            </a:r>
            <a:r>
              <a:rPr dirty="0" err="1"/>
              <a:t>重建构象</a:t>
            </a:r>
            <a:r>
              <a:rPr lang="zh-CN" altLang="en-US" dirty="0"/>
              <a:t>时的 </a:t>
            </a:r>
            <a:r>
              <a:rPr lang="en-US" altLang="zh-CN" dirty="0"/>
              <a:t>top-K </a:t>
            </a:r>
            <a:r>
              <a:rPr lang="zh-CN" altLang="en-US" dirty="0"/>
              <a:t>成功率</a:t>
            </a:r>
            <a:r>
              <a:rPr dirty="0"/>
              <a:t>。</a:t>
            </a:r>
            <a:r>
              <a:rPr dirty="0" err="1"/>
              <a:t>实线为</a:t>
            </a:r>
            <a:r>
              <a:rPr dirty="0"/>
              <a:t> top-1 </a:t>
            </a:r>
            <a:r>
              <a:rPr dirty="0" err="1"/>
              <a:t>pose，虚线为</a:t>
            </a:r>
            <a:r>
              <a:rPr dirty="0"/>
              <a:t> best-of-50 </a:t>
            </a:r>
            <a:r>
              <a:rPr dirty="0" err="1"/>
              <a:t>pose；成功阈值为重原子</a:t>
            </a:r>
            <a:r>
              <a:rPr dirty="0"/>
              <a:t> RMSD &lt;2 Å 或 &lt;3 </a:t>
            </a:r>
            <a:r>
              <a:rPr dirty="0" err="1"/>
              <a:t>Å。横轴为计费尝试次数</a:t>
            </a:r>
            <a:r>
              <a:rPr dirty="0"/>
              <a:t> </a:t>
            </a:r>
            <a:r>
              <a:rPr dirty="0" err="1"/>
              <a:t>K，纵轴</a:t>
            </a:r>
            <a:r>
              <a:rPr lang="zh-CN" altLang="en-US" dirty="0"/>
              <a:t>为</a:t>
            </a:r>
            <a:r>
              <a:rPr dirty="0"/>
              <a:t> K </a:t>
            </a:r>
            <a:r>
              <a:rPr dirty="0" err="1"/>
              <a:t>次尝试</a:t>
            </a:r>
            <a:r>
              <a:rPr lang="zh-CN" altLang="en-US" dirty="0"/>
              <a:t>预算下成功</a:t>
            </a:r>
            <a:r>
              <a:rPr dirty="0"/>
              <a:t>的 PDB </a:t>
            </a:r>
            <a:r>
              <a:rPr dirty="0" err="1"/>
              <a:t>比例。</a:t>
            </a:r>
            <a:r>
              <a:rPr lang="en-US" altLang="zh-CN" dirty="0" err="1"/>
              <a:t>GT</a:t>
            </a:r>
            <a:r>
              <a:rPr lang="en-US" altLang="zh-CN" dirty="0"/>
              <a:t> </a:t>
            </a:r>
            <a:r>
              <a:rPr lang="zh-CN" altLang="en-US" dirty="0"/>
              <a:t>与 </a:t>
            </a:r>
            <a:r>
              <a:rPr lang="en-US" altLang="zh-CN" dirty="0"/>
              <a:t>CA2 </a:t>
            </a:r>
            <a:r>
              <a:rPr lang="zh-CN" altLang="en-US" dirty="0"/>
              <a:t>分别表示使用真实受体与 </a:t>
            </a:r>
            <a:r>
              <a:rPr lang="en-US" altLang="zh-CN" dirty="0"/>
              <a:t>CryoAtom2 </a:t>
            </a:r>
            <a:r>
              <a:rPr lang="zh-CN" altLang="en-US" dirty="0"/>
              <a:t>重建受体。</a:t>
            </a:r>
            <a:endParaRPr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DC8409-929D-466A-A2CD-CAE0966F44C1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702141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3E6E02-E0B7-93F8-ADFD-B9BB1143E9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3914" y="523770"/>
            <a:ext cx="4943475" cy="1114213"/>
          </a:xfrm>
        </p:spPr>
        <p:txBody>
          <a:bodyPr anchor="b"/>
          <a:lstStyle>
            <a:lvl1pPr algn="ctr">
              <a:defRPr sz="1514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E5D887B-F165-F6AE-1711-82518A011C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3914" y="1680951"/>
            <a:ext cx="4943475" cy="772689"/>
          </a:xfrm>
        </p:spPr>
        <p:txBody>
          <a:bodyPr/>
          <a:lstStyle>
            <a:lvl1pPr marL="0" indent="0" algn="ctr">
              <a:buNone/>
              <a:defRPr sz="605"/>
            </a:lvl1pPr>
            <a:lvl2pPr marL="115351" indent="0" algn="ctr">
              <a:buNone/>
              <a:defRPr sz="505"/>
            </a:lvl2pPr>
            <a:lvl3pPr marL="230701" indent="0" algn="ctr">
              <a:buNone/>
              <a:defRPr sz="454"/>
            </a:lvl3pPr>
            <a:lvl4pPr marL="346052" indent="0" algn="ctr">
              <a:buNone/>
              <a:defRPr sz="404"/>
            </a:lvl4pPr>
            <a:lvl5pPr marL="461402" indent="0" algn="ctr">
              <a:buNone/>
              <a:defRPr sz="404"/>
            </a:lvl5pPr>
            <a:lvl6pPr marL="576753" indent="0" algn="ctr">
              <a:buNone/>
              <a:defRPr sz="404"/>
            </a:lvl6pPr>
            <a:lvl7pPr marL="692104" indent="0" algn="ctr">
              <a:buNone/>
              <a:defRPr sz="404"/>
            </a:lvl7pPr>
            <a:lvl8pPr marL="807454" indent="0" algn="ctr">
              <a:buNone/>
              <a:defRPr sz="404"/>
            </a:lvl8pPr>
            <a:lvl9pPr marL="922805" indent="0" algn="ctr">
              <a:buNone/>
              <a:defRPr sz="404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8440A09-38F2-06EB-B22A-2C38310C0D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2FF0059-2279-4CD4-B287-CA26D91AF6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3043C57-2AE4-D7F8-AC79-190E85A929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13087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7EAA63-90BE-7CF1-19AF-80E8D486D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7C957EA-33D2-1BA9-604D-91D46681FC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B40CF1D-8EC2-86F9-1979-4EF606015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A9A25ED-23DB-F9D7-16E8-3D46D07EF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BF24A41-1565-F07C-5A8C-E09E1160D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524502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619DA5-D2EB-35B9-2362-480C04CC58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719" y="797879"/>
            <a:ext cx="5684996" cy="1331277"/>
          </a:xfrm>
        </p:spPr>
        <p:txBody>
          <a:bodyPr anchor="b"/>
          <a:lstStyle>
            <a:lvl1pPr>
              <a:defRPr sz="1514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590E0A3-1308-F989-2F60-46D25BFFBC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9719" y="2141750"/>
            <a:ext cx="5684996" cy="700087"/>
          </a:xfrm>
        </p:spPr>
        <p:txBody>
          <a:bodyPr/>
          <a:lstStyle>
            <a:lvl1pPr marL="0" indent="0">
              <a:buNone/>
              <a:defRPr sz="605">
                <a:solidFill>
                  <a:schemeClr val="tx1">
                    <a:tint val="75000"/>
                  </a:schemeClr>
                </a:solidFill>
              </a:defRPr>
            </a:lvl1pPr>
            <a:lvl2pPr marL="115351" indent="0">
              <a:buNone/>
              <a:defRPr sz="505">
                <a:solidFill>
                  <a:schemeClr val="tx1">
                    <a:tint val="75000"/>
                  </a:schemeClr>
                </a:solidFill>
              </a:defRPr>
            </a:lvl2pPr>
            <a:lvl3pPr marL="230701" indent="0">
              <a:buNone/>
              <a:defRPr sz="454">
                <a:solidFill>
                  <a:schemeClr val="tx1">
                    <a:tint val="75000"/>
                  </a:schemeClr>
                </a:solidFill>
              </a:defRPr>
            </a:lvl3pPr>
            <a:lvl4pPr marL="346052" indent="0">
              <a:buNone/>
              <a:defRPr sz="404">
                <a:solidFill>
                  <a:schemeClr val="tx1">
                    <a:tint val="75000"/>
                  </a:schemeClr>
                </a:solidFill>
              </a:defRPr>
            </a:lvl4pPr>
            <a:lvl5pPr marL="461402" indent="0">
              <a:buNone/>
              <a:defRPr sz="404">
                <a:solidFill>
                  <a:schemeClr val="tx1">
                    <a:tint val="75000"/>
                  </a:schemeClr>
                </a:solidFill>
              </a:defRPr>
            </a:lvl5pPr>
            <a:lvl6pPr marL="576753" indent="0">
              <a:buNone/>
              <a:defRPr sz="404">
                <a:solidFill>
                  <a:schemeClr val="tx1">
                    <a:tint val="75000"/>
                  </a:schemeClr>
                </a:solidFill>
              </a:defRPr>
            </a:lvl6pPr>
            <a:lvl7pPr marL="692104" indent="0">
              <a:buNone/>
              <a:defRPr sz="404">
                <a:solidFill>
                  <a:schemeClr val="tx1">
                    <a:tint val="75000"/>
                  </a:schemeClr>
                </a:solidFill>
              </a:defRPr>
            </a:lvl7pPr>
            <a:lvl8pPr marL="807454" indent="0">
              <a:buNone/>
              <a:defRPr sz="404">
                <a:solidFill>
                  <a:schemeClr val="tx1">
                    <a:tint val="75000"/>
                  </a:schemeClr>
                </a:solidFill>
              </a:defRPr>
            </a:lvl8pPr>
            <a:lvl9pPr marL="922805" indent="0">
              <a:buNone/>
              <a:defRPr sz="40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FE764A5-7FCC-AFF8-1ED3-0E07E9B49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8EB628-87B1-C072-299F-EE8C45B76E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58B0EB1-E94F-5B02-8E97-6376D3C60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254358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ECDCC29-B93C-D9D2-7B39-0BC484FF4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D83692F-B4FA-00AA-841D-345F29ED97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3152" y="851959"/>
            <a:ext cx="2801303" cy="203062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3F14419-822A-3010-EB82-89CBDD656F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36846" y="851959"/>
            <a:ext cx="2801303" cy="203062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276B1B0-0C14-2893-4F81-35068551C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5C8A353-BE32-571C-E4AA-DFDC0E912C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E760796-5ED5-7F8D-EB09-658AEE262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054901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6C82A0F-F3CD-C620-7586-B21A95793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011" y="170392"/>
            <a:ext cx="5684996" cy="618596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9D597BD-29DB-7602-0EFB-6CE71F2B9D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4011" y="784543"/>
            <a:ext cx="2788429" cy="384492"/>
          </a:xfrm>
        </p:spPr>
        <p:txBody>
          <a:bodyPr anchor="b"/>
          <a:lstStyle>
            <a:lvl1pPr marL="0" indent="0">
              <a:buNone/>
              <a:defRPr sz="605" b="1"/>
            </a:lvl1pPr>
            <a:lvl2pPr marL="115351" indent="0">
              <a:buNone/>
              <a:defRPr sz="505" b="1"/>
            </a:lvl2pPr>
            <a:lvl3pPr marL="230701" indent="0">
              <a:buNone/>
              <a:defRPr sz="454" b="1"/>
            </a:lvl3pPr>
            <a:lvl4pPr marL="346052" indent="0">
              <a:buNone/>
              <a:defRPr sz="404" b="1"/>
            </a:lvl4pPr>
            <a:lvl5pPr marL="461402" indent="0">
              <a:buNone/>
              <a:defRPr sz="404" b="1"/>
            </a:lvl5pPr>
            <a:lvl6pPr marL="576753" indent="0">
              <a:buNone/>
              <a:defRPr sz="404" b="1"/>
            </a:lvl6pPr>
            <a:lvl7pPr marL="692104" indent="0">
              <a:buNone/>
              <a:defRPr sz="404" b="1"/>
            </a:lvl7pPr>
            <a:lvl8pPr marL="807454" indent="0">
              <a:buNone/>
              <a:defRPr sz="404" b="1"/>
            </a:lvl8pPr>
            <a:lvl9pPr marL="922805" indent="0">
              <a:buNone/>
              <a:defRPr sz="404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EDAB035-E45D-188D-00E8-B41C6D4960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4011" y="1169035"/>
            <a:ext cx="2788429" cy="171947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78907AD-6061-50E7-95A6-ED07643284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3336847" y="784543"/>
            <a:ext cx="2802161" cy="384492"/>
          </a:xfrm>
        </p:spPr>
        <p:txBody>
          <a:bodyPr anchor="b"/>
          <a:lstStyle>
            <a:lvl1pPr marL="0" indent="0">
              <a:buNone/>
              <a:defRPr sz="605" b="1"/>
            </a:lvl1pPr>
            <a:lvl2pPr marL="115351" indent="0">
              <a:buNone/>
              <a:defRPr sz="505" b="1"/>
            </a:lvl2pPr>
            <a:lvl3pPr marL="230701" indent="0">
              <a:buNone/>
              <a:defRPr sz="454" b="1"/>
            </a:lvl3pPr>
            <a:lvl4pPr marL="346052" indent="0">
              <a:buNone/>
              <a:defRPr sz="404" b="1"/>
            </a:lvl4pPr>
            <a:lvl5pPr marL="461402" indent="0">
              <a:buNone/>
              <a:defRPr sz="404" b="1"/>
            </a:lvl5pPr>
            <a:lvl6pPr marL="576753" indent="0">
              <a:buNone/>
              <a:defRPr sz="404" b="1"/>
            </a:lvl6pPr>
            <a:lvl7pPr marL="692104" indent="0">
              <a:buNone/>
              <a:defRPr sz="404" b="1"/>
            </a:lvl7pPr>
            <a:lvl8pPr marL="807454" indent="0">
              <a:buNone/>
              <a:defRPr sz="404" b="1"/>
            </a:lvl8pPr>
            <a:lvl9pPr marL="922805" indent="0">
              <a:buNone/>
              <a:defRPr sz="404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87B22429-5DCA-8B70-D331-684861AF7D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336847" y="1169035"/>
            <a:ext cx="2802161" cy="171947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5AAB7B9B-7915-96EE-EADC-16EFC64CF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4C6D1C5-131B-53CC-F8E7-34895AF4A2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875E638-8E67-6627-CF65-10EAED0F6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11183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38FE23-5664-149B-669A-3ED527740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CD354177-F610-0BE6-5414-33C6A1744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BB214AF9-A457-EB84-696C-3C54EDE27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016118D-8CFA-1588-03BD-D0721E0F9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26675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F5F5EF8-B157-D6D1-2A8F-63F710C322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549B839-F7B4-9AF6-D53B-9048306D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56E5F18-4C72-86B9-719C-D5B08F4EB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22450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840FEC-1407-737F-2879-77F103E89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010" y="213360"/>
            <a:ext cx="2125866" cy="746760"/>
          </a:xfrm>
        </p:spPr>
        <p:txBody>
          <a:bodyPr anchor="b"/>
          <a:lstStyle>
            <a:lvl1pPr>
              <a:defRPr sz="807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B2A9285-96E5-5193-BC56-7E0706A170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02161" y="460799"/>
            <a:ext cx="3336846" cy="2274358"/>
          </a:xfrm>
        </p:spPr>
        <p:txBody>
          <a:bodyPr/>
          <a:lstStyle>
            <a:lvl1pPr>
              <a:defRPr sz="807"/>
            </a:lvl1pPr>
            <a:lvl2pPr>
              <a:defRPr sz="707"/>
            </a:lvl2pPr>
            <a:lvl3pPr>
              <a:defRPr sz="605"/>
            </a:lvl3pPr>
            <a:lvl4pPr>
              <a:defRPr sz="505"/>
            </a:lvl4pPr>
            <a:lvl5pPr>
              <a:defRPr sz="505"/>
            </a:lvl5pPr>
            <a:lvl6pPr>
              <a:defRPr sz="505"/>
            </a:lvl6pPr>
            <a:lvl7pPr>
              <a:defRPr sz="505"/>
            </a:lvl7pPr>
            <a:lvl8pPr>
              <a:defRPr sz="505"/>
            </a:lvl8pPr>
            <a:lvl9pPr>
              <a:defRPr sz="505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BF6815D-73E0-8107-7A4F-FB1E15135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4010" y="960120"/>
            <a:ext cx="2125866" cy="1778741"/>
          </a:xfrm>
        </p:spPr>
        <p:txBody>
          <a:bodyPr/>
          <a:lstStyle>
            <a:lvl1pPr marL="0" indent="0">
              <a:buNone/>
              <a:defRPr sz="404"/>
            </a:lvl1pPr>
            <a:lvl2pPr marL="115351" indent="0">
              <a:buNone/>
              <a:defRPr sz="353"/>
            </a:lvl2pPr>
            <a:lvl3pPr marL="230701" indent="0">
              <a:buNone/>
              <a:defRPr sz="303"/>
            </a:lvl3pPr>
            <a:lvl4pPr marL="346052" indent="0">
              <a:buNone/>
              <a:defRPr sz="252"/>
            </a:lvl4pPr>
            <a:lvl5pPr marL="461402" indent="0">
              <a:buNone/>
              <a:defRPr sz="252"/>
            </a:lvl5pPr>
            <a:lvl6pPr marL="576753" indent="0">
              <a:buNone/>
              <a:defRPr sz="252"/>
            </a:lvl6pPr>
            <a:lvl7pPr marL="692104" indent="0">
              <a:buNone/>
              <a:defRPr sz="252"/>
            </a:lvl7pPr>
            <a:lvl8pPr marL="807454" indent="0">
              <a:buNone/>
              <a:defRPr sz="252"/>
            </a:lvl8pPr>
            <a:lvl9pPr marL="922805" indent="0">
              <a:buNone/>
              <a:defRPr sz="252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18C5996-C385-1389-5CE7-1ED6629C0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566FC77-EF55-99EE-1B60-CC1DBF167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34430C5-8E02-6C34-EFCB-5685D3E13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7862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C6D41EE-1906-1FA0-908E-FC731D8604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010" y="213360"/>
            <a:ext cx="2125866" cy="746760"/>
          </a:xfrm>
        </p:spPr>
        <p:txBody>
          <a:bodyPr anchor="b"/>
          <a:lstStyle>
            <a:lvl1pPr>
              <a:defRPr sz="807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A8166C9-4CCF-7DCA-7DF7-747B652DBA19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2802161" y="460799"/>
            <a:ext cx="3336846" cy="2274358"/>
          </a:xfrm>
        </p:spPr>
        <p:txBody>
          <a:bodyPr/>
          <a:lstStyle>
            <a:lvl1pPr marL="0" indent="0">
              <a:buNone/>
              <a:defRPr sz="807"/>
            </a:lvl1pPr>
            <a:lvl2pPr marL="115351" indent="0">
              <a:buNone/>
              <a:defRPr sz="707"/>
            </a:lvl2pPr>
            <a:lvl3pPr marL="230701" indent="0">
              <a:buNone/>
              <a:defRPr sz="605"/>
            </a:lvl3pPr>
            <a:lvl4pPr marL="346052" indent="0">
              <a:buNone/>
              <a:defRPr sz="505"/>
            </a:lvl4pPr>
            <a:lvl5pPr marL="461402" indent="0">
              <a:buNone/>
              <a:defRPr sz="505"/>
            </a:lvl5pPr>
            <a:lvl6pPr marL="576753" indent="0">
              <a:buNone/>
              <a:defRPr sz="505"/>
            </a:lvl6pPr>
            <a:lvl7pPr marL="692104" indent="0">
              <a:buNone/>
              <a:defRPr sz="505"/>
            </a:lvl7pPr>
            <a:lvl8pPr marL="807454" indent="0">
              <a:buNone/>
              <a:defRPr sz="505"/>
            </a:lvl8pPr>
            <a:lvl9pPr marL="922805" indent="0">
              <a:buNone/>
              <a:defRPr sz="505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5495A99-5408-52C2-D9D4-FE92F5E1B8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4010" y="960120"/>
            <a:ext cx="2125866" cy="1778741"/>
          </a:xfrm>
        </p:spPr>
        <p:txBody>
          <a:bodyPr/>
          <a:lstStyle>
            <a:lvl1pPr marL="0" indent="0">
              <a:buNone/>
              <a:defRPr sz="404"/>
            </a:lvl1pPr>
            <a:lvl2pPr marL="115351" indent="0">
              <a:buNone/>
              <a:defRPr sz="353"/>
            </a:lvl2pPr>
            <a:lvl3pPr marL="230701" indent="0">
              <a:buNone/>
              <a:defRPr sz="303"/>
            </a:lvl3pPr>
            <a:lvl4pPr marL="346052" indent="0">
              <a:buNone/>
              <a:defRPr sz="252"/>
            </a:lvl4pPr>
            <a:lvl5pPr marL="461402" indent="0">
              <a:buNone/>
              <a:defRPr sz="252"/>
            </a:lvl5pPr>
            <a:lvl6pPr marL="576753" indent="0">
              <a:buNone/>
              <a:defRPr sz="252"/>
            </a:lvl6pPr>
            <a:lvl7pPr marL="692104" indent="0">
              <a:buNone/>
              <a:defRPr sz="252"/>
            </a:lvl7pPr>
            <a:lvl8pPr marL="807454" indent="0">
              <a:buNone/>
              <a:defRPr sz="252"/>
            </a:lvl8pPr>
            <a:lvl9pPr marL="922805" indent="0">
              <a:buNone/>
              <a:defRPr sz="252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09097DF-A1C2-5D5A-EEA8-054C872B3B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2A6476B-D8BF-D6E8-4B07-0AD6722995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172DB46-E862-5B1D-5671-614044411C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75662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64FC48-7F91-AA97-FA73-DCD116F6D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C1C0E51-CF7F-CB48-CA05-66A11F1E3F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DAE1E48-881A-010C-97E8-BD1AF8BCD7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90394B8-E7D5-C652-7670-BE5037EB4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F3425D-50A3-4B0F-6164-CAD0539F4C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01401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F3DEB65-6B9A-6EB3-385D-3D5C6143FAB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4716900" y="170392"/>
            <a:ext cx="1421249" cy="2712191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D5E71E3-6BFF-5A1A-B25F-4B9996644A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453152" y="170392"/>
            <a:ext cx="4181356" cy="2712191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82B7F3E-7F38-8663-488F-4A26ED83A5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0DB63-4F77-4091-A4E7-5235D19CF263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638B1EA-6E8D-049E-547F-919E067161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59E19D4-17B5-8291-8ACC-0CCBC4846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4039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A7D7CC80-4E61-69D7-4FB5-7EC8DE72E5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152" y="170392"/>
            <a:ext cx="5684996" cy="6185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1916793-B82C-C5DA-E446-4CCCE5A810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3152" y="851959"/>
            <a:ext cx="5684996" cy="20306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D18DC4A-03BF-F738-26DC-4F33338502E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53153" y="2966297"/>
            <a:ext cx="1483043" cy="1703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0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D0DB63-4F77-4091-A4E7-5235D19CF263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EBF259-2BE2-9F39-7AC3-B03CB294C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183368" y="2966297"/>
            <a:ext cx="2224564" cy="1703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0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1330D9F-4642-B905-5148-02FCAB1E86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655106" y="2966297"/>
            <a:ext cx="1483043" cy="1703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0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C467FB9-5809-42A4-B328-F206CEA58F3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85236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230701" rtl="0" eaLnBrk="1" latinLnBrk="0" hangingPunct="1">
        <a:lnSpc>
          <a:spcPct val="90000"/>
        </a:lnSpc>
        <a:spcBef>
          <a:spcPct val="0"/>
        </a:spcBef>
        <a:buNone/>
        <a:defRPr sz="111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7675" indent="-57675" algn="l" defTabSz="230701" rtl="0" eaLnBrk="1" latinLnBrk="0" hangingPunct="1">
        <a:lnSpc>
          <a:spcPct val="90000"/>
        </a:lnSpc>
        <a:spcBef>
          <a:spcPts val="252"/>
        </a:spcBef>
        <a:buFont typeface="Arial" panose="020B0604020202020204" pitchFamily="34" charset="0"/>
        <a:buChar char="•"/>
        <a:defRPr sz="707" kern="1200">
          <a:solidFill>
            <a:schemeClr val="tx1"/>
          </a:solidFill>
          <a:latin typeface="+mn-lt"/>
          <a:ea typeface="+mn-ea"/>
          <a:cs typeface="+mn-cs"/>
        </a:defRPr>
      </a:lvl1pPr>
      <a:lvl2pPr marL="173026" indent="-57675" algn="l" defTabSz="230701" rtl="0" eaLnBrk="1" latinLnBrk="0" hangingPunct="1">
        <a:lnSpc>
          <a:spcPct val="90000"/>
        </a:lnSpc>
        <a:spcBef>
          <a:spcPts val="126"/>
        </a:spcBef>
        <a:buFont typeface="Arial" panose="020B0604020202020204" pitchFamily="34" charset="0"/>
        <a:buChar char="•"/>
        <a:defRPr sz="605" kern="1200">
          <a:solidFill>
            <a:schemeClr val="tx1"/>
          </a:solidFill>
          <a:latin typeface="+mn-lt"/>
          <a:ea typeface="+mn-ea"/>
          <a:cs typeface="+mn-cs"/>
        </a:defRPr>
      </a:lvl2pPr>
      <a:lvl3pPr marL="288377" indent="-57675" algn="l" defTabSz="230701" rtl="0" eaLnBrk="1" latinLnBrk="0" hangingPunct="1">
        <a:lnSpc>
          <a:spcPct val="90000"/>
        </a:lnSpc>
        <a:spcBef>
          <a:spcPts val="126"/>
        </a:spcBef>
        <a:buFont typeface="Arial" panose="020B0604020202020204" pitchFamily="34" charset="0"/>
        <a:buChar char="•"/>
        <a:defRPr sz="505" kern="1200">
          <a:solidFill>
            <a:schemeClr val="tx1"/>
          </a:solidFill>
          <a:latin typeface="+mn-lt"/>
          <a:ea typeface="+mn-ea"/>
          <a:cs typeface="+mn-cs"/>
        </a:defRPr>
      </a:lvl3pPr>
      <a:lvl4pPr marL="403727" indent="-57675" algn="l" defTabSz="230701" rtl="0" eaLnBrk="1" latinLnBrk="0" hangingPunct="1">
        <a:lnSpc>
          <a:spcPct val="90000"/>
        </a:lnSpc>
        <a:spcBef>
          <a:spcPts val="126"/>
        </a:spcBef>
        <a:buFont typeface="Arial" panose="020B0604020202020204" pitchFamily="34" charset="0"/>
        <a:buChar char="•"/>
        <a:defRPr sz="454" kern="1200">
          <a:solidFill>
            <a:schemeClr val="tx1"/>
          </a:solidFill>
          <a:latin typeface="+mn-lt"/>
          <a:ea typeface="+mn-ea"/>
          <a:cs typeface="+mn-cs"/>
        </a:defRPr>
      </a:lvl4pPr>
      <a:lvl5pPr marL="519078" indent="-57675" algn="l" defTabSz="230701" rtl="0" eaLnBrk="1" latinLnBrk="0" hangingPunct="1">
        <a:lnSpc>
          <a:spcPct val="90000"/>
        </a:lnSpc>
        <a:spcBef>
          <a:spcPts val="126"/>
        </a:spcBef>
        <a:buFont typeface="Arial" panose="020B0604020202020204" pitchFamily="34" charset="0"/>
        <a:buChar char="•"/>
        <a:defRPr sz="454" kern="1200">
          <a:solidFill>
            <a:schemeClr val="tx1"/>
          </a:solidFill>
          <a:latin typeface="+mn-lt"/>
          <a:ea typeface="+mn-ea"/>
          <a:cs typeface="+mn-cs"/>
        </a:defRPr>
      </a:lvl5pPr>
      <a:lvl6pPr marL="634429" indent="-57675" algn="l" defTabSz="230701" rtl="0" eaLnBrk="1" latinLnBrk="0" hangingPunct="1">
        <a:lnSpc>
          <a:spcPct val="90000"/>
        </a:lnSpc>
        <a:spcBef>
          <a:spcPts val="126"/>
        </a:spcBef>
        <a:buFont typeface="Arial" panose="020B0604020202020204" pitchFamily="34" charset="0"/>
        <a:buChar char="•"/>
        <a:defRPr sz="454" kern="1200">
          <a:solidFill>
            <a:schemeClr val="tx1"/>
          </a:solidFill>
          <a:latin typeface="+mn-lt"/>
          <a:ea typeface="+mn-ea"/>
          <a:cs typeface="+mn-cs"/>
        </a:defRPr>
      </a:lvl6pPr>
      <a:lvl7pPr marL="749779" indent="-57675" algn="l" defTabSz="230701" rtl="0" eaLnBrk="1" latinLnBrk="0" hangingPunct="1">
        <a:lnSpc>
          <a:spcPct val="90000"/>
        </a:lnSpc>
        <a:spcBef>
          <a:spcPts val="126"/>
        </a:spcBef>
        <a:buFont typeface="Arial" panose="020B0604020202020204" pitchFamily="34" charset="0"/>
        <a:buChar char="•"/>
        <a:defRPr sz="454" kern="1200">
          <a:solidFill>
            <a:schemeClr val="tx1"/>
          </a:solidFill>
          <a:latin typeface="+mn-lt"/>
          <a:ea typeface="+mn-ea"/>
          <a:cs typeface="+mn-cs"/>
        </a:defRPr>
      </a:lvl7pPr>
      <a:lvl8pPr marL="865130" indent="-57675" algn="l" defTabSz="230701" rtl="0" eaLnBrk="1" latinLnBrk="0" hangingPunct="1">
        <a:lnSpc>
          <a:spcPct val="90000"/>
        </a:lnSpc>
        <a:spcBef>
          <a:spcPts val="126"/>
        </a:spcBef>
        <a:buFont typeface="Arial" panose="020B0604020202020204" pitchFamily="34" charset="0"/>
        <a:buChar char="•"/>
        <a:defRPr sz="454" kern="1200">
          <a:solidFill>
            <a:schemeClr val="tx1"/>
          </a:solidFill>
          <a:latin typeface="+mn-lt"/>
          <a:ea typeface="+mn-ea"/>
          <a:cs typeface="+mn-cs"/>
        </a:defRPr>
      </a:lvl8pPr>
      <a:lvl9pPr marL="980481" indent="-57675" algn="l" defTabSz="230701" rtl="0" eaLnBrk="1" latinLnBrk="0" hangingPunct="1">
        <a:lnSpc>
          <a:spcPct val="90000"/>
        </a:lnSpc>
        <a:spcBef>
          <a:spcPts val="126"/>
        </a:spcBef>
        <a:buFont typeface="Arial" panose="020B0604020202020204" pitchFamily="34" charset="0"/>
        <a:buChar char="•"/>
        <a:defRPr sz="45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1pPr>
      <a:lvl2pPr marL="115351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2pPr>
      <a:lvl3pPr marL="230701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3pPr>
      <a:lvl4pPr marL="346052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4pPr>
      <a:lvl5pPr marL="461402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5pPr>
      <a:lvl6pPr marL="576753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6pPr>
      <a:lvl7pPr marL="692104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7pPr>
      <a:lvl8pPr marL="807454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8pPr>
      <a:lvl9pPr marL="922805" algn="l" defTabSz="230701" rtl="0" eaLnBrk="1" latinLnBrk="0" hangingPunct="1">
        <a:defRPr sz="45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0_87494B8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1_51427666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7ABE86B6-7A0D-35D7-E858-EE04E598F97B}"/>
              </a:ext>
            </a:extLst>
          </p:cNvPr>
          <p:cNvSpPr txBox="1"/>
          <p:nvPr/>
        </p:nvSpPr>
        <p:spPr>
          <a:xfrm rot="16200000">
            <a:off x="0" y="1492250"/>
            <a:ext cx="724557" cy="1138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740">
                <a:solidFill>
                  <a:srgbClr val="263746"/>
                </a:solidFill>
                <a:latin typeface="Arial" panose="020B0604020202020204" pitchFamily="34" charset="0"/>
              </a:rPr>
              <a:t>Success rate (%)</a:t>
            </a:r>
            <a:endParaRPr lang="zh-CN" altLang="en-US" sz="74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D5A1EBB-14EF-75CD-1487-547BA26E2E3E}"/>
              </a:ext>
            </a:extLst>
          </p:cNvPr>
          <p:cNvSpPr txBox="1"/>
          <p:nvPr/>
        </p:nvSpPr>
        <p:spPr>
          <a:xfrm>
            <a:off x="520700" y="2730500"/>
            <a:ext cx="49694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0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6AEFAD42-181C-F344-48AC-A1F535535565}"/>
              </a:ext>
            </a:extLst>
          </p:cNvPr>
          <p:cNvCxnSpPr/>
          <p:nvPr/>
        </p:nvCxnSpPr>
        <p:spPr>
          <a:xfrm>
            <a:off x="889000" y="2181225"/>
            <a:ext cx="3657600" cy="0"/>
          </a:xfrm>
          <a:prstGeom prst="line">
            <a:avLst/>
          </a:prstGeom>
          <a:ln w="6985">
            <a:solidFill>
              <a:srgbClr val="DFE5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本框 4">
            <a:extLst>
              <a:ext uri="{FF2B5EF4-FFF2-40B4-BE49-F238E27FC236}">
                <a16:creationId xmlns:a16="http://schemas.microsoft.com/office/drawing/2014/main" id="{B2ECEA17-B744-F06C-7E37-10D7ACE9AA45}"/>
              </a:ext>
            </a:extLst>
          </p:cNvPr>
          <p:cNvSpPr txBox="1"/>
          <p:nvPr/>
        </p:nvSpPr>
        <p:spPr>
          <a:xfrm>
            <a:off x="520700" y="2117725"/>
            <a:ext cx="99386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25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B2EDB084-F046-0B82-7ECE-7C8D731A06BD}"/>
              </a:ext>
            </a:extLst>
          </p:cNvPr>
          <p:cNvCxnSpPr/>
          <p:nvPr/>
        </p:nvCxnSpPr>
        <p:spPr>
          <a:xfrm>
            <a:off x="889000" y="1568450"/>
            <a:ext cx="3657600" cy="0"/>
          </a:xfrm>
          <a:prstGeom prst="line">
            <a:avLst/>
          </a:prstGeom>
          <a:ln w="6985">
            <a:solidFill>
              <a:srgbClr val="DFE5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F794DF42-BCB9-2F85-891A-F618E96157E9}"/>
              </a:ext>
            </a:extLst>
          </p:cNvPr>
          <p:cNvSpPr txBox="1"/>
          <p:nvPr/>
        </p:nvSpPr>
        <p:spPr>
          <a:xfrm>
            <a:off x="520700" y="1504950"/>
            <a:ext cx="99386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50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22CD4649-5C98-4FC0-E917-97089D1B9FA3}"/>
              </a:ext>
            </a:extLst>
          </p:cNvPr>
          <p:cNvCxnSpPr/>
          <p:nvPr/>
        </p:nvCxnSpPr>
        <p:spPr>
          <a:xfrm>
            <a:off x="889000" y="955675"/>
            <a:ext cx="3657600" cy="0"/>
          </a:xfrm>
          <a:prstGeom prst="line">
            <a:avLst/>
          </a:prstGeom>
          <a:ln w="6985">
            <a:solidFill>
              <a:srgbClr val="DFE5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61464462-047D-231F-ED64-8033537B9CC1}"/>
              </a:ext>
            </a:extLst>
          </p:cNvPr>
          <p:cNvSpPr txBox="1"/>
          <p:nvPr/>
        </p:nvSpPr>
        <p:spPr>
          <a:xfrm>
            <a:off x="520700" y="892175"/>
            <a:ext cx="99386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75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0D383F6-147E-9F0D-B863-F527C1A32E12}"/>
              </a:ext>
            </a:extLst>
          </p:cNvPr>
          <p:cNvSpPr txBox="1"/>
          <p:nvPr/>
        </p:nvSpPr>
        <p:spPr>
          <a:xfrm>
            <a:off x="520700" y="279400"/>
            <a:ext cx="149080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100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D832CC10-598C-E17A-83E1-4B5452C46F70}"/>
              </a:ext>
            </a:extLst>
          </p:cNvPr>
          <p:cNvCxnSpPr/>
          <p:nvPr/>
        </p:nvCxnSpPr>
        <p:spPr>
          <a:xfrm>
            <a:off x="889000" y="342900"/>
            <a:ext cx="0" cy="2451100"/>
          </a:xfrm>
          <a:prstGeom prst="line">
            <a:avLst/>
          </a:prstGeom>
          <a:ln w="1016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B03693CE-3C9F-3AD4-FC34-B12A9395D86F}"/>
              </a:ext>
            </a:extLst>
          </p:cNvPr>
          <p:cNvCxnSpPr/>
          <p:nvPr/>
        </p:nvCxnSpPr>
        <p:spPr>
          <a:xfrm>
            <a:off x="889000" y="2794000"/>
            <a:ext cx="3657600" cy="0"/>
          </a:xfrm>
          <a:prstGeom prst="line">
            <a:avLst/>
          </a:prstGeom>
          <a:ln w="1016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7680E7D3-88B7-DA39-62F5-5D93D971E415}"/>
              </a:ext>
            </a:extLst>
          </p:cNvPr>
          <p:cNvCxnSpPr/>
          <p:nvPr/>
        </p:nvCxnSpPr>
        <p:spPr>
          <a:xfrm>
            <a:off x="889000" y="27940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88B0BECE-4B10-8340-BDF9-48B26B22012B}"/>
              </a:ext>
            </a:extLst>
          </p:cNvPr>
          <p:cNvSpPr txBox="1"/>
          <p:nvPr/>
        </p:nvSpPr>
        <p:spPr>
          <a:xfrm>
            <a:off x="825500" y="2844800"/>
            <a:ext cx="49694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1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082A566C-7F31-4103-4A43-0DDB383498F5}"/>
              </a:ext>
            </a:extLst>
          </p:cNvPr>
          <p:cNvCxnSpPr/>
          <p:nvPr/>
        </p:nvCxnSpPr>
        <p:spPr>
          <a:xfrm>
            <a:off x="1295400" y="27940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5E25FBCD-644F-E7BC-EE04-9C4BA03D357D}"/>
              </a:ext>
            </a:extLst>
          </p:cNvPr>
          <p:cNvCxnSpPr/>
          <p:nvPr/>
        </p:nvCxnSpPr>
        <p:spPr>
          <a:xfrm>
            <a:off x="1701800" y="27940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文本框 16">
            <a:extLst>
              <a:ext uri="{FF2B5EF4-FFF2-40B4-BE49-F238E27FC236}">
                <a16:creationId xmlns:a16="http://schemas.microsoft.com/office/drawing/2014/main" id="{AF3E9A13-FFBA-AEBF-6AB8-EAD2967CD36F}"/>
              </a:ext>
            </a:extLst>
          </p:cNvPr>
          <p:cNvSpPr txBox="1"/>
          <p:nvPr/>
        </p:nvSpPr>
        <p:spPr>
          <a:xfrm>
            <a:off x="1638300" y="2844800"/>
            <a:ext cx="49694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3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32772915-A2A4-977A-6FEC-4DF1D227D36E}"/>
              </a:ext>
            </a:extLst>
          </p:cNvPr>
          <p:cNvCxnSpPr/>
          <p:nvPr/>
        </p:nvCxnSpPr>
        <p:spPr>
          <a:xfrm>
            <a:off x="2108200" y="27940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50B61581-E7E3-B2FF-E89B-C1EDC1D618EF}"/>
              </a:ext>
            </a:extLst>
          </p:cNvPr>
          <p:cNvCxnSpPr/>
          <p:nvPr/>
        </p:nvCxnSpPr>
        <p:spPr>
          <a:xfrm>
            <a:off x="2514600" y="27940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16274E67-A902-AC0F-23A1-C9D435A19C96}"/>
              </a:ext>
            </a:extLst>
          </p:cNvPr>
          <p:cNvSpPr txBox="1"/>
          <p:nvPr/>
        </p:nvSpPr>
        <p:spPr>
          <a:xfrm>
            <a:off x="2451100" y="2844800"/>
            <a:ext cx="49694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5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B5722F66-778A-4CE9-1B00-397872CBCBD8}"/>
              </a:ext>
            </a:extLst>
          </p:cNvPr>
          <p:cNvCxnSpPr/>
          <p:nvPr/>
        </p:nvCxnSpPr>
        <p:spPr>
          <a:xfrm>
            <a:off x="2921000" y="27940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1C5AD3B4-FDAC-7050-9276-E8DD263C6CCF}"/>
              </a:ext>
            </a:extLst>
          </p:cNvPr>
          <p:cNvCxnSpPr/>
          <p:nvPr/>
        </p:nvCxnSpPr>
        <p:spPr>
          <a:xfrm>
            <a:off x="3327400" y="27940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21369FEB-C717-0C72-B802-71E5A40F476A}"/>
              </a:ext>
            </a:extLst>
          </p:cNvPr>
          <p:cNvSpPr txBox="1"/>
          <p:nvPr/>
        </p:nvSpPr>
        <p:spPr>
          <a:xfrm>
            <a:off x="3263900" y="2844800"/>
            <a:ext cx="49694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7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269491B9-6DAB-D209-7C0A-31EA9556DD37}"/>
              </a:ext>
            </a:extLst>
          </p:cNvPr>
          <p:cNvCxnSpPr/>
          <p:nvPr/>
        </p:nvCxnSpPr>
        <p:spPr>
          <a:xfrm>
            <a:off x="3733800" y="27940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67136FE3-4261-BDF6-CD19-46BAF3D620F2}"/>
              </a:ext>
            </a:extLst>
          </p:cNvPr>
          <p:cNvCxnSpPr/>
          <p:nvPr/>
        </p:nvCxnSpPr>
        <p:spPr>
          <a:xfrm>
            <a:off x="4140200" y="27940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F1129EF3-2167-1C02-547D-AB406F0C4C20}"/>
              </a:ext>
            </a:extLst>
          </p:cNvPr>
          <p:cNvCxnSpPr/>
          <p:nvPr/>
        </p:nvCxnSpPr>
        <p:spPr>
          <a:xfrm>
            <a:off x="4546600" y="2794000"/>
            <a:ext cx="0" cy="31750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24FAF393-1068-E18F-636B-202384A7F147}"/>
              </a:ext>
            </a:extLst>
          </p:cNvPr>
          <p:cNvSpPr txBox="1"/>
          <p:nvPr/>
        </p:nvSpPr>
        <p:spPr>
          <a:xfrm>
            <a:off x="4483100" y="2844800"/>
            <a:ext cx="99386" cy="107722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700">
                <a:solidFill>
                  <a:srgbClr val="5D6974"/>
                </a:solidFill>
                <a:latin typeface="Arial" panose="020B0604020202020204" pitchFamily="34" charset="0"/>
              </a:rPr>
              <a:t>10</a:t>
            </a:r>
            <a:endParaRPr lang="zh-CN" altLang="en-US" sz="700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E6639DE8-26A9-8D75-0A82-CA3D0183447E}"/>
              </a:ext>
            </a:extLst>
          </p:cNvPr>
          <p:cNvSpPr txBox="1"/>
          <p:nvPr/>
        </p:nvSpPr>
        <p:spPr>
          <a:xfrm>
            <a:off x="2057400" y="3009900"/>
            <a:ext cx="702115" cy="1138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740">
                <a:solidFill>
                  <a:srgbClr val="263746"/>
                </a:solidFill>
                <a:latin typeface="Arial" panose="020B0604020202020204" pitchFamily="34" charset="0"/>
              </a:rPr>
              <a:t>Charged attempts (K)</a:t>
            </a:r>
            <a:endParaRPr lang="zh-CN" altLang="en-US" sz="74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FE9E95AE-937A-B970-4BC8-5196C1B97914}"/>
              </a:ext>
            </a:extLst>
          </p:cNvPr>
          <p:cNvCxnSpPr/>
          <p:nvPr/>
        </p:nvCxnSpPr>
        <p:spPr>
          <a:xfrm flipV="1">
            <a:off x="889000" y="603073"/>
            <a:ext cx="406400" cy="164319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B045FC7A-8226-72DE-24A7-3F9F4BCC9294}"/>
              </a:ext>
            </a:extLst>
          </p:cNvPr>
          <p:cNvCxnSpPr/>
          <p:nvPr/>
        </p:nvCxnSpPr>
        <p:spPr>
          <a:xfrm flipV="1">
            <a:off x="1295400" y="534606"/>
            <a:ext cx="406400" cy="68467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BF0F490F-7075-9E58-D2B2-562D6D8FB617}"/>
              </a:ext>
            </a:extLst>
          </p:cNvPr>
          <p:cNvCxnSpPr/>
          <p:nvPr/>
        </p:nvCxnSpPr>
        <p:spPr>
          <a:xfrm>
            <a:off x="1701800" y="534606"/>
            <a:ext cx="406400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7EE41396-DC97-F324-D201-44286E86B00D}"/>
              </a:ext>
            </a:extLst>
          </p:cNvPr>
          <p:cNvCxnSpPr/>
          <p:nvPr/>
        </p:nvCxnSpPr>
        <p:spPr>
          <a:xfrm flipV="1">
            <a:off x="2108200" y="520913"/>
            <a:ext cx="406400" cy="13693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5D8A270C-48D7-6CF2-0FB7-52133830121F}"/>
              </a:ext>
            </a:extLst>
          </p:cNvPr>
          <p:cNvCxnSpPr/>
          <p:nvPr/>
        </p:nvCxnSpPr>
        <p:spPr>
          <a:xfrm>
            <a:off x="2514600" y="520913"/>
            <a:ext cx="406400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93250853-33EA-FEB5-F83A-CDE8D0E4624C}"/>
              </a:ext>
            </a:extLst>
          </p:cNvPr>
          <p:cNvCxnSpPr/>
          <p:nvPr/>
        </p:nvCxnSpPr>
        <p:spPr>
          <a:xfrm flipV="1">
            <a:off x="2921000" y="507220"/>
            <a:ext cx="406400" cy="13693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94968EBF-634C-CBAB-C04D-49D56B679C88}"/>
              </a:ext>
            </a:extLst>
          </p:cNvPr>
          <p:cNvCxnSpPr/>
          <p:nvPr/>
        </p:nvCxnSpPr>
        <p:spPr>
          <a:xfrm>
            <a:off x="3327400" y="507220"/>
            <a:ext cx="406400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6804425D-657B-694E-0B69-CBBDF086BD36}"/>
              </a:ext>
            </a:extLst>
          </p:cNvPr>
          <p:cNvCxnSpPr/>
          <p:nvPr/>
        </p:nvCxnSpPr>
        <p:spPr>
          <a:xfrm>
            <a:off x="3733800" y="507220"/>
            <a:ext cx="406400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275DA01E-57EF-A919-722C-F17A1B2A5CA5}"/>
              </a:ext>
            </a:extLst>
          </p:cNvPr>
          <p:cNvCxnSpPr/>
          <p:nvPr/>
        </p:nvCxnSpPr>
        <p:spPr>
          <a:xfrm>
            <a:off x="4140200" y="507220"/>
            <a:ext cx="406400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椭圆 37">
            <a:extLst>
              <a:ext uri="{FF2B5EF4-FFF2-40B4-BE49-F238E27FC236}">
                <a16:creationId xmlns:a16="http://schemas.microsoft.com/office/drawing/2014/main" id="{E3CC9944-F06A-B0B6-8D63-C9D3AC6DB289}"/>
              </a:ext>
            </a:extLst>
          </p:cNvPr>
          <p:cNvSpPr/>
          <p:nvPr/>
        </p:nvSpPr>
        <p:spPr>
          <a:xfrm>
            <a:off x="866775" y="745167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31D9EB3F-2B78-2174-6FCE-6A02E393237B}"/>
              </a:ext>
            </a:extLst>
          </p:cNvPr>
          <p:cNvSpPr/>
          <p:nvPr/>
        </p:nvSpPr>
        <p:spPr>
          <a:xfrm>
            <a:off x="1273175" y="580848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1B9D2A71-23CE-8C92-0D60-7D48695AB90E}"/>
              </a:ext>
            </a:extLst>
          </p:cNvPr>
          <p:cNvSpPr/>
          <p:nvPr/>
        </p:nvSpPr>
        <p:spPr>
          <a:xfrm>
            <a:off x="1679575" y="512381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A538599B-6800-BA2E-211F-9C590C262DDE}"/>
              </a:ext>
            </a:extLst>
          </p:cNvPr>
          <p:cNvSpPr/>
          <p:nvPr/>
        </p:nvSpPr>
        <p:spPr>
          <a:xfrm>
            <a:off x="2085975" y="512381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97C6FA00-5224-EA5A-0C42-CC506FBFE294}"/>
              </a:ext>
            </a:extLst>
          </p:cNvPr>
          <p:cNvSpPr/>
          <p:nvPr/>
        </p:nvSpPr>
        <p:spPr>
          <a:xfrm>
            <a:off x="2492375" y="498688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8DB38CDE-82C2-9117-AA62-8F2AE9E48267}"/>
              </a:ext>
            </a:extLst>
          </p:cNvPr>
          <p:cNvSpPr/>
          <p:nvPr/>
        </p:nvSpPr>
        <p:spPr>
          <a:xfrm>
            <a:off x="2898775" y="498688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664A721F-26BD-9AF1-F240-B09EDF930826}"/>
              </a:ext>
            </a:extLst>
          </p:cNvPr>
          <p:cNvSpPr/>
          <p:nvPr/>
        </p:nvSpPr>
        <p:spPr>
          <a:xfrm>
            <a:off x="3305175" y="484995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219749E8-5D8E-4A20-BB1B-C2984AB3BB51}"/>
              </a:ext>
            </a:extLst>
          </p:cNvPr>
          <p:cNvSpPr/>
          <p:nvPr/>
        </p:nvSpPr>
        <p:spPr>
          <a:xfrm>
            <a:off x="3711575" y="484995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8535A7B9-8E87-AFAB-0A6F-0480912F5C90}"/>
              </a:ext>
            </a:extLst>
          </p:cNvPr>
          <p:cNvSpPr/>
          <p:nvPr/>
        </p:nvSpPr>
        <p:spPr>
          <a:xfrm>
            <a:off x="4117975" y="484995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FAF906A2-DE76-BC9D-E117-497314E75044}"/>
              </a:ext>
            </a:extLst>
          </p:cNvPr>
          <p:cNvSpPr/>
          <p:nvPr/>
        </p:nvSpPr>
        <p:spPr>
          <a:xfrm>
            <a:off x="4524375" y="484995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B9DCE4D0-FF1A-4DD5-20B8-FA9D246A9761}"/>
              </a:ext>
            </a:extLst>
          </p:cNvPr>
          <p:cNvCxnSpPr/>
          <p:nvPr/>
        </p:nvCxnSpPr>
        <p:spPr>
          <a:xfrm flipV="1">
            <a:off x="889000" y="657846"/>
            <a:ext cx="406400" cy="191706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396883FF-26DA-8FCD-E133-6AF7A567C684}"/>
              </a:ext>
            </a:extLst>
          </p:cNvPr>
          <p:cNvCxnSpPr/>
          <p:nvPr/>
        </p:nvCxnSpPr>
        <p:spPr>
          <a:xfrm flipV="1">
            <a:off x="1295400" y="589379"/>
            <a:ext cx="406400" cy="68467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DA9E3561-4F09-E8E7-449E-769DA7C72B96}"/>
              </a:ext>
            </a:extLst>
          </p:cNvPr>
          <p:cNvCxnSpPr/>
          <p:nvPr/>
        </p:nvCxnSpPr>
        <p:spPr>
          <a:xfrm flipV="1">
            <a:off x="1701800" y="575686"/>
            <a:ext cx="406400" cy="13693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507439F7-5BC8-4178-68E1-D798377DC120}"/>
              </a:ext>
            </a:extLst>
          </p:cNvPr>
          <p:cNvCxnSpPr/>
          <p:nvPr/>
        </p:nvCxnSpPr>
        <p:spPr>
          <a:xfrm flipV="1">
            <a:off x="2108200" y="561993"/>
            <a:ext cx="406400" cy="13693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23BC678F-2373-223C-E3A7-8355FCF11DCF}"/>
              </a:ext>
            </a:extLst>
          </p:cNvPr>
          <p:cNvCxnSpPr/>
          <p:nvPr/>
        </p:nvCxnSpPr>
        <p:spPr>
          <a:xfrm flipV="1">
            <a:off x="2514600" y="548299"/>
            <a:ext cx="406400" cy="13694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278ECB66-33DB-C0F4-D39B-EC944F28AC85}"/>
              </a:ext>
            </a:extLst>
          </p:cNvPr>
          <p:cNvCxnSpPr/>
          <p:nvPr/>
        </p:nvCxnSpPr>
        <p:spPr>
          <a:xfrm flipV="1">
            <a:off x="2921000" y="534606"/>
            <a:ext cx="406400" cy="13693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C1896A2F-9F1E-BF38-C073-7F74E29B88AD}"/>
              </a:ext>
            </a:extLst>
          </p:cNvPr>
          <p:cNvCxnSpPr/>
          <p:nvPr/>
        </p:nvCxnSpPr>
        <p:spPr>
          <a:xfrm>
            <a:off x="3327400" y="534606"/>
            <a:ext cx="406400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37EA25B5-3435-8C1E-4DED-468251A2A44C}"/>
              </a:ext>
            </a:extLst>
          </p:cNvPr>
          <p:cNvCxnSpPr/>
          <p:nvPr/>
        </p:nvCxnSpPr>
        <p:spPr>
          <a:xfrm>
            <a:off x="3733800" y="534606"/>
            <a:ext cx="406400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3BA63DBA-5380-B324-30B5-F7573BA6851B}"/>
              </a:ext>
            </a:extLst>
          </p:cNvPr>
          <p:cNvCxnSpPr/>
          <p:nvPr/>
        </p:nvCxnSpPr>
        <p:spPr>
          <a:xfrm>
            <a:off x="4140200" y="534606"/>
            <a:ext cx="406400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矩形 56">
            <a:extLst>
              <a:ext uri="{FF2B5EF4-FFF2-40B4-BE49-F238E27FC236}">
                <a16:creationId xmlns:a16="http://schemas.microsoft.com/office/drawing/2014/main" id="{EB813CD0-2401-DECE-84EB-AF55E0C5E2F1}"/>
              </a:ext>
            </a:extLst>
          </p:cNvPr>
          <p:cNvSpPr/>
          <p:nvPr/>
        </p:nvSpPr>
        <p:spPr>
          <a:xfrm>
            <a:off x="866775" y="827327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650AF3B7-1A05-A27E-1688-E2237AEBB2BB}"/>
              </a:ext>
            </a:extLst>
          </p:cNvPr>
          <p:cNvSpPr/>
          <p:nvPr/>
        </p:nvSpPr>
        <p:spPr>
          <a:xfrm>
            <a:off x="1273175" y="635621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AE52683B-5223-1611-1675-F03102B33AF6}"/>
              </a:ext>
            </a:extLst>
          </p:cNvPr>
          <p:cNvSpPr/>
          <p:nvPr/>
        </p:nvSpPr>
        <p:spPr>
          <a:xfrm>
            <a:off x="1679575" y="567154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D244F78E-AF50-5224-21AB-C776FE253C3C}"/>
              </a:ext>
            </a:extLst>
          </p:cNvPr>
          <p:cNvSpPr/>
          <p:nvPr/>
        </p:nvSpPr>
        <p:spPr>
          <a:xfrm>
            <a:off x="2085975" y="553461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FAE5D35B-F6E7-3E4C-2A73-77A14A4F0904}"/>
              </a:ext>
            </a:extLst>
          </p:cNvPr>
          <p:cNvSpPr/>
          <p:nvPr/>
        </p:nvSpPr>
        <p:spPr>
          <a:xfrm>
            <a:off x="2492375" y="539768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7D4E656C-C376-685F-B47C-8BD73655AEC1}"/>
              </a:ext>
            </a:extLst>
          </p:cNvPr>
          <p:cNvSpPr/>
          <p:nvPr/>
        </p:nvSpPr>
        <p:spPr>
          <a:xfrm>
            <a:off x="2898775" y="526074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C5815858-5619-E330-11D9-4527C1E5ACCD}"/>
              </a:ext>
            </a:extLst>
          </p:cNvPr>
          <p:cNvSpPr/>
          <p:nvPr/>
        </p:nvSpPr>
        <p:spPr>
          <a:xfrm>
            <a:off x="3305175" y="512381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10F031F1-2F64-2B93-2346-15E9C4A95818}"/>
              </a:ext>
            </a:extLst>
          </p:cNvPr>
          <p:cNvSpPr/>
          <p:nvPr/>
        </p:nvSpPr>
        <p:spPr>
          <a:xfrm>
            <a:off x="3711575" y="512381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D38FD7FD-FF90-5B81-D1C0-F68FBC4A95E7}"/>
              </a:ext>
            </a:extLst>
          </p:cNvPr>
          <p:cNvSpPr/>
          <p:nvPr/>
        </p:nvSpPr>
        <p:spPr>
          <a:xfrm>
            <a:off x="4117975" y="512381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A4FF253A-A034-4B11-6E42-5C3D40B80E15}"/>
              </a:ext>
            </a:extLst>
          </p:cNvPr>
          <p:cNvSpPr/>
          <p:nvPr/>
        </p:nvSpPr>
        <p:spPr>
          <a:xfrm>
            <a:off x="4524375" y="512381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66898612-7160-3317-A01D-3F16E0D10A57}"/>
              </a:ext>
            </a:extLst>
          </p:cNvPr>
          <p:cNvCxnSpPr/>
          <p:nvPr/>
        </p:nvCxnSpPr>
        <p:spPr>
          <a:xfrm flipV="1">
            <a:off x="889000" y="767392"/>
            <a:ext cx="406400" cy="191706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DF6F0CBE-1E6C-FB07-4410-BFAF822F9325}"/>
              </a:ext>
            </a:extLst>
          </p:cNvPr>
          <p:cNvCxnSpPr/>
          <p:nvPr/>
        </p:nvCxnSpPr>
        <p:spPr>
          <a:xfrm flipV="1">
            <a:off x="1295400" y="671539"/>
            <a:ext cx="406400" cy="95853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81BEA790-3578-FBD9-A233-1E51DCE9B445}"/>
              </a:ext>
            </a:extLst>
          </p:cNvPr>
          <p:cNvCxnSpPr/>
          <p:nvPr/>
        </p:nvCxnSpPr>
        <p:spPr>
          <a:xfrm flipV="1">
            <a:off x="1701800" y="657846"/>
            <a:ext cx="406400" cy="13693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F904868D-3C36-E328-7B28-5FB24350CF20}"/>
              </a:ext>
            </a:extLst>
          </p:cNvPr>
          <p:cNvCxnSpPr/>
          <p:nvPr/>
        </p:nvCxnSpPr>
        <p:spPr>
          <a:xfrm flipV="1">
            <a:off x="2108200" y="644152"/>
            <a:ext cx="406400" cy="13694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4EE3B4EA-826F-3C45-75F1-E84628B776BF}"/>
              </a:ext>
            </a:extLst>
          </p:cNvPr>
          <p:cNvCxnSpPr/>
          <p:nvPr/>
        </p:nvCxnSpPr>
        <p:spPr>
          <a:xfrm flipV="1">
            <a:off x="2514600" y="630459"/>
            <a:ext cx="406400" cy="13693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DF8A8F5C-7CF8-26C5-3395-5B2FD2BE217F}"/>
              </a:ext>
            </a:extLst>
          </p:cNvPr>
          <p:cNvCxnSpPr/>
          <p:nvPr/>
        </p:nvCxnSpPr>
        <p:spPr>
          <a:xfrm flipV="1">
            <a:off x="2921000" y="616766"/>
            <a:ext cx="406400" cy="13693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DCD90CC3-F9F6-6B7A-F8C0-982FAAD2EDC9}"/>
              </a:ext>
            </a:extLst>
          </p:cNvPr>
          <p:cNvCxnSpPr/>
          <p:nvPr/>
        </p:nvCxnSpPr>
        <p:spPr>
          <a:xfrm>
            <a:off x="3327400" y="616766"/>
            <a:ext cx="406400" cy="0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392CD572-7378-E800-87BB-2F395381DEBC}"/>
              </a:ext>
            </a:extLst>
          </p:cNvPr>
          <p:cNvCxnSpPr/>
          <p:nvPr/>
        </p:nvCxnSpPr>
        <p:spPr>
          <a:xfrm>
            <a:off x="3733800" y="616766"/>
            <a:ext cx="406400" cy="0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DC7DBCFD-326B-D655-B9A9-54A4241CFE3A}"/>
              </a:ext>
            </a:extLst>
          </p:cNvPr>
          <p:cNvCxnSpPr/>
          <p:nvPr/>
        </p:nvCxnSpPr>
        <p:spPr>
          <a:xfrm>
            <a:off x="4140200" y="616766"/>
            <a:ext cx="406400" cy="0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椭圆 75">
            <a:extLst>
              <a:ext uri="{FF2B5EF4-FFF2-40B4-BE49-F238E27FC236}">
                <a16:creationId xmlns:a16="http://schemas.microsoft.com/office/drawing/2014/main" id="{864A6638-0C4D-553E-977F-9C5CC9484350}"/>
              </a:ext>
            </a:extLst>
          </p:cNvPr>
          <p:cNvSpPr/>
          <p:nvPr/>
        </p:nvSpPr>
        <p:spPr>
          <a:xfrm>
            <a:off x="866775" y="936873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7" name="椭圆 76">
            <a:extLst>
              <a:ext uri="{FF2B5EF4-FFF2-40B4-BE49-F238E27FC236}">
                <a16:creationId xmlns:a16="http://schemas.microsoft.com/office/drawing/2014/main" id="{997AD8F5-53BA-7A5C-CFE7-FE3FED932F85}"/>
              </a:ext>
            </a:extLst>
          </p:cNvPr>
          <p:cNvSpPr/>
          <p:nvPr/>
        </p:nvSpPr>
        <p:spPr>
          <a:xfrm>
            <a:off x="1273175" y="745167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AEBB6548-D0DE-C629-E5DB-E3C79FCAA472}"/>
              </a:ext>
            </a:extLst>
          </p:cNvPr>
          <p:cNvSpPr/>
          <p:nvPr/>
        </p:nvSpPr>
        <p:spPr>
          <a:xfrm>
            <a:off x="1679575" y="649314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椭圆 78">
            <a:extLst>
              <a:ext uri="{FF2B5EF4-FFF2-40B4-BE49-F238E27FC236}">
                <a16:creationId xmlns:a16="http://schemas.microsoft.com/office/drawing/2014/main" id="{25686062-63DD-595E-B311-0960BD57B2F7}"/>
              </a:ext>
            </a:extLst>
          </p:cNvPr>
          <p:cNvSpPr/>
          <p:nvPr/>
        </p:nvSpPr>
        <p:spPr>
          <a:xfrm>
            <a:off x="2085975" y="635621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0" name="椭圆 79">
            <a:extLst>
              <a:ext uri="{FF2B5EF4-FFF2-40B4-BE49-F238E27FC236}">
                <a16:creationId xmlns:a16="http://schemas.microsoft.com/office/drawing/2014/main" id="{C3696AA3-B870-970C-69CB-62CD50A662C7}"/>
              </a:ext>
            </a:extLst>
          </p:cNvPr>
          <p:cNvSpPr/>
          <p:nvPr/>
        </p:nvSpPr>
        <p:spPr>
          <a:xfrm>
            <a:off x="2492375" y="621927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椭圆 80">
            <a:extLst>
              <a:ext uri="{FF2B5EF4-FFF2-40B4-BE49-F238E27FC236}">
                <a16:creationId xmlns:a16="http://schemas.microsoft.com/office/drawing/2014/main" id="{0A579803-5B58-3979-A83C-BD1F053A579A}"/>
              </a:ext>
            </a:extLst>
          </p:cNvPr>
          <p:cNvSpPr/>
          <p:nvPr/>
        </p:nvSpPr>
        <p:spPr>
          <a:xfrm>
            <a:off x="2898775" y="608234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椭圆 81">
            <a:extLst>
              <a:ext uri="{FF2B5EF4-FFF2-40B4-BE49-F238E27FC236}">
                <a16:creationId xmlns:a16="http://schemas.microsoft.com/office/drawing/2014/main" id="{508766D8-3A6D-101D-0988-D21D33528A03}"/>
              </a:ext>
            </a:extLst>
          </p:cNvPr>
          <p:cNvSpPr/>
          <p:nvPr/>
        </p:nvSpPr>
        <p:spPr>
          <a:xfrm>
            <a:off x="3305175" y="594541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C9849E02-4FBC-97F6-4E31-A745624B02B2}"/>
              </a:ext>
            </a:extLst>
          </p:cNvPr>
          <p:cNvSpPr/>
          <p:nvPr/>
        </p:nvSpPr>
        <p:spPr>
          <a:xfrm>
            <a:off x="3711575" y="594541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" name="椭圆 83">
            <a:extLst>
              <a:ext uri="{FF2B5EF4-FFF2-40B4-BE49-F238E27FC236}">
                <a16:creationId xmlns:a16="http://schemas.microsoft.com/office/drawing/2014/main" id="{D3B7F456-3091-ED99-7275-C549D5B8B2E0}"/>
              </a:ext>
            </a:extLst>
          </p:cNvPr>
          <p:cNvSpPr/>
          <p:nvPr/>
        </p:nvSpPr>
        <p:spPr>
          <a:xfrm>
            <a:off x="4117975" y="594541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椭圆 84">
            <a:extLst>
              <a:ext uri="{FF2B5EF4-FFF2-40B4-BE49-F238E27FC236}">
                <a16:creationId xmlns:a16="http://schemas.microsoft.com/office/drawing/2014/main" id="{EFCD1DD8-CE00-03CE-2DBE-2159E73A4A2E}"/>
              </a:ext>
            </a:extLst>
          </p:cNvPr>
          <p:cNvSpPr/>
          <p:nvPr/>
        </p:nvSpPr>
        <p:spPr>
          <a:xfrm>
            <a:off x="4524375" y="594541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23F0C6E4-6E6D-BB4D-1240-0ED8E14DFBB0}"/>
              </a:ext>
            </a:extLst>
          </p:cNvPr>
          <p:cNvCxnSpPr/>
          <p:nvPr/>
        </p:nvCxnSpPr>
        <p:spPr>
          <a:xfrm flipV="1">
            <a:off x="889000" y="863245"/>
            <a:ext cx="406400" cy="287559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82A8C123-4EC3-EA82-4FBC-E1CE7CE7F88A}"/>
              </a:ext>
            </a:extLst>
          </p:cNvPr>
          <p:cNvCxnSpPr/>
          <p:nvPr/>
        </p:nvCxnSpPr>
        <p:spPr>
          <a:xfrm flipV="1">
            <a:off x="1295400" y="740006"/>
            <a:ext cx="406400" cy="123239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AC3792D6-6CDF-6906-5EBA-9DECBB45F350}"/>
              </a:ext>
            </a:extLst>
          </p:cNvPr>
          <p:cNvCxnSpPr/>
          <p:nvPr/>
        </p:nvCxnSpPr>
        <p:spPr>
          <a:xfrm flipV="1">
            <a:off x="1701800" y="712619"/>
            <a:ext cx="406400" cy="27387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0FEA5AB6-1766-300E-B07C-A086739FB322}"/>
              </a:ext>
            </a:extLst>
          </p:cNvPr>
          <p:cNvCxnSpPr/>
          <p:nvPr/>
        </p:nvCxnSpPr>
        <p:spPr>
          <a:xfrm flipV="1">
            <a:off x="2108200" y="698926"/>
            <a:ext cx="406400" cy="13693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9776D9A0-C0A3-4ECF-6C55-8CC0DF6F2ECE}"/>
              </a:ext>
            </a:extLst>
          </p:cNvPr>
          <p:cNvCxnSpPr/>
          <p:nvPr/>
        </p:nvCxnSpPr>
        <p:spPr>
          <a:xfrm flipV="1">
            <a:off x="2514600" y="685232"/>
            <a:ext cx="406400" cy="13694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95B67EA7-1CA0-C515-7EBD-4ADC60CE83F5}"/>
              </a:ext>
            </a:extLst>
          </p:cNvPr>
          <p:cNvCxnSpPr/>
          <p:nvPr/>
        </p:nvCxnSpPr>
        <p:spPr>
          <a:xfrm flipV="1">
            <a:off x="2921000" y="671539"/>
            <a:ext cx="406400" cy="13693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F86466CA-3DDE-3836-9C95-A8D3094A5C1A}"/>
              </a:ext>
            </a:extLst>
          </p:cNvPr>
          <p:cNvCxnSpPr/>
          <p:nvPr/>
        </p:nvCxnSpPr>
        <p:spPr>
          <a:xfrm flipV="1">
            <a:off x="3327400" y="644152"/>
            <a:ext cx="406400" cy="27387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直接连接符 92">
            <a:extLst>
              <a:ext uri="{FF2B5EF4-FFF2-40B4-BE49-F238E27FC236}">
                <a16:creationId xmlns:a16="http://schemas.microsoft.com/office/drawing/2014/main" id="{2401DBF9-A339-F2B2-82F7-2EE06697DCBF}"/>
              </a:ext>
            </a:extLst>
          </p:cNvPr>
          <p:cNvCxnSpPr/>
          <p:nvPr/>
        </p:nvCxnSpPr>
        <p:spPr>
          <a:xfrm>
            <a:off x="3733800" y="644152"/>
            <a:ext cx="406400" cy="0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E2CEFB23-A0CD-9D60-D490-21DEC1512AA8}"/>
              </a:ext>
            </a:extLst>
          </p:cNvPr>
          <p:cNvCxnSpPr/>
          <p:nvPr/>
        </p:nvCxnSpPr>
        <p:spPr>
          <a:xfrm>
            <a:off x="4140200" y="644152"/>
            <a:ext cx="406400" cy="0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矩形 94">
            <a:extLst>
              <a:ext uri="{FF2B5EF4-FFF2-40B4-BE49-F238E27FC236}">
                <a16:creationId xmlns:a16="http://schemas.microsoft.com/office/drawing/2014/main" id="{66A9B720-5DA9-FFAA-C1DE-DB3F4E581004}"/>
              </a:ext>
            </a:extLst>
          </p:cNvPr>
          <p:cNvSpPr/>
          <p:nvPr/>
        </p:nvSpPr>
        <p:spPr>
          <a:xfrm>
            <a:off x="866775" y="1128579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12B51E84-64E2-5DBE-F804-8B8A511951E7}"/>
              </a:ext>
            </a:extLst>
          </p:cNvPr>
          <p:cNvSpPr/>
          <p:nvPr/>
        </p:nvSpPr>
        <p:spPr>
          <a:xfrm>
            <a:off x="1273175" y="841020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416158D8-5C05-7F23-A852-21693BCDF180}"/>
              </a:ext>
            </a:extLst>
          </p:cNvPr>
          <p:cNvSpPr/>
          <p:nvPr/>
        </p:nvSpPr>
        <p:spPr>
          <a:xfrm>
            <a:off x="1679575" y="717781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CD422926-552B-3586-6FA3-A78969861846}"/>
              </a:ext>
            </a:extLst>
          </p:cNvPr>
          <p:cNvSpPr/>
          <p:nvPr/>
        </p:nvSpPr>
        <p:spPr>
          <a:xfrm>
            <a:off x="2085975" y="690394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C95FA3FE-53FA-23D6-C701-74D27B61AD9C}"/>
              </a:ext>
            </a:extLst>
          </p:cNvPr>
          <p:cNvSpPr/>
          <p:nvPr/>
        </p:nvSpPr>
        <p:spPr>
          <a:xfrm>
            <a:off x="2492375" y="676701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" name="矩形 99">
            <a:extLst>
              <a:ext uri="{FF2B5EF4-FFF2-40B4-BE49-F238E27FC236}">
                <a16:creationId xmlns:a16="http://schemas.microsoft.com/office/drawing/2014/main" id="{B0B3FF7F-09EB-CDBF-6F78-77C560FBFA8F}"/>
              </a:ext>
            </a:extLst>
          </p:cNvPr>
          <p:cNvSpPr/>
          <p:nvPr/>
        </p:nvSpPr>
        <p:spPr>
          <a:xfrm>
            <a:off x="2898775" y="663007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" name="矩形 100">
            <a:extLst>
              <a:ext uri="{FF2B5EF4-FFF2-40B4-BE49-F238E27FC236}">
                <a16:creationId xmlns:a16="http://schemas.microsoft.com/office/drawing/2014/main" id="{20C0DB90-18FB-138D-D17E-D90344C0A21B}"/>
              </a:ext>
            </a:extLst>
          </p:cNvPr>
          <p:cNvSpPr/>
          <p:nvPr/>
        </p:nvSpPr>
        <p:spPr>
          <a:xfrm>
            <a:off x="3305175" y="649314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36A91051-0BFF-59D3-629F-59920D73EA70}"/>
              </a:ext>
            </a:extLst>
          </p:cNvPr>
          <p:cNvSpPr/>
          <p:nvPr/>
        </p:nvSpPr>
        <p:spPr>
          <a:xfrm>
            <a:off x="3711575" y="621927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396A154C-BA9A-5307-7E42-CAB8A603C6DE}"/>
              </a:ext>
            </a:extLst>
          </p:cNvPr>
          <p:cNvSpPr/>
          <p:nvPr/>
        </p:nvSpPr>
        <p:spPr>
          <a:xfrm>
            <a:off x="4117975" y="621927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27B83896-F532-04E7-452D-93DF872EF267}"/>
              </a:ext>
            </a:extLst>
          </p:cNvPr>
          <p:cNvSpPr/>
          <p:nvPr/>
        </p:nvSpPr>
        <p:spPr>
          <a:xfrm>
            <a:off x="4524375" y="621927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B586F92F-2DB5-7CD0-6A89-46E47DBECD5A}"/>
              </a:ext>
            </a:extLst>
          </p:cNvPr>
          <p:cNvCxnSpPr/>
          <p:nvPr/>
        </p:nvCxnSpPr>
        <p:spPr>
          <a:xfrm flipV="1">
            <a:off x="889000" y="1671150"/>
            <a:ext cx="406400" cy="150626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52541FD7-D2FB-F10E-776C-189BEAD3E9C3}"/>
              </a:ext>
            </a:extLst>
          </p:cNvPr>
          <p:cNvCxnSpPr/>
          <p:nvPr/>
        </p:nvCxnSpPr>
        <p:spPr>
          <a:xfrm flipV="1">
            <a:off x="1295400" y="1602683"/>
            <a:ext cx="406400" cy="68467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2474439C-EFD1-027C-14A6-0F4BEA8306E8}"/>
              </a:ext>
            </a:extLst>
          </p:cNvPr>
          <p:cNvCxnSpPr/>
          <p:nvPr/>
        </p:nvCxnSpPr>
        <p:spPr>
          <a:xfrm flipV="1">
            <a:off x="1701800" y="1575297"/>
            <a:ext cx="406400" cy="27386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92B9067A-F52F-156B-4607-FEA1D2F926E4}"/>
              </a:ext>
            </a:extLst>
          </p:cNvPr>
          <p:cNvCxnSpPr/>
          <p:nvPr/>
        </p:nvCxnSpPr>
        <p:spPr>
          <a:xfrm flipV="1">
            <a:off x="2108200" y="1561603"/>
            <a:ext cx="406400" cy="13694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ECCA7E0F-0D08-3B96-7889-3C1F9CE13C2B}"/>
              </a:ext>
            </a:extLst>
          </p:cNvPr>
          <p:cNvCxnSpPr/>
          <p:nvPr/>
        </p:nvCxnSpPr>
        <p:spPr>
          <a:xfrm flipV="1">
            <a:off x="2514600" y="1547910"/>
            <a:ext cx="406400" cy="13693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E1736B4C-8813-42D4-5180-9C1AB14E3C2B}"/>
              </a:ext>
            </a:extLst>
          </p:cNvPr>
          <p:cNvCxnSpPr/>
          <p:nvPr/>
        </p:nvCxnSpPr>
        <p:spPr>
          <a:xfrm>
            <a:off x="2921000" y="1547910"/>
            <a:ext cx="406400" cy="0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直接连接符 110">
            <a:extLst>
              <a:ext uri="{FF2B5EF4-FFF2-40B4-BE49-F238E27FC236}">
                <a16:creationId xmlns:a16="http://schemas.microsoft.com/office/drawing/2014/main" id="{6D596802-64D8-A9DD-D1A9-34B7BDDCF126}"/>
              </a:ext>
            </a:extLst>
          </p:cNvPr>
          <p:cNvCxnSpPr/>
          <p:nvPr/>
        </p:nvCxnSpPr>
        <p:spPr>
          <a:xfrm flipV="1">
            <a:off x="3327400" y="1534217"/>
            <a:ext cx="406400" cy="13693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直接连接符 111">
            <a:extLst>
              <a:ext uri="{FF2B5EF4-FFF2-40B4-BE49-F238E27FC236}">
                <a16:creationId xmlns:a16="http://schemas.microsoft.com/office/drawing/2014/main" id="{B12B2EC9-5FF5-E963-136F-1B7BC41FF382}"/>
              </a:ext>
            </a:extLst>
          </p:cNvPr>
          <p:cNvCxnSpPr/>
          <p:nvPr/>
        </p:nvCxnSpPr>
        <p:spPr>
          <a:xfrm>
            <a:off x="3733800" y="1534217"/>
            <a:ext cx="406400" cy="0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直接连接符 112">
            <a:extLst>
              <a:ext uri="{FF2B5EF4-FFF2-40B4-BE49-F238E27FC236}">
                <a16:creationId xmlns:a16="http://schemas.microsoft.com/office/drawing/2014/main" id="{3966969C-1F24-E63B-2F1E-99F7FF694165}"/>
              </a:ext>
            </a:extLst>
          </p:cNvPr>
          <p:cNvCxnSpPr/>
          <p:nvPr/>
        </p:nvCxnSpPr>
        <p:spPr>
          <a:xfrm flipV="1">
            <a:off x="4140200" y="1520523"/>
            <a:ext cx="406400" cy="13694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菱形 113">
            <a:extLst>
              <a:ext uri="{FF2B5EF4-FFF2-40B4-BE49-F238E27FC236}">
                <a16:creationId xmlns:a16="http://schemas.microsoft.com/office/drawing/2014/main" id="{8E2BF9D5-4CA6-0412-BDC6-1DF799486931}"/>
              </a:ext>
            </a:extLst>
          </p:cNvPr>
          <p:cNvSpPr/>
          <p:nvPr/>
        </p:nvSpPr>
        <p:spPr>
          <a:xfrm>
            <a:off x="866775" y="1799551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菱形 114">
            <a:extLst>
              <a:ext uri="{FF2B5EF4-FFF2-40B4-BE49-F238E27FC236}">
                <a16:creationId xmlns:a16="http://schemas.microsoft.com/office/drawing/2014/main" id="{98FD87F1-0FC2-2706-4656-D1B4261BF336}"/>
              </a:ext>
            </a:extLst>
          </p:cNvPr>
          <p:cNvSpPr/>
          <p:nvPr/>
        </p:nvSpPr>
        <p:spPr>
          <a:xfrm>
            <a:off x="1273175" y="1648925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6" name="菱形 115">
            <a:extLst>
              <a:ext uri="{FF2B5EF4-FFF2-40B4-BE49-F238E27FC236}">
                <a16:creationId xmlns:a16="http://schemas.microsoft.com/office/drawing/2014/main" id="{DECED120-DFE0-0C87-F77A-5F7872803645}"/>
              </a:ext>
            </a:extLst>
          </p:cNvPr>
          <p:cNvSpPr/>
          <p:nvPr/>
        </p:nvSpPr>
        <p:spPr>
          <a:xfrm>
            <a:off x="1679575" y="1580458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菱形 116">
            <a:extLst>
              <a:ext uri="{FF2B5EF4-FFF2-40B4-BE49-F238E27FC236}">
                <a16:creationId xmlns:a16="http://schemas.microsoft.com/office/drawing/2014/main" id="{F20F0F15-9026-04E4-DC10-7BDBB491F6B4}"/>
              </a:ext>
            </a:extLst>
          </p:cNvPr>
          <p:cNvSpPr/>
          <p:nvPr/>
        </p:nvSpPr>
        <p:spPr>
          <a:xfrm>
            <a:off x="2085975" y="1553072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8" name="菱形 117">
            <a:extLst>
              <a:ext uri="{FF2B5EF4-FFF2-40B4-BE49-F238E27FC236}">
                <a16:creationId xmlns:a16="http://schemas.microsoft.com/office/drawing/2014/main" id="{E8BC42AD-9F05-57FB-FC42-66B4ED7D53CF}"/>
              </a:ext>
            </a:extLst>
          </p:cNvPr>
          <p:cNvSpPr/>
          <p:nvPr/>
        </p:nvSpPr>
        <p:spPr>
          <a:xfrm>
            <a:off x="2492375" y="1539378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9" name="菱形 118">
            <a:extLst>
              <a:ext uri="{FF2B5EF4-FFF2-40B4-BE49-F238E27FC236}">
                <a16:creationId xmlns:a16="http://schemas.microsoft.com/office/drawing/2014/main" id="{479A77E8-9D0F-DE1C-9AE3-68795A3C84BD}"/>
              </a:ext>
            </a:extLst>
          </p:cNvPr>
          <p:cNvSpPr/>
          <p:nvPr/>
        </p:nvSpPr>
        <p:spPr>
          <a:xfrm>
            <a:off x="2898775" y="1525685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0" name="菱形 119">
            <a:extLst>
              <a:ext uri="{FF2B5EF4-FFF2-40B4-BE49-F238E27FC236}">
                <a16:creationId xmlns:a16="http://schemas.microsoft.com/office/drawing/2014/main" id="{956CE303-A2EF-128C-1FAE-8B6F5476A115}"/>
              </a:ext>
            </a:extLst>
          </p:cNvPr>
          <p:cNvSpPr/>
          <p:nvPr/>
        </p:nvSpPr>
        <p:spPr>
          <a:xfrm>
            <a:off x="3305175" y="1525685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1" name="菱形 120">
            <a:extLst>
              <a:ext uri="{FF2B5EF4-FFF2-40B4-BE49-F238E27FC236}">
                <a16:creationId xmlns:a16="http://schemas.microsoft.com/office/drawing/2014/main" id="{5B983FB5-C50E-FAF4-7CD1-9FE4F1BFC18F}"/>
              </a:ext>
            </a:extLst>
          </p:cNvPr>
          <p:cNvSpPr/>
          <p:nvPr/>
        </p:nvSpPr>
        <p:spPr>
          <a:xfrm>
            <a:off x="3711575" y="1511992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2" name="菱形 121">
            <a:extLst>
              <a:ext uri="{FF2B5EF4-FFF2-40B4-BE49-F238E27FC236}">
                <a16:creationId xmlns:a16="http://schemas.microsoft.com/office/drawing/2014/main" id="{581A305C-455C-CD37-DCAC-D410B61F67C1}"/>
              </a:ext>
            </a:extLst>
          </p:cNvPr>
          <p:cNvSpPr/>
          <p:nvPr/>
        </p:nvSpPr>
        <p:spPr>
          <a:xfrm>
            <a:off x="4117975" y="1511992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3" name="菱形 122">
            <a:extLst>
              <a:ext uri="{FF2B5EF4-FFF2-40B4-BE49-F238E27FC236}">
                <a16:creationId xmlns:a16="http://schemas.microsoft.com/office/drawing/2014/main" id="{486A2A85-FDC8-F312-DB61-11E5C0A6788D}"/>
              </a:ext>
            </a:extLst>
          </p:cNvPr>
          <p:cNvSpPr/>
          <p:nvPr/>
        </p:nvSpPr>
        <p:spPr>
          <a:xfrm>
            <a:off x="4524375" y="1498298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24" name="直接连接符 123">
            <a:extLst>
              <a:ext uri="{FF2B5EF4-FFF2-40B4-BE49-F238E27FC236}">
                <a16:creationId xmlns:a16="http://schemas.microsoft.com/office/drawing/2014/main" id="{9EA0A013-364C-43AC-6379-D3970A40659D}"/>
              </a:ext>
            </a:extLst>
          </p:cNvPr>
          <p:cNvCxnSpPr/>
          <p:nvPr/>
        </p:nvCxnSpPr>
        <p:spPr>
          <a:xfrm>
            <a:off x="4826000" y="558800"/>
            <a:ext cx="254000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椭圆 124">
            <a:extLst>
              <a:ext uri="{FF2B5EF4-FFF2-40B4-BE49-F238E27FC236}">
                <a16:creationId xmlns:a16="http://schemas.microsoft.com/office/drawing/2014/main" id="{900B6567-0BFE-291E-165F-EA57EDD341BB}"/>
              </a:ext>
            </a:extLst>
          </p:cNvPr>
          <p:cNvSpPr/>
          <p:nvPr/>
        </p:nvSpPr>
        <p:spPr>
          <a:xfrm>
            <a:off x="4930775" y="536575"/>
            <a:ext cx="44450" cy="44450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6" name="文本框 125">
            <a:extLst>
              <a:ext uri="{FF2B5EF4-FFF2-40B4-BE49-F238E27FC236}">
                <a16:creationId xmlns:a16="http://schemas.microsoft.com/office/drawing/2014/main" id="{EC8ACDDF-0ADE-84F1-DA76-C07982A6E2BD}"/>
              </a:ext>
            </a:extLst>
          </p:cNvPr>
          <p:cNvSpPr txBox="1"/>
          <p:nvPr/>
        </p:nvSpPr>
        <p:spPr>
          <a:xfrm>
            <a:off x="5168900" y="482600"/>
            <a:ext cx="418384" cy="11849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770">
                <a:solidFill>
                  <a:srgbClr val="263746"/>
                </a:solidFill>
                <a:latin typeface="Arial" panose="020B0604020202020204" pitchFamily="34" charset="0"/>
              </a:rPr>
              <a:t>Find · GT</a:t>
            </a:r>
            <a:endParaRPr lang="zh-CN" altLang="en-US" sz="77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27" name="直接连接符 126">
            <a:extLst>
              <a:ext uri="{FF2B5EF4-FFF2-40B4-BE49-F238E27FC236}">
                <a16:creationId xmlns:a16="http://schemas.microsoft.com/office/drawing/2014/main" id="{C9615E6A-F224-B9A9-F9A9-759222B863F3}"/>
              </a:ext>
            </a:extLst>
          </p:cNvPr>
          <p:cNvCxnSpPr/>
          <p:nvPr/>
        </p:nvCxnSpPr>
        <p:spPr>
          <a:xfrm>
            <a:off x="4826000" y="767080"/>
            <a:ext cx="254000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矩形 127">
            <a:extLst>
              <a:ext uri="{FF2B5EF4-FFF2-40B4-BE49-F238E27FC236}">
                <a16:creationId xmlns:a16="http://schemas.microsoft.com/office/drawing/2014/main" id="{4E09B35F-79A6-243A-9442-2688BAFA5791}"/>
              </a:ext>
            </a:extLst>
          </p:cNvPr>
          <p:cNvSpPr/>
          <p:nvPr/>
        </p:nvSpPr>
        <p:spPr>
          <a:xfrm>
            <a:off x="4930775" y="744855"/>
            <a:ext cx="44450" cy="44450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9" name="文本框 128">
            <a:extLst>
              <a:ext uri="{FF2B5EF4-FFF2-40B4-BE49-F238E27FC236}">
                <a16:creationId xmlns:a16="http://schemas.microsoft.com/office/drawing/2014/main" id="{81B43E7B-B640-6278-419F-40EF838A11D9}"/>
              </a:ext>
            </a:extLst>
          </p:cNvPr>
          <p:cNvSpPr txBox="1"/>
          <p:nvPr/>
        </p:nvSpPr>
        <p:spPr>
          <a:xfrm>
            <a:off x="5168900" y="690880"/>
            <a:ext cx="743793" cy="11849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770">
                <a:solidFill>
                  <a:srgbClr val="263746"/>
                </a:solidFill>
                <a:latin typeface="Arial" panose="020B0604020202020204" pitchFamily="34" charset="0"/>
              </a:rPr>
              <a:t>Find+Match · GT</a:t>
            </a:r>
            <a:endParaRPr lang="zh-CN" altLang="en-US" sz="77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30" name="直接连接符 129">
            <a:extLst>
              <a:ext uri="{FF2B5EF4-FFF2-40B4-BE49-F238E27FC236}">
                <a16:creationId xmlns:a16="http://schemas.microsoft.com/office/drawing/2014/main" id="{6D363524-1827-FDAF-665F-85B85D9CA1A1}"/>
              </a:ext>
            </a:extLst>
          </p:cNvPr>
          <p:cNvCxnSpPr/>
          <p:nvPr/>
        </p:nvCxnSpPr>
        <p:spPr>
          <a:xfrm>
            <a:off x="4826000" y="975360"/>
            <a:ext cx="254000" cy="0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椭圆 130">
            <a:extLst>
              <a:ext uri="{FF2B5EF4-FFF2-40B4-BE49-F238E27FC236}">
                <a16:creationId xmlns:a16="http://schemas.microsoft.com/office/drawing/2014/main" id="{7E89FE76-636B-A1DB-E4D4-470F67DC4491}"/>
              </a:ext>
            </a:extLst>
          </p:cNvPr>
          <p:cNvSpPr/>
          <p:nvPr/>
        </p:nvSpPr>
        <p:spPr>
          <a:xfrm>
            <a:off x="4930775" y="953135"/>
            <a:ext cx="44450" cy="44450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9E1F3E03-FF1E-E1C3-0030-32030524DA36}"/>
              </a:ext>
            </a:extLst>
          </p:cNvPr>
          <p:cNvSpPr txBox="1"/>
          <p:nvPr/>
        </p:nvSpPr>
        <p:spPr>
          <a:xfrm>
            <a:off x="5168900" y="899160"/>
            <a:ext cx="471283" cy="11849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770">
                <a:solidFill>
                  <a:srgbClr val="263746"/>
                </a:solidFill>
                <a:latin typeface="Arial" panose="020B0604020202020204" pitchFamily="34" charset="0"/>
              </a:rPr>
              <a:t>Find · CA2</a:t>
            </a:r>
            <a:endParaRPr lang="zh-CN" altLang="en-US" sz="77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ACFF948F-A24F-8873-2B7A-EF6F0EDC2B6D}"/>
              </a:ext>
            </a:extLst>
          </p:cNvPr>
          <p:cNvCxnSpPr/>
          <p:nvPr/>
        </p:nvCxnSpPr>
        <p:spPr>
          <a:xfrm>
            <a:off x="4826000" y="1183640"/>
            <a:ext cx="254000" cy="0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矩形 133">
            <a:extLst>
              <a:ext uri="{FF2B5EF4-FFF2-40B4-BE49-F238E27FC236}">
                <a16:creationId xmlns:a16="http://schemas.microsoft.com/office/drawing/2014/main" id="{F241B9CC-7454-298D-99E7-F450D68D4DE3}"/>
              </a:ext>
            </a:extLst>
          </p:cNvPr>
          <p:cNvSpPr/>
          <p:nvPr/>
        </p:nvSpPr>
        <p:spPr>
          <a:xfrm>
            <a:off x="4930775" y="1161415"/>
            <a:ext cx="44450" cy="44450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5" name="文本框 134">
            <a:extLst>
              <a:ext uri="{FF2B5EF4-FFF2-40B4-BE49-F238E27FC236}">
                <a16:creationId xmlns:a16="http://schemas.microsoft.com/office/drawing/2014/main" id="{04FEA176-EC7A-2054-8859-AE8DEAF2E6BB}"/>
              </a:ext>
            </a:extLst>
          </p:cNvPr>
          <p:cNvSpPr txBox="1"/>
          <p:nvPr/>
        </p:nvSpPr>
        <p:spPr>
          <a:xfrm>
            <a:off x="5168900" y="1107440"/>
            <a:ext cx="796693" cy="11849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770">
                <a:solidFill>
                  <a:srgbClr val="263746"/>
                </a:solidFill>
                <a:latin typeface="Arial" panose="020B0604020202020204" pitchFamily="34" charset="0"/>
              </a:rPr>
              <a:t>Find+Match · CA2</a:t>
            </a:r>
            <a:endParaRPr lang="zh-CN" altLang="en-US" sz="77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36" name="直接连接符 135">
            <a:extLst>
              <a:ext uri="{FF2B5EF4-FFF2-40B4-BE49-F238E27FC236}">
                <a16:creationId xmlns:a16="http://schemas.microsoft.com/office/drawing/2014/main" id="{8E7D2398-03EB-A742-FBC7-3B36CCEA23A5}"/>
              </a:ext>
            </a:extLst>
          </p:cNvPr>
          <p:cNvCxnSpPr/>
          <p:nvPr/>
        </p:nvCxnSpPr>
        <p:spPr>
          <a:xfrm>
            <a:off x="4826000" y="1391920"/>
            <a:ext cx="254000" cy="0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菱形 136">
            <a:extLst>
              <a:ext uri="{FF2B5EF4-FFF2-40B4-BE49-F238E27FC236}">
                <a16:creationId xmlns:a16="http://schemas.microsoft.com/office/drawing/2014/main" id="{AF8EAD9B-99BA-68FE-8BFF-AF233A8177B4}"/>
              </a:ext>
            </a:extLst>
          </p:cNvPr>
          <p:cNvSpPr/>
          <p:nvPr/>
        </p:nvSpPr>
        <p:spPr>
          <a:xfrm>
            <a:off x="4930775" y="1369695"/>
            <a:ext cx="44450" cy="44450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8" name="文本框 137">
            <a:extLst>
              <a:ext uri="{FF2B5EF4-FFF2-40B4-BE49-F238E27FC236}">
                <a16:creationId xmlns:a16="http://schemas.microsoft.com/office/drawing/2014/main" id="{66CA47C2-A127-9C1C-46F6-24ADD90CA158}"/>
              </a:ext>
            </a:extLst>
          </p:cNvPr>
          <p:cNvSpPr txBox="1"/>
          <p:nvPr/>
        </p:nvSpPr>
        <p:spPr>
          <a:xfrm>
            <a:off x="5168900" y="1315720"/>
            <a:ext cx="636393" cy="11849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770">
                <a:solidFill>
                  <a:srgbClr val="263746"/>
                </a:solidFill>
                <a:latin typeface="Arial" panose="020B0604020202020204" pitchFamily="34" charset="0"/>
              </a:rPr>
              <a:t>Emap2lig-Find</a:t>
            </a:r>
            <a:endParaRPr lang="zh-CN" altLang="en-US" sz="770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9727618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7D628937-719C-B429-830A-B015D53DD90D}"/>
              </a:ext>
            </a:extLst>
          </p:cNvPr>
          <p:cNvSpPr txBox="1"/>
          <p:nvPr/>
        </p:nvSpPr>
        <p:spPr>
          <a:xfrm>
            <a:off x="1409296" y="67773"/>
            <a:ext cx="41678" cy="91243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593" b="1">
                <a:solidFill>
                  <a:srgbClr val="263746"/>
                </a:solidFill>
                <a:latin typeface="Arial" panose="020B0604020202020204" pitchFamily="34" charset="0"/>
              </a:rPr>
              <a:t>a</a:t>
            </a:r>
            <a:endParaRPr lang="zh-CN" altLang="en-US" sz="593" b="1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C2289090-3065-F9DC-AC12-C92D01030C3E}"/>
              </a:ext>
            </a:extLst>
          </p:cNvPr>
          <p:cNvSpPr txBox="1"/>
          <p:nvPr/>
        </p:nvSpPr>
        <p:spPr>
          <a:xfrm>
            <a:off x="1544843" y="75303"/>
            <a:ext cx="660437" cy="7662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98" b="1">
                <a:solidFill>
                  <a:srgbClr val="263746"/>
                </a:solidFill>
                <a:latin typeface="Arial" panose="020B0604020202020204" pitchFamily="34" charset="0"/>
              </a:rPr>
              <a:t>Detection and identity</a:t>
            </a:r>
            <a:endParaRPr lang="zh-CN" altLang="en-US" sz="498" b="1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13CBAC4-F603-0F66-6D3D-C90353556E44}"/>
              </a:ext>
            </a:extLst>
          </p:cNvPr>
          <p:cNvSpPr txBox="1"/>
          <p:nvPr/>
        </p:nvSpPr>
        <p:spPr>
          <a:xfrm rot="16200000">
            <a:off x="1338325" y="523330"/>
            <a:ext cx="436018" cy="67583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39">
                <a:solidFill>
                  <a:srgbClr val="263746"/>
                </a:solidFill>
                <a:latin typeface="Arial" panose="020B0604020202020204" pitchFamily="34" charset="0"/>
              </a:rPr>
              <a:t>Success rate (%)</a:t>
            </a:r>
            <a:endParaRPr lang="zh-CN" altLang="en-US" sz="439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EE3CBFA-865F-B274-6CF2-4ED0AAA15591}"/>
              </a:ext>
            </a:extLst>
          </p:cNvPr>
          <p:cNvSpPr txBox="1"/>
          <p:nvPr/>
        </p:nvSpPr>
        <p:spPr>
          <a:xfrm>
            <a:off x="1650880" y="828339"/>
            <a:ext cx="28854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0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B2B34A4F-7C49-849F-FD20-579D0ED63633}"/>
              </a:ext>
            </a:extLst>
          </p:cNvPr>
          <p:cNvCxnSpPr/>
          <p:nvPr/>
        </p:nvCxnSpPr>
        <p:spPr>
          <a:xfrm>
            <a:off x="1868648" y="717266"/>
            <a:ext cx="2168742" cy="0"/>
          </a:xfrm>
          <a:prstGeom prst="line">
            <a:avLst/>
          </a:prstGeom>
          <a:ln w="6985">
            <a:solidFill>
              <a:srgbClr val="DFE5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B373756C-6BFA-349E-3E0C-9374AE52DF59}"/>
              </a:ext>
            </a:extLst>
          </p:cNvPr>
          <p:cNvSpPr txBox="1"/>
          <p:nvPr/>
        </p:nvSpPr>
        <p:spPr>
          <a:xfrm>
            <a:off x="1651489" y="679614"/>
            <a:ext cx="57709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25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F91BA9E8-35B1-0EA6-6890-489CA4F2F2FC}"/>
              </a:ext>
            </a:extLst>
          </p:cNvPr>
          <p:cNvCxnSpPr/>
          <p:nvPr/>
        </p:nvCxnSpPr>
        <p:spPr>
          <a:xfrm>
            <a:off x="1868648" y="568542"/>
            <a:ext cx="2168742" cy="0"/>
          </a:xfrm>
          <a:prstGeom prst="line">
            <a:avLst/>
          </a:prstGeom>
          <a:ln w="6985">
            <a:solidFill>
              <a:srgbClr val="DFE5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B45A7577-C4A0-565F-E536-0EAA31703096}"/>
              </a:ext>
            </a:extLst>
          </p:cNvPr>
          <p:cNvSpPr txBox="1"/>
          <p:nvPr/>
        </p:nvSpPr>
        <p:spPr>
          <a:xfrm>
            <a:off x="1651489" y="530890"/>
            <a:ext cx="57709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50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4F4C6766-5BAE-5517-3AB7-25150A7CAE06}"/>
              </a:ext>
            </a:extLst>
          </p:cNvPr>
          <p:cNvCxnSpPr/>
          <p:nvPr/>
        </p:nvCxnSpPr>
        <p:spPr>
          <a:xfrm>
            <a:off x="1868648" y="419817"/>
            <a:ext cx="2168742" cy="0"/>
          </a:xfrm>
          <a:prstGeom prst="line">
            <a:avLst/>
          </a:prstGeom>
          <a:ln w="6985">
            <a:solidFill>
              <a:srgbClr val="DFE5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18B00AC9-D94D-5E7D-CC84-DDE7F9D41695}"/>
              </a:ext>
            </a:extLst>
          </p:cNvPr>
          <p:cNvSpPr txBox="1"/>
          <p:nvPr/>
        </p:nvSpPr>
        <p:spPr>
          <a:xfrm>
            <a:off x="1651489" y="382165"/>
            <a:ext cx="57709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75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4A85EA6-6001-37D4-9CAF-6FA7ECB3402E}"/>
              </a:ext>
            </a:extLst>
          </p:cNvPr>
          <p:cNvSpPr txBox="1"/>
          <p:nvPr/>
        </p:nvSpPr>
        <p:spPr>
          <a:xfrm>
            <a:off x="1652101" y="233441"/>
            <a:ext cx="86562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100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F360CBFA-DE21-9532-862A-D70114FA7AFA}"/>
              </a:ext>
            </a:extLst>
          </p:cNvPr>
          <p:cNvCxnSpPr/>
          <p:nvPr/>
        </p:nvCxnSpPr>
        <p:spPr>
          <a:xfrm>
            <a:off x="1868648" y="271093"/>
            <a:ext cx="0" cy="594898"/>
          </a:xfrm>
          <a:prstGeom prst="line">
            <a:avLst/>
          </a:prstGeom>
          <a:ln w="1016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C9331F40-09F1-1CC4-5978-5324A35ECA87}"/>
              </a:ext>
            </a:extLst>
          </p:cNvPr>
          <p:cNvCxnSpPr/>
          <p:nvPr/>
        </p:nvCxnSpPr>
        <p:spPr>
          <a:xfrm>
            <a:off x="1868648" y="865991"/>
            <a:ext cx="2168742" cy="0"/>
          </a:xfrm>
          <a:prstGeom prst="line">
            <a:avLst/>
          </a:prstGeom>
          <a:ln w="1016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90AF724-0D9A-E817-62C1-9DA5A13DEA74}"/>
              </a:ext>
            </a:extLst>
          </p:cNvPr>
          <p:cNvCxnSpPr/>
          <p:nvPr/>
        </p:nvCxnSpPr>
        <p:spPr>
          <a:xfrm>
            <a:off x="1868648" y="865991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4D18BAFD-0A64-9EA4-30C1-F162949F4B71}"/>
              </a:ext>
            </a:extLst>
          </p:cNvPr>
          <p:cNvSpPr txBox="1"/>
          <p:nvPr/>
        </p:nvSpPr>
        <p:spPr>
          <a:xfrm>
            <a:off x="1831303" y="896112"/>
            <a:ext cx="28854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1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6AD3331-A611-EF0F-8230-CC6536751EA1}"/>
              </a:ext>
            </a:extLst>
          </p:cNvPr>
          <p:cNvCxnSpPr/>
          <p:nvPr/>
        </p:nvCxnSpPr>
        <p:spPr>
          <a:xfrm>
            <a:off x="2109619" y="865991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7998F21C-5E75-82C9-C9C6-98ECDFD18039}"/>
              </a:ext>
            </a:extLst>
          </p:cNvPr>
          <p:cNvCxnSpPr/>
          <p:nvPr/>
        </p:nvCxnSpPr>
        <p:spPr>
          <a:xfrm>
            <a:off x="2350591" y="865991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97FD6C4E-73C4-A13B-E5A7-2A51C660D3B1}"/>
              </a:ext>
            </a:extLst>
          </p:cNvPr>
          <p:cNvSpPr txBox="1"/>
          <p:nvPr/>
        </p:nvSpPr>
        <p:spPr>
          <a:xfrm>
            <a:off x="2313245" y="896112"/>
            <a:ext cx="28854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3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43D872ED-0685-C8E3-0C8D-C8D99C8F29C0}"/>
              </a:ext>
            </a:extLst>
          </p:cNvPr>
          <p:cNvCxnSpPr/>
          <p:nvPr/>
        </p:nvCxnSpPr>
        <p:spPr>
          <a:xfrm>
            <a:off x="2591562" y="865991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8B4015AE-F1E8-2ABA-7644-8BA0F50BA69B}"/>
              </a:ext>
            </a:extLst>
          </p:cNvPr>
          <p:cNvCxnSpPr/>
          <p:nvPr/>
        </p:nvCxnSpPr>
        <p:spPr>
          <a:xfrm>
            <a:off x="2832533" y="865991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本框 21">
            <a:extLst>
              <a:ext uri="{FF2B5EF4-FFF2-40B4-BE49-F238E27FC236}">
                <a16:creationId xmlns:a16="http://schemas.microsoft.com/office/drawing/2014/main" id="{DDDADF82-CD04-DB4D-396C-A1C93C06B8C4}"/>
              </a:ext>
            </a:extLst>
          </p:cNvPr>
          <p:cNvSpPr txBox="1"/>
          <p:nvPr/>
        </p:nvSpPr>
        <p:spPr>
          <a:xfrm>
            <a:off x="2795188" y="896112"/>
            <a:ext cx="28854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5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684A09A7-F856-CE2A-827D-07458E943A48}"/>
              </a:ext>
            </a:extLst>
          </p:cNvPr>
          <p:cNvCxnSpPr/>
          <p:nvPr/>
        </p:nvCxnSpPr>
        <p:spPr>
          <a:xfrm>
            <a:off x="3073505" y="865991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CE445788-CC29-7E45-83B8-AB5DF4193412}"/>
              </a:ext>
            </a:extLst>
          </p:cNvPr>
          <p:cNvCxnSpPr/>
          <p:nvPr/>
        </p:nvCxnSpPr>
        <p:spPr>
          <a:xfrm>
            <a:off x="3314476" y="865991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AA8B6C6F-1F89-A729-F002-E6066C1F66EB}"/>
              </a:ext>
            </a:extLst>
          </p:cNvPr>
          <p:cNvSpPr txBox="1"/>
          <p:nvPr/>
        </p:nvSpPr>
        <p:spPr>
          <a:xfrm>
            <a:off x="3277130" y="896112"/>
            <a:ext cx="28854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7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CCEB6DB9-7D5E-0291-5C65-8B9927F004CD}"/>
              </a:ext>
            </a:extLst>
          </p:cNvPr>
          <p:cNvCxnSpPr/>
          <p:nvPr/>
        </p:nvCxnSpPr>
        <p:spPr>
          <a:xfrm>
            <a:off x="3555447" y="865991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AC9388A7-AA39-F03F-A40B-6632B21281CE}"/>
              </a:ext>
            </a:extLst>
          </p:cNvPr>
          <p:cNvCxnSpPr/>
          <p:nvPr/>
        </p:nvCxnSpPr>
        <p:spPr>
          <a:xfrm>
            <a:off x="3796418" y="865991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32BB2D58-6CC9-BF61-B49F-6A54F4BCC8EF}"/>
              </a:ext>
            </a:extLst>
          </p:cNvPr>
          <p:cNvCxnSpPr/>
          <p:nvPr/>
        </p:nvCxnSpPr>
        <p:spPr>
          <a:xfrm>
            <a:off x="4037390" y="865991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本框 28">
            <a:extLst>
              <a:ext uri="{FF2B5EF4-FFF2-40B4-BE49-F238E27FC236}">
                <a16:creationId xmlns:a16="http://schemas.microsoft.com/office/drawing/2014/main" id="{D1220D42-7046-18E5-3375-5DF1BE8ACFA5}"/>
              </a:ext>
            </a:extLst>
          </p:cNvPr>
          <p:cNvSpPr txBox="1"/>
          <p:nvPr/>
        </p:nvSpPr>
        <p:spPr>
          <a:xfrm>
            <a:off x="4000349" y="896112"/>
            <a:ext cx="57709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10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BAF4E961-4CAE-E166-48BF-0D65F3B9452C}"/>
              </a:ext>
            </a:extLst>
          </p:cNvPr>
          <p:cNvSpPr txBox="1"/>
          <p:nvPr/>
        </p:nvSpPr>
        <p:spPr>
          <a:xfrm>
            <a:off x="2496285" y="994007"/>
            <a:ext cx="546625" cy="67583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39">
                <a:solidFill>
                  <a:srgbClr val="263746"/>
                </a:solidFill>
                <a:latin typeface="Arial" panose="020B0604020202020204" pitchFamily="34" charset="0"/>
              </a:rPr>
              <a:t>Charged attempts (K)</a:t>
            </a:r>
            <a:endParaRPr lang="zh-CN" altLang="en-US" sz="439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8BE03791-2A6F-D34C-5A9F-93F8F61B2AE7}"/>
              </a:ext>
            </a:extLst>
          </p:cNvPr>
          <p:cNvCxnSpPr/>
          <p:nvPr/>
        </p:nvCxnSpPr>
        <p:spPr>
          <a:xfrm flipV="1">
            <a:off x="1868648" y="356079"/>
            <a:ext cx="240971" cy="15451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AD1285FA-B73B-BA2D-CD76-BDD57793147C}"/>
              </a:ext>
            </a:extLst>
          </p:cNvPr>
          <p:cNvCxnSpPr/>
          <p:nvPr/>
        </p:nvCxnSpPr>
        <p:spPr>
          <a:xfrm>
            <a:off x="2109620" y="356078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1081DB69-E84D-26E8-7593-BEFF98EEAA4B}"/>
              </a:ext>
            </a:extLst>
          </p:cNvPr>
          <p:cNvCxnSpPr/>
          <p:nvPr/>
        </p:nvCxnSpPr>
        <p:spPr>
          <a:xfrm flipV="1">
            <a:off x="2350591" y="348352"/>
            <a:ext cx="240971" cy="7726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F512B012-C084-6756-B07E-1E31E398A504}"/>
              </a:ext>
            </a:extLst>
          </p:cNvPr>
          <p:cNvCxnSpPr/>
          <p:nvPr/>
        </p:nvCxnSpPr>
        <p:spPr>
          <a:xfrm flipV="1">
            <a:off x="2591562" y="340626"/>
            <a:ext cx="240971" cy="7726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D067B578-83DE-43ED-BF07-FFE77DCC7E82}"/>
              </a:ext>
            </a:extLst>
          </p:cNvPr>
          <p:cNvCxnSpPr/>
          <p:nvPr/>
        </p:nvCxnSpPr>
        <p:spPr>
          <a:xfrm>
            <a:off x="2832533" y="340626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D975E09A-21D9-D4A7-1E9D-505A24CB45EA}"/>
              </a:ext>
            </a:extLst>
          </p:cNvPr>
          <p:cNvCxnSpPr/>
          <p:nvPr/>
        </p:nvCxnSpPr>
        <p:spPr>
          <a:xfrm flipV="1">
            <a:off x="3073505" y="332900"/>
            <a:ext cx="240971" cy="7726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0398CA5C-754E-9FDD-27FE-B237DF9E21E5}"/>
              </a:ext>
            </a:extLst>
          </p:cNvPr>
          <p:cNvCxnSpPr/>
          <p:nvPr/>
        </p:nvCxnSpPr>
        <p:spPr>
          <a:xfrm>
            <a:off x="3314476" y="332900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BCB94BC8-C957-C5D0-54CC-DFCDEF3DF20D}"/>
              </a:ext>
            </a:extLst>
          </p:cNvPr>
          <p:cNvCxnSpPr/>
          <p:nvPr/>
        </p:nvCxnSpPr>
        <p:spPr>
          <a:xfrm>
            <a:off x="3555447" y="332900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953F39E3-A281-76E6-588C-0C0604744292}"/>
              </a:ext>
            </a:extLst>
          </p:cNvPr>
          <p:cNvCxnSpPr/>
          <p:nvPr/>
        </p:nvCxnSpPr>
        <p:spPr>
          <a:xfrm>
            <a:off x="3796419" y="332900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椭圆 39">
            <a:extLst>
              <a:ext uri="{FF2B5EF4-FFF2-40B4-BE49-F238E27FC236}">
                <a16:creationId xmlns:a16="http://schemas.microsoft.com/office/drawing/2014/main" id="{051D78A4-ECC4-E5EA-C4FB-0D4717090C3C}"/>
              </a:ext>
            </a:extLst>
          </p:cNvPr>
          <p:cNvSpPr/>
          <p:nvPr/>
        </p:nvSpPr>
        <p:spPr>
          <a:xfrm>
            <a:off x="1855470" y="358352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250F6CF6-3411-CD58-0B1C-860E0AAA7583}"/>
              </a:ext>
            </a:extLst>
          </p:cNvPr>
          <p:cNvSpPr/>
          <p:nvPr/>
        </p:nvSpPr>
        <p:spPr>
          <a:xfrm>
            <a:off x="2096441" y="342900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C1D66ED8-A905-0D80-42F7-1E85DD2EFC6E}"/>
              </a:ext>
            </a:extLst>
          </p:cNvPr>
          <p:cNvSpPr/>
          <p:nvPr/>
        </p:nvSpPr>
        <p:spPr>
          <a:xfrm>
            <a:off x="2337413" y="342900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8A2D11F3-820E-8B6D-1AA9-361FFA7EA0BD}"/>
              </a:ext>
            </a:extLst>
          </p:cNvPr>
          <p:cNvSpPr/>
          <p:nvPr/>
        </p:nvSpPr>
        <p:spPr>
          <a:xfrm>
            <a:off x="2578384" y="335174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0AFC921D-30D8-85CE-5B84-066C7B4D554B}"/>
              </a:ext>
            </a:extLst>
          </p:cNvPr>
          <p:cNvSpPr/>
          <p:nvPr/>
        </p:nvSpPr>
        <p:spPr>
          <a:xfrm>
            <a:off x="2819355" y="327448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53109AAA-6593-13A7-8D62-663F3FED7AAB}"/>
              </a:ext>
            </a:extLst>
          </p:cNvPr>
          <p:cNvSpPr/>
          <p:nvPr/>
        </p:nvSpPr>
        <p:spPr>
          <a:xfrm>
            <a:off x="3060327" y="327448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B6C9816D-2FA6-2327-FE5E-865AC31D06A8}"/>
              </a:ext>
            </a:extLst>
          </p:cNvPr>
          <p:cNvSpPr/>
          <p:nvPr/>
        </p:nvSpPr>
        <p:spPr>
          <a:xfrm>
            <a:off x="3301298" y="319722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2DBC8014-C2A3-4AAB-99B9-67D670BD69C6}"/>
              </a:ext>
            </a:extLst>
          </p:cNvPr>
          <p:cNvSpPr/>
          <p:nvPr/>
        </p:nvSpPr>
        <p:spPr>
          <a:xfrm>
            <a:off x="3542269" y="319722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25FC82FB-C76E-F4E4-17F1-3C8A564E297C}"/>
              </a:ext>
            </a:extLst>
          </p:cNvPr>
          <p:cNvSpPr/>
          <p:nvPr/>
        </p:nvSpPr>
        <p:spPr>
          <a:xfrm>
            <a:off x="3783240" y="319722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98480185-C3D3-0FD9-206C-60F6DE8D6B00}"/>
              </a:ext>
            </a:extLst>
          </p:cNvPr>
          <p:cNvSpPr/>
          <p:nvPr/>
        </p:nvSpPr>
        <p:spPr>
          <a:xfrm>
            <a:off x="4024212" y="319722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95E528D5-FAB5-F821-1DA0-E3CA276A8DFA}"/>
              </a:ext>
            </a:extLst>
          </p:cNvPr>
          <p:cNvCxnSpPr/>
          <p:nvPr/>
        </p:nvCxnSpPr>
        <p:spPr>
          <a:xfrm flipV="1">
            <a:off x="1868648" y="386982"/>
            <a:ext cx="240971" cy="7726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40B21DD4-7F3D-58CC-DC41-5832883B2153}"/>
              </a:ext>
            </a:extLst>
          </p:cNvPr>
          <p:cNvCxnSpPr/>
          <p:nvPr/>
        </p:nvCxnSpPr>
        <p:spPr>
          <a:xfrm flipV="1">
            <a:off x="2109620" y="379256"/>
            <a:ext cx="240971" cy="7726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D4D8A5F9-3378-5280-CC42-D86DD30ABF39}"/>
              </a:ext>
            </a:extLst>
          </p:cNvPr>
          <p:cNvCxnSpPr/>
          <p:nvPr/>
        </p:nvCxnSpPr>
        <p:spPr>
          <a:xfrm>
            <a:off x="2350591" y="379256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35B2BD85-E68A-0AAD-9726-53BCE4ABBF2C}"/>
              </a:ext>
            </a:extLst>
          </p:cNvPr>
          <p:cNvCxnSpPr/>
          <p:nvPr/>
        </p:nvCxnSpPr>
        <p:spPr>
          <a:xfrm>
            <a:off x="2591562" y="379256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DDDCE722-6BA1-DCEC-DA21-16CDB6205782}"/>
              </a:ext>
            </a:extLst>
          </p:cNvPr>
          <p:cNvCxnSpPr/>
          <p:nvPr/>
        </p:nvCxnSpPr>
        <p:spPr>
          <a:xfrm>
            <a:off x="2832533" y="379256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07F8325C-8468-1C31-8569-8AB10E214397}"/>
              </a:ext>
            </a:extLst>
          </p:cNvPr>
          <p:cNvCxnSpPr/>
          <p:nvPr/>
        </p:nvCxnSpPr>
        <p:spPr>
          <a:xfrm flipV="1">
            <a:off x="3073505" y="371530"/>
            <a:ext cx="240971" cy="7726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DBF77282-F659-0949-A888-5BFD14077CCC}"/>
              </a:ext>
            </a:extLst>
          </p:cNvPr>
          <p:cNvCxnSpPr/>
          <p:nvPr/>
        </p:nvCxnSpPr>
        <p:spPr>
          <a:xfrm>
            <a:off x="3314476" y="371530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87A32140-ED6B-E5EC-626E-B6106B018FD7}"/>
              </a:ext>
            </a:extLst>
          </p:cNvPr>
          <p:cNvCxnSpPr/>
          <p:nvPr/>
        </p:nvCxnSpPr>
        <p:spPr>
          <a:xfrm>
            <a:off x="3555447" y="371530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6477B400-F875-A326-6ED9-4543A44CFDB6}"/>
              </a:ext>
            </a:extLst>
          </p:cNvPr>
          <p:cNvCxnSpPr/>
          <p:nvPr/>
        </p:nvCxnSpPr>
        <p:spPr>
          <a:xfrm>
            <a:off x="3796419" y="371530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矩形 58">
            <a:extLst>
              <a:ext uri="{FF2B5EF4-FFF2-40B4-BE49-F238E27FC236}">
                <a16:creationId xmlns:a16="http://schemas.microsoft.com/office/drawing/2014/main" id="{0F9988C3-5C1B-F6E5-9A06-4FDB3841F1CA}"/>
              </a:ext>
            </a:extLst>
          </p:cNvPr>
          <p:cNvSpPr/>
          <p:nvPr/>
        </p:nvSpPr>
        <p:spPr>
          <a:xfrm>
            <a:off x="1855470" y="381530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DECEC2C2-B76D-7561-D461-745E8D7CF371}"/>
              </a:ext>
            </a:extLst>
          </p:cNvPr>
          <p:cNvSpPr/>
          <p:nvPr/>
        </p:nvSpPr>
        <p:spPr>
          <a:xfrm>
            <a:off x="2096441" y="373804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DC7843C1-41F8-4B04-44F6-5677512B0C91}"/>
              </a:ext>
            </a:extLst>
          </p:cNvPr>
          <p:cNvSpPr/>
          <p:nvPr/>
        </p:nvSpPr>
        <p:spPr>
          <a:xfrm>
            <a:off x="2337413" y="366078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D9D15FDD-9E18-8B69-E113-2F6A57A957D4}"/>
              </a:ext>
            </a:extLst>
          </p:cNvPr>
          <p:cNvSpPr/>
          <p:nvPr/>
        </p:nvSpPr>
        <p:spPr>
          <a:xfrm>
            <a:off x="2578384" y="366078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6B39C430-9C2E-F353-DDA2-E6E19612C93D}"/>
              </a:ext>
            </a:extLst>
          </p:cNvPr>
          <p:cNvSpPr/>
          <p:nvPr/>
        </p:nvSpPr>
        <p:spPr>
          <a:xfrm>
            <a:off x="2819355" y="366078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7101B99B-E92C-C70A-674A-38EFC7A436CF}"/>
              </a:ext>
            </a:extLst>
          </p:cNvPr>
          <p:cNvSpPr/>
          <p:nvPr/>
        </p:nvSpPr>
        <p:spPr>
          <a:xfrm>
            <a:off x="3060327" y="366078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A1025023-459F-00D1-8937-7A6FB9A3E12F}"/>
              </a:ext>
            </a:extLst>
          </p:cNvPr>
          <p:cNvSpPr/>
          <p:nvPr/>
        </p:nvSpPr>
        <p:spPr>
          <a:xfrm>
            <a:off x="3301298" y="358352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E935E10C-E850-618F-8495-8C460C82AACB}"/>
              </a:ext>
            </a:extLst>
          </p:cNvPr>
          <p:cNvSpPr/>
          <p:nvPr/>
        </p:nvSpPr>
        <p:spPr>
          <a:xfrm>
            <a:off x="3542269" y="358352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062B1AF2-A45D-D57A-C555-4B8108CEE4C9}"/>
              </a:ext>
            </a:extLst>
          </p:cNvPr>
          <p:cNvSpPr/>
          <p:nvPr/>
        </p:nvSpPr>
        <p:spPr>
          <a:xfrm>
            <a:off x="3783240" y="358352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BA27694F-D44A-9326-290D-81657C785AB7}"/>
              </a:ext>
            </a:extLst>
          </p:cNvPr>
          <p:cNvSpPr/>
          <p:nvPr/>
        </p:nvSpPr>
        <p:spPr>
          <a:xfrm>
            <a:off x="4024212" y="358352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BC4829BB-83F3-7913-533D-32B3DF6C1E78}"/>
              </a:ext>
            </a:extLst>
          </p:cNvPr>
          <p:cNvCxnSpPr/>
          <p:nvPr/>
        </p:nvCxnSpPr>
        <p:spPr>
          <a:xfrm flipV="1">
            <a:off x="1868648" y="386982"/>
            <a:ext cx="240971" cy="38630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A8EDB0D0-CB58-1AA9-8E38-143984F254D1}"/>
              </a:ext>
            </a:extLst>
          </p:cNvPr>
          <p:cNvCxnSpPr/>
          <p:nvPr/>
        </p:nvCxnSpPr>
        <p:spPr>
          <a:xfrm flipV="1">
            <a:off x="2109620" y="356078"/>
            <a:ext cx="240971" cy="30904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D2D7AC1C-C969-C06C-72B3-4697CED449C1}"/>
              </a:ext>
            </a:extLst>
          </p:cNvPr>
          <p:cNvCxnSpPr/>
          <p:nvPr/>
        </p:nvCxnSpPr>
        <p:spPr>
          <a:xfrm flipV="1">
            <a:off x="2350591" y="348352"/>
            <a:ext cx="240971" cy="7726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AEB3C760-51E3-C9E2-F8C5-00C4DC68D10B}"/>
              </a:ext>
            </a:extLst>
          </p:cNvPr>
          <p:cNvCxnSpPr/>
          <p:nvPr/>
        </p:nvCxnSpPr>
        <p:spPr>
          <a:xfrm flipV="1">
            <a:off x="2591562" y="340626"/>
            <a:ext cx="240971" cy="7726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3446AE88-D7F6-B016-50E0-545C336B4FD7}"/>
              </a:ext>
            </a:extLst>
          </p:cNvPr>
          <p:cNvCxnSpPr/>
          <p:nvPr/>
        </p:nvCxnSpPr>
        <p:spPr>
          <a:xfrm>
            <a:off x="2832533" y="340626"/>
            <a:ext cx="240971" cy="0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81EEA3B6-6C1D-FC18-B1B2-64236987E68C}"/>
              </a:ext>
            </a:extLst>
          </p:cNvPr>
          <p:cNvCxnSpPr/>
          <p:nvPr/>
        </p:nvCxnSpPr>
        <p:spPr>
          <a:xfrm>
            <a:off x="3073505" y="340626"/>
            <a:ext cx="240971" cy="0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DD7C57B7-408E-99A4-ACBF-982FCD1974DB}"/>
              </a:ext>
            </a:extLst>
          </p:cNvPr>
          <p:cNvCxnSpPr/>
          <p:nvPr/>
        </p:nvCxnSpPr>
        <p:spPr>
          <a:xfrm>
            <a:off x="3314476" y="340626"/>
            <a:ext cx="240971" cy="0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id="{1EFC9539-1951-7283-B109-009B5A7666FC}"/>
              </a:ext>
            </a:extLst>
          </p:cNvPr>
          <p:cNvCxnSpPr/>
          <p:nvPr/>
        </p:nvCxnSpPr>
        <p:spPr>
          <a:xfrm>
            <a:off x="3555447" y="340626"/>
            <a:ext cx="240971" cy="0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E94EAC6A-A71A-FA56-9629-5C4118229053}"/>
              </a:ext>
            </a:extLst>
          </p:cNvPr>
          <p:cNvCxnSpPr/>
          <p:nvPr/>
        </p:nvCxnSpPr>
        <p:spPr>
          <a:xfrm>
            <a:off x="3796419" y="340626"/>
            <a:ext cx="240971" cy="0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椭圆 77">
            <a:extLst>
              <a:ext uri="{FF2B5EF4-FFF2-40B4-BE49-F238E27FC236}">
                <a16:creationId xmlns:a16="http://schemas.microsoft.com/office/drawing/2014/main" id="{403ECFE6-7760-15DE-676C-EBC09D76EE26}"/>
              </a:ext>
            </a:extLst>
          </p:cNvPr>
          <p:cNvSpPr/>
          <p:nvPr/>
        </p:nvSpPr>
        <p:spPr>
          <a:xfrm>
            <a:off x="1855470" y="412433"/>
            <a:ext cx="26356" cy="26356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79" name="椭圆 78">
            <a:extLst>
              <a:ext uri="{FF2B5EF4-FFF2-40B4-BE49-F238E27FC236}">
                <a16:creationId xmlns:a16="http://schemas.microsoft.com/office/drawing/2014/main" id="{BD5F7CA7-A7BF-BB85-BA3B-9F243B754A76}"/>
              </a:ext>
            </a:extLst>
          </p:cNvPr>
          <p:cNvSpPr/>
          <p:nvPr/>
        </p:nvSpPr>
        <p:spPr>
          <a:xfrm>
            <a:off x="2096441" y="373804"/>
            <a:ext cx="26356" cy="26356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80" name="椭圆 79">
            <a:extLst>
              <a:ext uri="{FF2B5EF4-FFF2-40B4-BE49-F238E27FC236}">
                <a16:creationId xmlns:a16="http://schemas.microsoft.com/office/drawing/2014/main" id="{E91484BD-8578-9486-9299-AC6A7102791D}"/>
              </a:ext>
            </a:extLst>
          </p:cNvPr>
          <p:cNvSpPr/>
          <p:nvPr/>
        </p:nvSpPr>
        <p:spPr>
          <a:xfrm>
            <a:off x="2337413" y="342900"/>
            <a:ext cx="26356" cy="26356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81" name="椭圆 80">
            <a:extLst>
              <a:ext uri="{FF2B5EF4-FFF2-40B4-BE49-F238E27FC236}">
                <a16:creationId xmlns:a16="http://schemas.microsoft.com/office/drawing/2014/main" id="{A9FA62BD-99F5-E9C6-3743-E8706283E4F5}"/>
              </a:ext>
            </a:extLst>
          </p:cNvPr>
          <p:cNvSpPr/>
          <p:nvPr/>
        </p:nvSpPr>
        <p:spPr>
          <a:xfrm>
            <a:off x="2578384" y="335174"/>
            <a:ext cx="26356" cy="26356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82" name="椭圆 81">
            <a:extLst>
              <a:ext uri="{FF2B5EF4-FFF2-40B4-BE49-F238E27FC236}">
                <a16:creationId xmlns:a16="http://schemas.microsoft.com/office/drawing/2014/main" id="{505FDA49-17D0-934A-8495-73772D9D7651}"/>
              </a:ext>
            </a:extLst>
          </p:cNvPr>
          <p:cNvSpPr/>
          <p:nvPr/>
        </p:nvSpPr>
        <p:spPr>
          <a:xfrm>
            <a:off x="2819355" y="327448"/>
            <a:ext cx="26356" cy="26356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5AE2422C-D097-6474-B4E4-C53545A65224}"/>
              </a:ext>
            </a:extLst>
          </p:cNvPr>
          <p:cNvSpPr/>
          <p:nvPr/>
        </p:nvSpPr>
        <p:spPr>
          <a:xfrm>
            <a:off x="3060327" y="327448"/>
            <a:ext cx="26356" cy="26356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84" name="椭圆 83">
            <a:extLst>
              <a:ext uri="{FF2B5EF4-FFF2-40B4-BE49-F238E27FC236}">
                <a16:creationId xmlns:a16="http://schemas.microsoft.com/office/drawing/2014/main" id="{EBB40BDE-3EF8-A5AB-96A6-3B13003A2488}"/>
              </a:ext>
            </a:extLst>
          </p:cNvPr>
          <p:cNvSpPr/>
          <p:nvPr/>
        </p:nvSpPr>
        <p:spPr>
          <a:xfrm>
            <a:off x="3301298" y="327448"/>
            <a:ext cx="26356" cy="26356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85" name="椭圆 84">
            <a:extLst>
              <a:ext uri="{FF2B5EF4-FFF2-40B4-BE49-F238E27FC236}">
                <a16:creationId xmlns:a16="http://schemas.microsoft.com/office/drawing/2014/main" id="{8C3797A3-FD02-177D-1638-4B9F2BDF43FE}"/>
              </a:ext>
            </a:extLst>
          </p:cNvPr>
          <p:cNvSpPr/>
          <p:nvPr/>
        </p:nvSpPr>
        <p:spPr>
          <a:xfrm>
            <a:off x="3542269" y="327448"/>
            <a:ext cx="26356" cy="26356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86" name="椭圆 85">
            <a:extLst>
              <a:ext uri="{FF2B5EF4-FFF2-40B4-BE49-F238E27FC236}">
                <a16:creationId xmlns:a16="http://schemas.microsoft.com/office/drawing/2014/main" id="{589CC0F5-6521-E8E0-44E4-79EA8A9E667B}"/>
              </a:ext>
            </a:extLst>
          </p:cNvPr>
          <p:cNvSpPr/>
          <p:nvPr/>
        </p:nvSpPr>
        <p:spPr>
          <a:xfrm>
            <a:off x="3783240" y="327448"/>
            <a:ext cx="26356" cy="26356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87" name="椭圆 86">
            <a:extLst>
              <a:ext uri="{FF2B5EF4-FFF2-40B4-BE49-F238E27FC236}">
                <a16:creationId xmlns:a16="http://schemas.microsoft.com/office/drawing/2014/main" id="{7F3C9700-876B-9712-A4D9-493F2C300369}"/>
              </a:ext>
            </a:extLst>
          </p:cNvPr>
          <p:cNvSpPr/>
          <p:nvPr/>
        </p:nvSpPr>
        <p:spPr>
          <a:xfrm>
            <a:off x="4024212" y="327448"/>
            <a:ext cx="26356" cy="26356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5C49D0A0-805C-43D9-388C-30EAC9872471}"/>
              </a:ext>
            </a:extLst>
          </p:cNvPr>
          <p:cNvCxnSpPr/>
          <p:nvPr/>
        </p:nvCxnSpPr>
        <p:spPr>
          <a:xfrm flipV="1">
            <a:off x="1868648" y="417886"/>
            <a:ext cx="240971" cy="54082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61900BF4-6B1D-C5A3-2668-6D65A6A91622}"/>
              </a:ext>
            </a:extLst>
          </p:cNvPr>
          <p:cNvCxnSpPr/>
          <p:nvPr/>
        </p:nvCxnSpPr>
        <p:spPr>
          <a:xfrm flipV="1">
            <a:off x="2109620" y="379256"/>
            <a:ext cx="240971" cy="38630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F9C4D37D-2E41-BF85-DD1C-8C9AC7A5E1E9}"/>
              </a:ext>
            </a:extLst>
          </p:cNvPr>
          <p:cNvCxnSpPr/>
          <p:nvPr/>
        </p:nvCxnSpPr>
        <p:spPr>
          <a:xfrm>
            <a:off x="2350591" y="379256"/>
            <a:ext cx="240971" cy="0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直接连接符 90">
            <a:extLst>
              <a:ext uri="{FF2B5EF4-FFF2-40B4-BE49-F238E27FC236}">
                <a16:creationId xmlns:a16="http://schemas.microsoft.com/office/drawing/2014/main" id="{6C12DA50-BA36-BC56-1AE8-929B1B8D0B8F}"/>
              </a:ext>
            </a:extLst>
          </p:cNvPr>
          <p:cNvCxnSpPr/>
          <p:nvPr/>
        </p:nvCxnSpPr>
        <p:spPr>
          <a:xfrm>
            <a:off x="2591562" y="379256"/>
            <a:ext cx="240971" cy="0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3E0CCD4C-C092-4C3E-234A-211B5EA225D9}"/>
              </a:ext>
            </a:extLst>
          </p:cNvPr>
          <p:cNvCxnSpPr/>
          <p:nvPr/>
        </p:nvCxnSpPr>
        <p:spPr>
          <a:xfrm>
            <a:off x="2832533" y="379256"/>
            <a:ext cx="240971" cy="0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直接连接符 92">
            <a:extLst>
              <a:ext uri="{FF2B5EF4-FFF2-40B4-BE49-F238E27FC236}">
                <a16:creationId xmlns:a16="http://schemas.microsoft.com/office/drawing/2014/main" id="{36F6F366-EACA-699B-9C2B-16C40E56714F}"/>
              </a:ext>
            </a:extLst>
          </p:cNvPr>
          <p:cNvCxnSpPr/>
          <p:nvPr/>
        </p:nvCxnSpPr>
        <p:spPr>
          <a:xfrm>
            <a:off x="3073505" y="379256"/>
            <a:ext cx="240971" cy="0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166B147B-4DC9-D28C-3DEC-1278087D0080}"/>
              </a:ext>
            </a:extLst>
          </p:cNvPr>
          <p:cNvCxnSpPr/>
          <p:nvPr/>
        </p:nvCxnSpPr>
        <p:spPr>
          <a:xfrm>
            <a:off x="3314476" y="379256"/>
            <a:ext cx="240971" cy="0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直接连接符 94">
            <a:extLst>
              <a:ext uri="{FF2B5EF4-FFF2-40B4-BE49-F238E27FC236}">
                <a16:creationId xmlns:a16="http://schemas.microsoft.com/office/drawing/2014/main" id="{9AA35080-3684-52CA-42EB-B99B2F72BC54}"/>
              </a:ext>
            </a:extLst>
          </p:cNvPr>
          <p:cNvCxnSpPr/>
          <p:nvPr/>
        </p:nvCxnSpPr>
        <p:spPr>
          <a:xfrm>
            <a:off x="3555447" y="379256"/>
            <a:ext cx="240971" cy="0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直接连接符 95">
            <a:extLst>
              <a:ext uri="{FF2B5EF4-FFF2-40B4-BE49-F238E27FC236}">
                <a16:creationId xmlns:a16="http://schemas.microsoft.com/office/drawing/2014/main" id="{F5253DCF-7163-8DA9-5200-EAC8F0C8860A}"/>
              </a:ext>
            </a:extLst>
          </p:cNvPr>
          <p:cNvCxnSpPr/>
          <p:nvPr/>
        </p:nvCxnSpPr>
        <p:spPr>
          <a:xfrm>
            <a:off x="3796419" y="379256"/>
            <a:ext cx="240971" cy="0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矩形 96">
            <a:extLst>
              <a:ext uri="{FF2B5EF4-FFF2-40B4-BE49-F238E27FC236}">
                <a16:creationId xmlns:a16="http://schemas.microsoft.com/office/drawing/2014/main" id="{B5D539A3-B27E-AF51-6E93-CF6BF679F1C8}"/>
              </a:ext>
            </a:extLst>
          </p:cNvPr>
          <p:cNvSpPr/>
          <p:nvPr/>
        </p:nvSpPr>
        <p:spPr>
          <a:xfrm>
            <a:off x="1855470" y="458790"/>
            <a:ext cx="26356" cy="26356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92048C30-E1D3-68D5-9CCD-BFCEFE8D163D}"/>
              </a:ext>
            </a:extLst>
          </p:cNvPr>
          <p:cNvSpPr/>
          <p:nvPr/>
        </p:nvSpPr>
        <p:spPr>
          <a:xfrm>
            <a:off x="2096441" y="404708"/>
            <a:ext cx="26356" cy="26356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984A01CF-DDFB-5E88-819B-D68C97CB4ECE}"/>
              </a:ext>
            </a:extLst>
          </p:cNvPr>
          <p:cNvSpPr/>
          <p:nvPr/>
        </p:nvSpPr>
        <p:spPr>
          <a:xfrm>
            <a:off x="2337413" y="366078"/>
            <a:ext cx="26356" cy="26356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00" name="矩形 99">
            <a:extLst>
              <a:ext uri="{FF2B5EF4-FFF2-40B4-BE49-F238E27FC236}">
                <a16:creationId xmlns:a16="http://schemas.microsoft.com/office/drawing/2014/main" id="{043BE831-B4B7-3E04-A0CF-DB38EFB1B9BD}"/>
              </a:ext>
            </a:extLst>
          </p:cNvPr>
          <p:cNvSpPr/>
          <p:nvPr/>
        </p:nvSpPr>
        <p:spPr>
          <a:xfrm>
            <a:off x="2578384" y="366078"/>
            <a:ext cx="26356" cy="26356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01" name="矩形 100">
            <a:extLst>
              <a:ext uri="{FF2B5EF4-FFF2-40B4-BE49-F238E27FC236}">
                <a16:creationId xmlns:a16="http://schemas.microsoft.com/office/drawing/2014/main" id="{C89B5AC4-E05E-FA4B-81DA-8091DFD56FDD}"/>
              </a:ext>
            </a:extLst>
          </p:cNvPr>
          <p:cNvSpPr/>
          <p:nvPr/>
        </p:nvSpPr>
        <p:spPr>
          <a:xfrm>
            <a:off x="2819355" y="366078"/>
            <a:ext cx="26356" cy="26356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F8C46918-1C02-82F6-1068-6FF2B9D1E9BF}"/>
              </a:ext>
            </a:extLst>
          </p:cNvPr>
          <p:cNvSpPr/>
          <p:nvPr/>
        </p:nvSpPr>
        <p:spPr>
          <a:xfrm>
            <a:off x="3060327" y="366078"/>
            <a:ext cx="26356" cy="26356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26CB0203-E92B-0729-67FF-A14293277DED}"/>
              </a:ext>
            </a:extLst>
          </p:cNvPr>
          <p:cNvSpPr/>
          <p:nvPr/>
        </p:nvSpPr>
        <p:spPr>
          <a:xfrm>
            <a:off x="3301298" y="366078"/>
            <a:ext cx="26356" cy="26356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401884B8-6DD6-69DC-36F7-7AA3D0D3BCE1}"/>
              </a:ext>
            </a:extLst>
          </p:cNvPr>
          <p:cNvSpPr/>
          <p:nvPr/>
        </p:nvSpPr>
        <p:spPr>
          <a:xfrm>
            <a:off x="3542269" y="366078"/>
            <a:ext cx="26356" cy="26356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6062553D-70A6-4856-775A-A53E612993C3}"/>
              </a:ext>
            </a:extLst>
          </p:cNvPr>
          <p:cNvSpPr/>
          <p:nvPr/>
        </p:nvSpPr>
        <p:spPr>
          <a:xfrm>
            <a:off x="3783240" y="366078"/>
            <a:ext cx="26356" cy="26356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06" name="矩形 105">
            <a:extLst>
              <a:ext uri="{FF2B5EF4-FFF2-40B4-BE49-F238E27FC236}">
                <a16:creationId xmlns:a16="http://schemas.microsoft.com/office/drawing/2014/main" id="{B9F93DA5-F171-30AC-849C-4E2C92B501E0}"/>
              </a:ext>
            </a:extLst>
          </p:cNvPr>
          <p:cNvSpPr/>
          <p:nvPr/>
        </p:nvSpPr>
        <p:spPr>
          <a:xfrm>
            <a:off x="4024212" y="366078"/>
            <a:ext cx="26356" cy="26356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1815C4FD-7213-1737-2B6C-FA59AA22253E}"/>
              </a:ext>
            </a:extLst>
          </p:cNvPr>
          <p:cNvCxnSpPr/>
          <p:nvPr/>
        </p:nvCxnSpPr>
        <p:spPr>
          <a:xfrm flipV="1">
            <a:off x="1868648" y="487419"/>
            <a:ext cx="240971" cy="30904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连接符 107">
            <a:extLst>
              <a:ext uri="{FF2B5EF4-FFF2-40B4-BE49-F238E27FC236}">
                <a16:creationId xmlns:a16="http://schemas.microsoft.com/office/drawing/2014/main" id="{CEA547C3-5520-0A74-852F-EF66E0EB880B}"/>
              </a:ext>
            </a:extLst>
          </p:cNvPr>
          <p:cNvCxnSpPr/>
          <p:nvPr/>
        </p:nvCxnSpPr>
        <p:spPr>
          <a:xfrm flipV="1">
            <a:off x="2109620" y="479693"/>
            <a:ext cx="240971" cy="7726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9B669AD5-F1BB-2E55-D3A8-CB959B2B9769}"/>
              </a:ext>
            </a:extLst>
          </p:cNvPr>
          <p:cNvCxnSpPr/>
          <p:nvPr/>
        </p:nvCxnSpPr>
        <p:spPr>
          <a:xfrm flipV="1">
            <a:off x="2350591" y="464242"/>
            <a:ext cx="240971" cy="15451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DB8BBE43-E703-357C-B26B-B5B8991420BD}"/>
              </a:ext>
            </a:extLst>
          </p:cNvPr>
          <p:cNvCxnSpPr/>
          <p:nvPr/>
        </p:nvCxnSpPr>
        <p:spPr>
          <a:xfrm flipV="1">
            <a:off x="2591562" y="456516"/>
            <a:ext cx="240971" cy="7726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直接连接符 110">
            <a:extLst>
              <a:ext uri="{FF2B5EF4-FFF2-40B4-BE49-F238E27FC236}">
                <a16:creationId xmlns:a16="http://schemas.microsoft.com/office/drawing/2014/main" id="{80B14F3D-301B-2662-D7D2-D7A32BB52F8C}"/>
              </a:ext>
            </a:extLst>
          </p:cNvPr>
          <p:cNvCxnSpPr/>
          <p:nvPr/>
        </p:nvCxnSpPr>
        <p:spPr>
          <a:xfrm flipV="1">
            <a:off x="2832533" y="448789"/>
            <a:ext cx="240971" cy="7726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直接连接符 111">
            <a:extLst>
              <a:ext uri="{FF2B5EF4-FFF2-40B4-BE49-F238E27FC236}">
                <a16:creationId xmlns:a16="http://schemas.microsoft.com/office/drawing/2014/main" id="{FD9F5356-C64D-C858-66A1-89D20DB31AC8}"/>
              </a:ext>
            </a:extLst>
          </p:cNvPr>
          <p:cNvCxnSpPr/>
          <p:nvPr/>
        </p:nvCxnSpPr>
        <p:spPr>
          <a:xfrm>
            <a:off x="3073505" y="448789"/>
            <a:ext cx="240971" cy="0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直接连接符 112">
            <a:extLst>
              <a:ext uri="{FF2B5EF4-FFF2-40B4-BE49-F238E27FC236}">
                <a16:creationId xmlns:a16="http://schemas.microsoft.com/office/drawing/2014/main" id="{E8AE33E2-3A1C-0C1C-D28A-EA4BBDEAD5C0}"/>
              </a:ext>
            </a:extLst>
          </p:cNvPr>
          <p:cNvCxnSpPr/>
          <p:nvPr/>
        </p:nvCxnSpPr>
        <p:spPr>
          <a:xfrm>
            <a:off x="3314476" y="448789"/>
            <a:ext cx="240971" cy="0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直接连接符 113">
            <a:extLst>
              <a:ext uri="{FF2B5EF4-FFF2-40B4-BE49-F238E27FC236}">
                <a16:creationId xmlns:a16="http://schemas.microsoft.com/office/drawing/2014/main" id="{029C1A38-6F1A-E9BC-2024-5B9B07B59853}"/>
              </a:ext>
            </a:extLst>
          </p:cNvPr>
          <p:cNvCxnSpPr/>
          <p:nvPr/>
        </p:nvCxnSpPr>
        <p:spPr>
          <a:xfrm>
            <a:off x="3555447" y="448789"/>
            <a:ext cx="240971" cy="0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直接连接符 114">
            <a:extLst>
              <a:ext uri="{FF2B5EF4-FFF2-40B4-BE49-F238E27FC236}">
                <a16:creationId xmlns:a16="http://schemas.microsoft.com/office/drawing/2014/main" id="{C959ED5A-CC91-95ED-E164-59CBE15A514A}"/>
              </a:ext>
            </a:extLst>
          </p:cNvPr>
          <p:cNvCxnSpPr/>
          <p:nvPr/>
        </p:nvCxnSpPr>
        <p:spPr>
          <a:xfrm>
            <a:off x="3796419" y="448789"/>
            <a:ext cx="240971" cy="0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菱形 115">
            <a:extLst>
              <a:ext uri="{FF2B5EF4-FFF2-40B4-BE49-F238E27FC236}">
                <a16:creationId xmlns:a16="http://schemas.microsoft.com/office/drawing/2014/main" id="{6D463266-6CE7-02AF-F187-8E70A35CE117}"/>
              </a:ext>
            </a:extLst>
          </p:cNvPr>
          <p:cNvSpPr/>
          <p:nvPr/>
        </p:nvSpPr>
        <p:spPr>
          <a:xfrm>
            <a:off x="1855470" y="505145"/>
            <a:ext cx="26356" cy="26356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17" name="菱形 116">
            <a:extLst>
              <a:ext uri="{FF2B5EF4-FFF2-40B4-BE49-F238E27FC236}">
                <a16:creationId xmlns:a16="http://schemas.microsoft.com/office/drawing/2014/main" id="{C3F3DAD1-74B7-BECC-1878-2DF35BFD1FD8}"/>
              </a:ext>
            </a:extLst>
          </p:cNvPr>
          <p:cNvSpPr/>
          <p:nvPr/>
        </p:nvSpPr>
        <p:spPr>
          <a:xfrm>
            <a:off x="2096441" y="474241"/>
            <a:ext cx="26356" cy="26356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18" name="菱形 117">
            <a:extLst>
              <a:ext uri="{FF2B5EF4-FFF2-40B4-BE49-F238E27FC236}">
                <a16:creationId xmlns:a16="http://schemas.microsoft.com/office/drawing/2014/main" id="{F91CF997-EA33-1542-B6B3-E61FB936CA7D}"/>
              </a:ext>
            </a:extLst>
          </p:cNvPr>
          <p:cNvSpPr/>
          <p:nvPr/>
        </p:nvSpPr>
        <p:spPr>
          <a:xfrm>
            <a:off x="2337413" y="466515"/>
            <a:ext cx="26356" cy="26356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19" name="菱形 118">
            <a:extLst>
              <a:ext uri="{FF2B5EF4-FFF2-40B4-BE49-F238E27FC236}">
                <a16:creationId xmlns:a16="http://schemas.microsoft.com/office/drawing/2014/main" id="{D6270D36-E285-B3C5-C0E9-1499F9889EE0}"/>
              </a:ext>
            </a:extLst>
          </p:cNvPr>
          <p:cNvSpPr/>
          <p:nvPr/>
        </p:nvSpPr>
        <p:spPr>
          <a:xfrm>
            <a:off x="2578384" y="451064"/>
            <a:ext cx="26356" cy="26356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20" name="菱形 119">
            <a:extLst>
              <a:ext uri="{FF2B5EF4-FFF2-40B4-BE49-F238E27FC236}">
                <a16:creationId xmlns:a16="http://schemas.microsoft.com/office/drawing/2014/main" id="{CDF61B95-587A-800B-1F09-605ADF0B0F42}"/>
              </a:ext>
            </a:extLst>
          </p:cNvPr>
          <p:cNvSpPr/>
          <p:nvPr/>
        </p:nvSpPr>
        <p:spPr>
          <a:xfrm>
            <a:off x="2819355" y="443337"/>
            <a:ext cx="26356" cy="26356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21" name="菱形 120">
            <a:extLst>
              <a:ext uri="{FF2B5EF4-FFF2-40B4-BE49-F238E27FC236}">
                <a16:creationId xmlns:a16="http://schemas.microsoft.com/office/drawing/2014/main" id="{35C68F38-1C91-9298-FF8F-0C86B7D71C63}"/>
              </a:ext>
            </a:extLst>
          </p:cNvPr>
          <p:cNvSpPr/>
          <p:nvPr/>
        </p:nvSpPr>
        <p:spPr>
          <a:xfrm>
            <a:off x="3060327" y="435611"/>
            <a:ext cx="26356" cy="26356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22" name="菱形 121">
            <a:extLst>
              <a:ext uri="{FF2B5EF4-FFF2-40B4-BE49-F238E27FC236}">
                <a16:creationId xmlns:a16="http://schemas.microsoft.com/office/drawing/2014/main" id="{033E3EF5-2D0F-19D4-D966-18B49CB36DA3}"/>
              </a:ext>
            </a:extLst>
          </p:cNvPr>
          <p:cNvSpPr/>
          <p:nvPr/>
        </p:nvSpPr>
        <p:spPr>
          <a:xfrm>
            <a:off x="3301298" y="435611"/>
            <a:ext cx="26356" cy="26356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23" name="菱形 122">
            <a:extLst>
              <a:ext uri="{FF2B5EF4-FFF2-40B4-BE49-F238E27FC236}">
                <a16:creationId xmlns:a16="http://schemas.microsoft.com/office/drawing/2014/main" id="{15F1D24D-7FB3-D86E-3D7D-663287E732DF}"/>
              </a:ext>
            </a:extLst>
          </p:cNvPr>
          <p:cNvSpPr/>
          <p:nvPr/>
        </p:nvSpPr>
        <p:spPr>
          <a:xfrm>
            <a:off x="3542269" y="435611"/>
            <a:ext cx="26356" cy="26356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24" name="菱形 123">
            <a:extLst>
              <a:ext uri="{FF2B5EF4-FFF2-40B4-BE49-F238E27FC236}">
                <a16:creationId xmlns:a16="http://schemas.microsoft.com/office/drawing/2014/main" id="{311CA4E7-CA5F-E94E-1CA3-F0A36AF10B87}"/>
              </a:ext>
            </a:extLst>
          </p:cNvPr>
          <p:cNvSpPr/>
          <p:nvPr/>
        </p:nvSpPr>
        <p:spPr>
          <a:xfrm>
            <a:off x="3783240" y="435611"/>
            <a:ext cx="26356" cy="26356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25" name="菱形 124">
            <a:extLst>
              <a:ext uri="{FF2B5EF4-FFF2-40B4-BE49-F238E27FC236}">
                <a16:creationId xmlns:a16="http://schemas.microsoft.com/office/drawing/2014/main" id="{37AD639B-8ECC-25B5-3093-7A4F5C18D0D0}"/>
              </a:ext>
            </a:extLst>
          </p:cNvPr>
          <p:cNvSpPr/>
          <p:nvPr/>
        </p:nvSpPr>
        <p:spPr>
          <a:xfrm>
            <a:off x="4024212" y="435611"/>
            <a:ext cx="26356" cy="26356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cxnSp>
        <p:nvCxnSpPr>
          <p:cNvPr id="126" name="直接连接符 125">
            <a:extLst>
              <a:ext uri="{FF2B5EF4-FFF2-40B4-BE49-F238E27FC236}">
                <a16:creationId xmlns:a16="http://schemas.microsoft.com/office/drawing/2014/main" id="{539D20AF-E6F2-E5A2-B3C5-7D22805638FD}"/>
              </a:ext>
            </a:extLst>
          </p:cNvPr>
          <p:cNvCxnSpPr/>
          <p:nvPr/>
        </p:nvCxnSpPr>
        <p:spPr>
          <a:xfrm>
            <a:off x="4203058" y="399109"/>
            <a:ext cx="150607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椭圆 126">
            <a:extLst>
              <a:ext uri="{FF2B5EF4-FFF2-40B4-BE49-F238E27FC236}">
                <a16:creationId xmlns:a16="http://schemas.microsoft.com/office/drawing/2014/main" id="{CB7202CF-6302-D826-0FC0-1DD9E36A920E}"/>
              </a:ext>
            </a:extLst>
          </p:cNvPr>
          <p:cNvSpPr/>
          <p:nvPr/>
        </p:nvSpPr>
        <p:spPr>
          <a:xfrm>
            <a:off x="4265183" y="385931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28" name="文本框 127">
            <a:extLst>
              <a:ext uri="{FF2B5EF4-FFF2-40B4-BE49-F238E27FC236}">
                <a16:creationId xmlns:a16="http://schemas.microsoft.com/office/drawing/2014/main" id="{354ADA79-96CD-A10F-7C5E-EAB57BDF972D}"/>
              </a:ext>
            </a:extLst>
          </p:cNvPr>
          <p:cNvSpPr txBox="1"/>
          <p:nvPr/>
        </p:nvSpPr>
        <p:spPr>
          <a:xfrm>
            <a:off x="4406377" y="353927"/>
            <a:ext cx="243656" cy="70340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57">
                <a:solidFill>
                  <a:srgbClr val="263746"/>
                </a:solidFill>
                <a:latin typeface="Arial" panose="020B0604020202020204" pitchFamily="34" charset="0"/>
              </a:rPr>
              <a:t>Find · GT</a:t>
            </a:r>
            <a:endParaRPr lang="zh-CN" altLang="en-US" sz="457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29" name="直接连接符 128">
            <a:extLst>
              <a:ext uri="{FF2B5EF4-FFF2-40B4-BE49-F238E27FC236}">
                <a16:creationId xmlns:a16="http://schemas.microsoft.com/office/drawing/2014/main" id="{9CDCC3D4-5F11-8A88-A91F-A2FB4EEC90B3}"/>
              </a:ext>
            </a:extLst>
          </p:cNvPr>
          <p:cNvCxnSpPr/>
          <p:nvPr/>
        </p:nvCxnSpPr>
        <p:spPr>
          <a:xfrm>
            <a:off x="4203058" y="522606"/>
            <a:ext cx="150607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矩形 129">
            <a:extLst>
              <a:ext uri="{FF2B5EF4-FFF2-40B4-BE49-F238E27FC236}">
                <a16:creationId xmlns:a16="http://schemas.microsoft.com/office/drawing/2014/main" id="{9D5EAFDA-CE84-B840-C4A3-6AD409FF4F63}"/>
              </a:ext>
            </a:extLst>
          </p:cNvPr>
          <p:cNvSpPr/>
          <p:nvPr/>
        </p:nvSpPr>
        <p:spPr>
          <a:xfrm>
            <a:off x="4265183" y="509428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8240F980-2506-7C8F-630C-48D3D2F9C5EE}"/>
              </a:ext>
            </a:extLst>
          </p:cNvPr>
          <p:cNvSpPr txBox="1"/>
          <p:nvPr/>
        </p:nvSpPr>
        <p:spPr>
          <a:xfrm>
            <a:off x="4406377" y="477425"/>
            <a:ext cx="434414" cy="70340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57">
                <a:solidFill>
                  <a:srgbClr val="263746"/>
                </a:solidFill>
                <a:latin typeface="Arial" panose="020B0604020202020204" pitchFamily="34" charset="0"/>
              </a:rPr>
              <a:t>Find+Match · GT</a:t>
            </a:r>
            <a:endParaRPr lang="zh-CN" altLang="en-US" sz="457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32" name="直接连接符 131">
            <a:extLst>
              <a:ext uri="{FF2B5EF4-FFF2-40B4-BE49-F238E27FC236}">
                <a16:creationId xmlns:a16="http://schemas.microsoft.com/office/drawing/2014/main" id="{6C620CDF-1A70-4191-9F5A-1B80F9B3631D}"/>
              </a:ext>
            </a:extLst>
          </p:cNvPr>
          <p:cNvCxnSpPr/>
          <p:nvPr/>
        </p:nvCxnSpPr>
        <p:spPr>
          <a:xfrm>
            <a:off x="4203058" y="646104"/>
            <a:ext cx="150607" cy="0"/>
          </a:xfrm>
          <a:prstGeom prst="line">
            <a:avLst/>
          </a:prstGeom>
          <a:ln w="20320">
            <a:solidFill>
              <a:srgbClr val="5363A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椭圆 132">
            <a:extLst>
              <a:ext uri="{FF2B5EF4-FFF2-40B4-BE49-F238E27FC236}">
                <a16:creationId xmlns:a16="http://schemas.microsoft.com/office/drawing/2014/main" id="{FAC1C7C1-2C06-AF1A-5B58-549BED857CDF}"/>
              </a:ext>
            </a:extLst>
          </p:cNvPr>
          <p:cNvSpPr/>
          <p:nvPr/>
        </p:nvSpPr>
        <p:spPr>
          <a:xfrm>
            <a:off x="4265183" y="632926"/>
            <a:ext cx="26356" cy="26356"/>
          </a:xfrm>
          <a:prstGeom prst="ellipse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345DEA5C-09CB-1D5F-2459-0440EEED4D95}"/>
              </a:ext>
            </a:extLst>
          </p:cNvPr>
          <p:cNvSpPr txBox="1"/>
          <p:nvPr/>
        </p:nvSpPr>
        <p:spPr>
          <a:xfrm>
            <a:off x="4406377" y="600922"/>
            <a:ext cx="275717" cy="70340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57">
                <a:solidFill>
                  <a:srgbClr val="263746"/>
                </a:solidFill>
                <a:latin typeface="Arial" panose="020B0604020202020204" pitchFamily="34" charset="0"/>
              </a:rPr>
              <a:t>Find · CA2</a:t>
            </a:r>
            <a:endParaRPr lang="zh-CN" altLang="en-US" sz="457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93C91DA2-CD54-FBBF-7579-7EB555AEE8D8}"/>
              </a:ext>
            </a:extLst>
          </p:cNvPr>
          <p:cNvCxnSpPr/>
          <p:nvPr/>
        </p:nvCxnSpPr>
        <p:spPr>
          <a:xfrm>
            <a:off x="4203058" y="769602"/>
            <a:ext cx="150607" cy="0"/>
          </a:xfrm>
          <a:prstGeom prst="line">
            <a:avLst/>
          </a:prstGeom>
          <a:ln w="20320">
            <a:solidFill>
              <a:srgbClr val="5363AE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矩形 135">
            <a:extLst>
              <a:ext uri="{FF2B5EF4-FFF2-40B4-BE49-F238E27FC236}">
                <a16:creationId xmlns:a16="http://schemas.microsoft.com/office/drawing/2014/main" id="{6E9743CF-FFE5-2F36-5907-A014FBEEBAE7}"/>
              </a:ext>
            </a:extLst>
          </p:cNvPr>
          <p:cNvSpPr/>
          <p:nvPr/>
        </p:nvSpPr>
        <p:spPr>
          <a:xfrm>
            <a:off x="4265183" y="756424"/>
            <a:ext cx="26356" cy="26356"/>
          </a:xfrm>
          <a:prstGeom prst="rect">
            <a:avLst/>
          </a:prstGeom>
          <a:solidFill>
            <a:srgbClr val="5363AE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CEB29E73-B6EB-C801-9921-DF84BB56BA83}"/>
              </a:ext>
            </a:extLst>
          </p:cNvPr>
          <p:cNvSpPr txBox="1"/>
          <p:nvPr/>
        </p:nvSpPr>
        <p:spPr>
          <a:xfrm>
            <a:off x="4406377" y="724420"/>
            <a:ext cx="466474" cy="70340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57">
                <a:solidFill>
                  <a:srgbClr val="263746"/>
                </a:solidFill>
                <a:latin typeface="Arial" panose="020B0604020202020204" pitchFamily="34" charset="0"/>
              </a:rPr>
              <a:t>Find+Match · CA2</a:t>
            </a:r>
            <a:endParaRPr lang="zh-CN" altLang="en-US" sz="457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92673CF9-0C4F-5EE2-D7C2-29E28A6351AF}"/>
              </a:ext>
            </a:extLst>
          </p:cNvPr>
          <p:cNvCxnSpPr/>
          <p:nvPr/>
        </p:nvCxnSpPr>
        <p:spPr>
          <a:xfrm>
            <a:off x="4203058" y="893100"/>
            <a:ext cx="150607" cy="0"/>
          </a:xfrm>
          <a:prstGeom prst="line">
            <a:avLst/>
          </a:prstGeom>
          <a:ln w="20320">
            <a:solidFill>
              <a:srgbClr val="858D9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菱形 138">
            <a:extLst>
              <a:ext uri="{FF2B5EF4-FFF2-40B4-BE49-F238E27FC236}">
                <a16:creationId xmlns:a16="http://schemas.microsoft.com/office/drawing/2014/main" id="{A9F9B859-17BA-6550-5845-4F4FEE1BA201}"/>
              </a:ext>
            </a:extLst>
          </p:cNvPr>
          <p:cNvSpPr/>
          <p:nvPr/>
        </p:nvSpPr>
        <p:spPr>
          <a:xfrm>
            <a:off x="4265183" y="879922"/>
            <a:ext cx="26356" cy="26356"/>
          </a:xfrm>
          <a:prstGeom prst="diamond">
            <a:avLst/>
          </a:prstGeom>
          <a:solidFill>
            <a:srgbClr val="858D9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40" name="文本框 139">
            <a:extLst>
              <a:ext uri="{FF2B5EF4-FFF2-40B4-BE49-F238E27FC236}">
                <a16:creationId xmlns:a16="http://schemas.microsoft.com/office/drawing/2014/main" id="{C379023A-5425-F03A-2A37-145493BC59B4}"/>
              </a:ext>
            </a:extLst>
          </p:cNvPr>
          <p:cNvSpPr txBox="1"/>
          <p:nvPr/>
        </p:nvSpPr>
        <p:spPr>
          <a:xfrm>
            <a:off x="4406377" y="847918"/>
            <a:ext cx="371897" cy="70340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57">
                <a:solidFill>
                  <a:srgbClr val="263746"/>
                </a:solidFill>
                <a:latin typeface="Arial" panose="020B0604020202020204" pitchFamily="34" charset="0"/>
              </a:rPr>
              <a:t>Emap2lig-Find</a:t>
            </a:r>
            <a:endParaRPr lang="zh-CN" altLang="en-US" sz="457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141" name="文本框 140">
            <a:extLst>
              <a:ext uri="{FF2B5EF4-FFF2-40B4-BE49-F238E27FC236}">
                <a16:creationId xmlns:a16="http://schemas.microsoft.com/office/drawing/2014/main" id="{940E9759-3DAB-33DB-381F-06D1AD25AE41}"/>
              </a:ext>
            </a:extLst>
          </p:cNvPr>
          <p:cNvSpPr txBox="1"/>
          <p:nvPr/>
        </p:nvSpPr>
        <p:spPr>
          <a:xfrm>
            <a:off x="1409296" y="1091901"/>
            <a:ext cx="46488" cy="91243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593" b="1">
                <a:solidFill>
                  <a:srgbClr val="263746"/>
                </a:solidFill>
                <a:latin typeface="Arial" panose="020B0604020202020204" pitchFamily="34" charset="0"/>
              </a:rPr>
              <a:t>b</a:t>
            </a:r>
            <a:endParaRPr lang="zh-CN" altLang="en-US" sz="593" b="1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142" name="文本框 141">
            <a:extLst>
              <a:ext uri="{FF2B5EF4-FFF2-40B4-BE49-F238E27FC236}">
                <a16:creationId xmlns:a16="http://schemas.microsoft.com/office/drawing/2014/main" id="{F974D744-6C22-6BB7-F22D-EE8E916A0E61}"/>
              </a:ext>
            </a:extLst>
          </p:cNvPr>
          <p:cNvSpPr txBox="1"/>
          <p:nvPr/>
        </p:nvSpPr>
        <p:spPr>
          <a:xfrm>
            <a:off x="1544843" y="1099431"/>
            <a:ext cx="758221" cy="7662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98" b="1">
                <a:solidFill>
                  <a:srgbClr val="263746"/>
                </a:solidFill>
                <a:latin typeface="Arial" panose="020B0604020202020204" pitchFamily="34" charset="0"/>
              </a:rPr>
              <a:t>Pose reconstruction · GT</a:t>
            </a:r>
            <a:endParaRPr lang="zh-CN" altLang="en-US" sz="498" b="1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143" name="文本框 142">
            <a:extLst>
              <a:ext uri="{FF2B5EF4-FFF2-40B4-BE49-F238E27FC236}">
                <a16:creationId xmlns:a16="http://schemas.microsoft.com/office/drawing/2014/main" id="{8C0A65EC-631D-7919-42D6-938A3C96F57B}"/>
              </a:ext>
            </a:extLst>
          </p:cNvPr>
          <p:cNvSpPr txBox="1"/>
          <p:nvPr/>
        </p:nvSpPr>
        <p:spPr>
          <a:xfrm rot="16200000">
            <a:off x="1338325" y="1547458"/>
            <a:ext cx="436018" cy="67583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39">
                <a:solidFill>
                  <a:srgbClr val="263746"/>
                </a:solidFill>
                <a:latin typeface="Arial" panose="020B0604020202020204" pitchFamily="34" charset="0"/>
              </a:rPr>
              <a:t>Success rate (%)</a:t>
            </a:r>
            <a:endParaRPr lang="zh-CN" altLang="en-US" sz="439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144" name="文本框 143">
            <a:extLst>
              <a:ext uri="{FF2B5EF4-FFF2-40B4-BE49-F238E27FC236}">
                <a16:creationId xmlns:a16="http://schemas.microsoft.com/office/drawing/2014/main" id="{D2B115EB-4FD2-840B-3324-F934ADC8396D}"/>
              </a:ext>
            </a:extLst>
          </p:cNvPr>
          <p:cNvSpPr txBox="1"/>
          <p:nvPr/>
        </p:nvSpPr>
        <p:spPr>
          <a:xfrm>
            <a:off x="1650880" y="1852467"/>
            <a:ext cx="28854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0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45" name="直接连接符 144">
            <a:extLst>
              <a:ext uri="{FF2B5EF4-FFF2-40B4-BE49-F238E27FC236}">
                <a16:creationId xmlns:a16="http://schemas.microsoft.com/office/drawing/2014/main" id="{8E6530CB-23CA-381C-EA72-7D4128CDAE97}"/>
              </a:ext>
            </a:extLst>
          </p:cNvPr>
          <p:cNvCxnSpPr/>
          <p:nvPr/>
        </p:nvCxnSpPr>
        <p:spPr>
          <a:xfrm>
            <a:off x="1868648" y="1741394"/>
            <a:ext cx="2168742" cy="0"/>
          </a:xfrm>
          <a:prstGeom prst="line">
            <a:avLst/>
          </a:prstGeom>
          <a:ln w="6985">
            <a:solidFill>
              <a:srgbClr val="DFE5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文本框 145">
            <a:extLst>
              <a:ext uri="{FF2B5EF4-FFF2-40B4-BE49-F238E27FC236}">
                <a16:creationId xmlns:a16="http://schemas.microsoft.com/office/drawing/2014/main" id="{419F6998-F949-47B4-DD1F-E26974EEAEA4}"/>
              </a:ext>
            </a:extLst>
          </p:cNvPr>
          <p:cNvSpPr txBox="1"/>
          <p:nvPr/>
        </p:nvSpPr>
        <p:spPr>
          <a:xfrm>
            <a:off x="1651489" y="1703742"/>
            <a:ext cx="57709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25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47" name="直接连接符 146">
            <a:extLst>
              <a:ext uri="{FF2B5EF4-FFF2-40B4-BE49-F238E27FC236}">
                <a16:creationId xmlns:a16="http://schemas.microsoft.com/office/drawing/2014/main" id="{7292D50D-76B2-3D69-605C-1E406A6C985C}"/>
              </a:ext>
            </a:extLst>
          </p:cNvPr>
          <p:cNvCxnSpPr/>
          <p:nvPr/>
        </p:nvCxnSpPr>
        <p:spPr>
          <a:xfrm>
            <a:off x="1868648" y="1592670"/>
            <a:ext cx="2168742" cy="0"/>
          </a:xfrm>
          <a:prstGeom prst="line">
            <a:avLst/>
          </a:prstGeom>
          <a:ln w="6985">
            <a:solidFill>
              <a:srgbClr val="DFE5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文本框 147">
            <a:extLst>
              <a:ext uri="{FF2B5EF4-FFF2-40B4-BE49-F238E27FC236}">
                <a16:creationId xmlns:a16="http://schemas.microsoft.com/office/drawing/2014/main" id="{4E8AB701-437B-828C-F0AA-4F4B802BC9BD}"/>
              </a:ext>
            </a:extLst>
          </p:cNvPr>
          <p:cNvSpPr txBox="1"/>
          <p:nvPr/>
        </p:nvSpPr>
        <p:spPr>
          <a:xfrm>
            <a:off x="1651489" y="1555018"/>
            <a:ext cx="57709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50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91322531-BE66-DBEB-94DA-AD1AEA0C8513}"/>
              </a:ext>
            </a:extLst>
          </p:cNvPr>
          <p:cNvCxnSpPr/>
          <p:nvPr/>
        </p:nvCxnSpPr>
        <p:spPr>
          <a:xfrm>
            <a:off x="1868648" y="1443945"/>
            <a:ext cx="2168742" cy="0"/>
          </a:xfrm>
          <a:prstGeom prst="line">
            <a:avLst/>
          </a:prstGeom>
          <a:ln w="6985">
            <a:solidFill>
              <a:srgbClr val="DFE5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文本框 149">
            <a:extLst>
              <a:ext uri="{FF2B5EF4-FFF2-40B4-BE49-F238E27FC236}">
                <a16:creationId xmlns:a16="http://schemas.microsoft.com/office/drawing/2014/main" id="{6C6B1521-F281-42E9-AB7A-340C7DFD6378}"/>
              </a:ext>
            </a:extLst>
          </p:cNvPr>
          <p:cNvSpPr txBox="1"/>
          <p:nvPr/>
        </p:nvSpPr>
        <p:spPr>
          <a:xfrm>
            <a:off x="1651489" y="1406293"/>
            <a:ext cx="57709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75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sp>
        <p:nvSpPr>
          <p:cNvPr id="151" name="文本框 150">
            <a:extLst>
              <a:ext uri="{FF2B5EF4-FFF2-40B4-BE49-F238E27FC236}">
                <a16:creationId xmlns:a16="http://schemas.microsoft.com/office/drawing/2014/main" id="{921DAD7E-16CF-E794-4AAD-04191BF52E35}"/>
              </a:ext>
            </a:extLst>
          </p:cNvPr>
          <p:cNvSpPr txBox="1"/>
          <p:nvPr/>
        </p:nvSpPr>
        <p:spPr>
          <a:xfrm>
            <a:off x="1652101" y="1257569"/>
            <a:ext cx="86562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100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52" name="直接连接符 151">
            <a:extLst>
              <a:ext uri="{FF2B5EF4-FFF2-40B4-BE49-F238E27FC236}">
                <a16:creationId xmlns:a16="http://schemas.microsoft.com/office/drawing/2014/main" id="{670507EC-94E2-7B84-D0DB-B7C70CF6E8FF}"/>
              </a:ext>
            </a:extLst>
          </p:cNvPr>
          <p:cNvCxnSpPr/>
          <p:nvPr/>
        </p:nvCxnSpPr>
        <p:spPr>
          <a:xfrm>
            <a:off x="1868648" y="1295221"/>
            <a:ext cx="0" cy="594898"/>
          </a:xfrm>
          <a:prstGeom prst="line">
            <a:avLst/>
          </a:prstGeom>
          <a:ln w="1016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直接连接符 152">
            <a:extLst>
              <a:ext uri="{FF2B5EF4-FFF2-40B4-BE49-F238E27FC236}">
                <a16:creationId xmlns:a16="http://schemas.microsoft.com/office/drawing/2014/main" id="{9F9BAAB0-7EF0-E7C7-1E76-54E3DC535095}"/>
              </a:ext>
            </a:extLst>
          </p:cNvPr>
          <p:cNvCxnSpPr/>
          <p:nvPr/>
        </p:nvCxnSpPr>
        <p:spPr>
          <a:xfrm>
            <a:off x="1868648" y="1890119"/>
            <a:ext cx="2168742" cy="0"/>
          </a:xfrm>
          <a:prstGeom prst="line">
            <a:avLst/>
          </a:prstGeom>
          <a:ln w="1016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直接连接符 153">
            <a:extLst>
              <a:ext uri="{FF2B5EF4-FFF2-40B4-BE49-F238E27FC236}">
                <a16:creationId xmlns:a16="http://schemas.microsoft.com/office/drawing/2014/main" id="{B628B906-BA51-DD28-E815-DD3DE53163CA}"/>
              </a:ext>
            </a:extLst>
          </p:cNvPr>
          <p:cNvCxnSpPr/>
          <p:nvPr/>
        </p:nvCxnSpPr>
        <p:spPr>
          <a:xfrm>
            <a:off x="1868648" y="1890119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文本框 154">
            <a:extLst>
              <a:ext uri="{FF2B5EF4-FFF2-40B4-BE49-F238E27FC236}">
                <a16:creationId xmlns:a16="http://schemas.microsoft.com/office/drawing/2014/main" id="{B7B1D34D-FBCE-69C9-ABE7-1E904C19E53D}"/>
              </a:ext>
            </a:extLst>
          </p:cNvPr>
          <p:cNvSpPr txBox="1"/>
          <p:nvPr/>
        </p:nvSpPr>
        <p:spPr>
          <a:xfrm>
            <a:off x="1831303" y="1920240"/>
            <a:ext cx="28854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1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56" name="直接连接符 155">
            <a:extLst>
              <a:ext uri="{FF2B5EF4-FFF2-40B4-BE49-F238E27FC236}">
                <a16:creationId xmlns:a16="http://schemas.microsoft.com/office/drawing/2014/main" id="{9D8CE715-C450-1067-5686-FB13400F31E5}"/>
              </a:ext>
            </a:extLst>
          </p:cNvPr>
          <p:cNvCxnSpPr/>
          <p:nvPr/>
        </p:nvCxnSpPr>
        <p:spPr>
          <a:xfrm>
            <a:off x="2109619" y="1890119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直接连接符 156">
            <a:extLst>
              <a:ext uri="{FF2B5EF4-FFF2-40B4-BE49-F238E27FC236}">
                <a16:creationId xmlns:a16="http://schemas.microsoft.com/office/drawing/2014/main" id="{1CF91DDC-756C-45AC-D1A3-2F520E185352}"/>
              </a:ext>
            </a:extLst>
          </p:cNvPr>
          <p:cNvCxnSpPr/>
          <p:nvPr/>
        </p:nvCxnSpPr>
        <p:spPr>
          <a:xfrm>
            <a:off x="2350591" y="1890119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文本框 157">
            <a:extLst>
              <a:ext uri="{FF2B5EF4-FFF2-40B4-BE49-F238E27FC236}">
                <a16:creationId xmlns:a16="http://schemas.microsoft.com/office/drawing/2014/main" id="{FB9D0544-5D1B-109F-9759-09AE2BA630FE}"/>
              </a:ext>
            </a:extLst>
          </p:cNvPr>
          <p:cNvSpPr txBox="1"/>
          <p:nvPr/>
        </p:nvSpPr>
        <p:spPr>
          <a:xfrm>
            <a:off x="2313245" y="1920240"/>
            <a:ext cx="28854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3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59" name="直接连接符 158">
            <a:extLst>
              <a:ext uri="{FF2B5EF4-FFF2-40B4-BE49-F238E27FC236}">
                <a16:creationId xmlns:a16="http://schemas.microsoft.com/office/drawing/2014/main" id="{716DC207-B491-2443-0511-5D57661C2CED}"/>
              </a:ext>
            </a:extLst>
          </p:cNvPr>
          <p:cNvCxnSpPr/>
          <p:nvPr/>
        </p:nvCxnSpPr>
        <p:spPr>
          <a:xfrm>
            <a:off x="2591562" y="1890119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直接连接符 159">
            <a:extLst>
              <a:ext uri="{FF2B5EF4-FFF2-40B4-BE49-F238E27FC236}">
                <a16:creationId xmlns:a16="http://schemas.microsoft.com/office/drawing/2014/main" id="{6AC3E1CA-1CFD-A9B7-767A-4783C589FB5A}"/>
              </a:ext>
            </a:extLst>
          </p:cNvPr>
          <p:cNvCxnSpPr/>
          <p:nvPr/>
        </p:nvCxnSpPr>
        <p:spPr>
          <a:xfrm>
            <a:off x="2832533" y="1890119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文本框 160">
            <a:extLst>
              <a:ext uri="{FF2B5EF4-FFF2-40B4-BE49-F238E27FC236}">
                <a16:creationId xmlns:a16="http://schemas.microsoft.com/office/drawing/2014/main" id="{A1183E64-5E6D-11B0-390B-23227EFD7E0B}"/>
              </a:ext>
            </a:extLst>
          </p:cNvPr>
          <p:cNvSpPr txBox="1"/>
          <p:nvPr/>
        </p:nvSpPr>
        <p:spPr>
          <a:xfrm>
            <a:off x="2795188" y="1920240"/>
            <a:ext cx="28854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5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62" name="直接连接符 161">
            <a:extLst>
              <a:ext uri="{FF2B5EF4-FFF2-40B4-BE49-F238E27FC236}">
                <a16:creationId xmlns:a16="http://schemas.microsoft.com/office/drawing/2014/main" id="{998A8CE5-CA9E-763D-C5CC-26CDF7C2ECCE}"/>
              </a:ext>
            </a:extLst>
          </p:cNvPr>
          <p:cNvCxnSpPr/>
          <p:nvPr/>
        </p:nvCxnSpPr>
        <p:spPr>
          <a:xfrm>
            <a:off x="3073505" y="1890119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直接连接符 162">
            <a:extLst>
              <a:ext uri="{FF2B5EF4-FFF2-40B4-BE49-F238E27FC236}">
                <a16:creationId xmlns:a16="http://schemas.microsoft.com/office/drawing/2014/main" id="{1057C72A-091D-EB79-C77C-F5B3CBD51028}"/>
              </a:ext>
            </a:extLst>
          </p:cNvPr>
          <p:cNvCxnSpPr/>
          <p:nvPr/>
        </p:nvCxnSpPr>
        <p:spPr>
          <a:xfrm>
            <a:off x="3314476" y="1890119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文本框 163">
            <a:extLst>
              <a:ext uri="{FF2B5EF4-FFF2-40B4-BE49-F238E27FC236}">
                <a16:creationId xmlns:a16="http://schemas.microsoft.com/office/drawing/2014/main" id="{A9A85474-C342-C778-D057-266051AC92C4}"/>
              </a:ext>
            </a:extLst>
          </p:cNvPr>
          <p:cNvSpPr txBox="1"/>
          <p:nvPr/>
        </p:nvSpPr>
        <p:spPr>
          <a:xfrm>
            <a:off x="3277130" y="1920240"/>
            <a:ext cx="28854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7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165" name="直接连接符 164">
            <a:extLst>
              <a:ext uri="{FF2B5EF4-FFF2-40B4-BE49-F238E27FC236}">
                <a16:creationId xmlns:a16="http://schemas.microsoft.com/office/drawing/2014/main" id="{F61B8785-6C91-3124-0282-CE362DA1B896}"/>
              </a:ext>
            </a:extLst>
          </p:cNvPr>
          <p:cNvCxnSpPr/>
          <p:nvPr/>
        </p:nvCxnSpPr>
        <p:spPr>
          <a:xfrm>
            <a:off x="3555447" y="1890119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直接连接符 165">
            <a:extLst>
              <a:ext uri="{FF2B5EF4-FFF2-40B4-BE49-F238E27FC236}">
                <a16:creationId xmlns:a16="http://schemas.microsoft.com/office/drawing/2014/main" id="{991CA3D3-AB6C-AA7B-24D2-79EA844BF96D}"/>
              </a:ext>
            </a:extLst>
          </p:cNvPr>
          <p:cNvCxnSpPr/>
          <p:nvPr/>
        </p:nvCxnSpPr>
        <p:spPr>
          <a:xfrm>
            <a:off x="3796418" y="1890119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42C5DE43-28C4-2E48-66C7-0C28043AB52C}"/>
              </a:ext>
            </a:extLst>
          </p:cNvPr>
          <p:cNvCxnSpPr/>
          <p:nvPr/>
        </p:nvCxnSpPr>
        <p:spPr>
          <a:xfrm>
            <a:off x="4037390" y="1890119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文本框 167">
            <a:extLst>
              <a:ext uri="{FF2B5EF4-FFF2-40B4-BE49-F238E27FC236}">
                <a16:creationId xmlns:a16="http://schemas.microsoft.com/office/drawing/2014/main" id="{71A8AE1F-ABB9-A6C2-2B15-652021968F4A}"/>
              </a:ext>
            </a:extLst>
          </p:cNvPr>
          <p:cNvSpPr txBox="1"/>
          <p:nvPr/>
        </p:nvSpPr>
        <p:spPr>
          <a:xfrm>
            <a:off x="4000349" y="1920240"/>
            <a:ext cx="57709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10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sp>
        <p:nvSpPr>
          <p:cNvPr id="169" name="文本框 168">
            <a:extLst>
              <a:ext uri="{FF2B5EF4-FFF2-40B4-BE49-F238E27FC236}">
                <a16:creationId xmlns:a16="http://schemas.microsoft.com/office/drawing/2014/main" id="{101A6B7C-07D1-D0AD-8B0C-5720E09F987A}"/>
              </a:ext>
            </a:extLst>
          </p:cNvPr>
          <p:cNvSpPr txBox="1"/>
          <p:nvPr/>
        </p:nvSpPr>
        <p:spPr>
          <a:xfrm>
            <a:off x="2496285" y="2018135"/>
            <a:ext cx="546625" cy="67583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39">
                <a:solidFill>
                  <a:srgbClr val="263746"/>
                </a:solidFill>
                <a:latin typeface="Arial" panose="020B0604020202020204" pitchFamily="34" charset="0"/>
              </a:rPr>
              <a:t>Charged attempts (K)</a:t>
            </a:r>
            <a:endParaRPr lang="zh-CN" altLang="en-US" sz="439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170" name="直接连接符 169">
            <a:extLst>
              <a:ext uri="{FF2B5EF4-FFF2-40B4-BE49-F238E27FC236}">
                <a16:creationId xmlns:a16="http://schemas.microsoft.com/office/drawing/2014/main" id="{5E25FAE2-9990-E4AB-9F98-CBDCEA134973}"/>
              </a:ext>
            </a:extLst>
          </p:cNvPr>
          <p:cNvCxnSpPr/>
          <p:nvPr/>
        </p:nvCxnSpPr>
        <p:spPr>
          <a:xfrm flipV="1">
            <a:off x="1868648" y="1503821"/>
            <a:ext cx="240971" cy="46356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直接连接符 170">
            <a:extLst>
              <a:ext uri="{FF2B5EF4-FFF2-40B4-BE49-F238E27FC236}">
                <a16:creationId xmlns:a16="http://schemas.microsoft.com/office/drawing/2014/main" id="{B617BA3B-73A6-9323-767E-3CFCC3108967}"/>
              </a:ext>
            </a:extLst>
          </p:cNvPr>
          <p:cNvCxnSpPr/>
          <p:nvPr/>
        </p:nvCxnSpPr>
        <p:spPr>
          <a:xfrm flipV="1">
            <a:off x="2109620" y="1496096"/>
            <a:ext cx="240971" cy="7725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直接连接符 171">
            <a:extLst>
              <a:ext uri="{FF2B5EF4-FFF2-40B4-BE49-F238E27FC236}">
                <a16:creationId xmlns:a16="http://schemas.microsoft.com/office/drawing/2014/main" id="{71614171-1639-D922-1F97-FE0C3FEB8F7C}"/>
              </a:ext>
            </a:extLst>
          </p:cNvPr>
          <p:cNvCxnSpPr/>
          <p:nvPr/>
        </p:nvCxnSpPr>
        <p:spPr>
          <a:xfrm>
            <a:off x="2350591" y="1496096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直接连接符 172">
            <a:extLst>
              <a:ext uri="{FF2B5EF4-FFF2-40B4-BE49-F238E27FC236}">
                <a16:creationId xmlns:a16="http://schemas.microsoft.com/office/drawing/2014/main" id="{024686E8-4295-F6EB-0FC2-6429F0E0CEE8}"/>
              </a:ext>
            </a:extLst>
          </p:cNvPr>
          <p:cNvCxnSpPr/>
          <p:nvPr/>
        </p:nvCxnSpPr>
        <p:spPr>
          <a:xfrm>
            <a:off x="2591562" y="1496096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直接连接符 173">
            <a:extLst>
              <a:ext uri="{FF2B5EF4-FFF2-40B4-BE49-F238E27FC236}">
                <a16:creationId xmlns:a16="http://schemas.microsoft.com/office/drawing/2014/main" id="{DEFB6957-E7D9-8FFB-0136-AB1D1DED00EB}"/>
              </a:ext>
            </a:extLst>
          </p:cNvPr>
          <p:cNvCxnSpPr/>
          <p:nvPr/>
        </p:nvCxnSpPr>
        <p:spPr>
          <a:xfrm>
            <a:off x="2832533" y="1496096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直接连接符 174">
            <a:extLst>
              <a:ext uri="{FF2B5EF4-FFF2-40B4-BE49-F238E27FC236}">
                <a16:creationId xmlns:a16="http://schemas.microsoft.com/office/drawing/2014/main" id="{0F469ABE-EDFF-5502-ADA9-1E3510AC4572}"/>
              </a:ext>
            </a:extLst>
          </p:cNvPr>
          <p:cNvCxnSpPr/>
          <p:nvPr/>
        </p:nvCxnSpPr>
        <p:spPr>
          <a:xfrm>
            <a:off x="3073505" y="1496096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直接连接符 175">
            <a:extLst>
              <a:ext uri="{FF2B5EF4-FFF2-40B4-BE49-F238E27FC236}">
                <a16:creationId xmlns:a16="http://schemas.microsoft.com/office/drawing/2014/main" id="{3F2B748E-29A2-5DD7-AC0B-B8FCB8BB500A}"/>
              </a:ext>
            </a:extLst>
          </p:cNvPr>
          <p:cNvCxnSpPr/>
          <p:nvPr/>
        </p:nvCxnSpPr>
        <p:spPr>
          <a:xfrm>
            <a:off x="3314476" y="1496096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直接连接符 176">
            <a:extLst>
              <a:ext uri="{FF2B5EF4-FFF2-40B4-BE49-F238E27FC236}">
                <a16:creationId xmlns:a16="http://schemas.microsoft.com/office/drawing/2014/main" id="{40F4FBE0-BF77-FF3D-7876-59E683AC6CB9}"/>
              </a:ext>
            </a:extLst>
          </p:cNvPr>
          <p:cNvCxnSpPr/>
          <p:nvPr/>
        </p:nvCxnSpPr>
        <p:spPr>
          <a:xfrm>
            <a:off x="3555447" y="1496096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直接连接符 177">
            <a:extLst>
              <a:ext uri="{FF2B5EF4-FFF2-40B4-BE49-F238E27FC236}">
                <a16:creationId xmlns:a16="http://schemas.microsoft.com/office/drawing/2014/main" id="{E47EF5F2-2C41-CA53-793F-6D709AA0B845}"/>
              </a:ext>
            </a:extLst>
          </p:cNvPr>
          <p:cNvCxnSpPr/>
          <p:nvPr/>
        </p:nvCxnSpPr>
        <p:spPr>
          <a:xfrm>
            <a:off x="3796419" y="1496096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椭圆 178">
            <a:extLst>
              <a:ext uri="{FF2B5EF4-FFF2-40B4-BE49-F238E27FC236}">
                <a16:creationId xmlns:a16="http://schemas.microsoft.com/office/drawing/2014/main" id="{9E236DE8-D2AB-37DF-D80B-621E625F2173}"/>
              </a:ext>
            </a:extLst>
          </p:cNvPr>
          <p:cNvSpPr/>
          <p:nvPr/>
        </p:nvSpPr>
        <p:spPr>
          <a:xfrm>
            <a:off x="1855470" y="1536999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80" name="椭圆 179">
            <a:extLst>
              <a:ext uri="{FF2B5EF4-FFF2-40B4-BE49-F238E27FC236}">
                <a16:creationId xmlns:a16="http://schemas.microsoft.com/office/drawing/2014/main" id="{2DEEDFB9-3BF4-3302-4CD4-30C5E1F3D640}"/>
              </a:ext>
            </a:extLst>
          </p:cNvPr>
          <p:cNvSpPr/>
          <p:nvPr/>
        </p:nvSpPr>
        <p:spPr>
          <a:xfrm>
            <a:off x="2096441" y="1490643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81" name="椭圆 180">
            <a:extLst>
              <a:ext uri="{FF2B5EF4-FFF2-40B4-BE49-F238E27FC236}">
                <a16:creationId xmlns:a16="http://schemas.microsoft.com/office/drawing/2014/main" id="{04C9D3F6-7755-DC35-856F-0C70457FE4F9}"/>
              </a:ext>
            </a:extLst>
          </p:cNvPr>
          <p:cNvSpPr/>
          <p:nvPr/>
        </p:nvSpPr>
        <p:spPr>
          <a:xfrm>
            <a:off x="2337413" y="1482918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82" name="椭圆 181">
            <a:extLst>
              <a:ext uri="{FF2B5EF4-FFF2-40B4-BE49-F238E27FC236}">
                <a16:creationId xmlns:a16="http://schemas.microsoft.com/office/drawing/2014/main" id="{F2C52315-9473-1EC2-3708-36C7CE4228BE}"/>
              </a:ext>
            </a:extLst>
          </p:cNvPr>
          <p:cNvSpPr/>
          <p:nvPr/>
        </p:nvSpPr>
        <p:spPr>
          <a:xfrm>
            <a:off x="2578384" y="1482918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83" name="椭圆 182">
            <a:extLst>
              <a:ext uri="{FF2B5EF4-FFF2-40B4-BE49-F238E27FC236}">
                <a16:creationId xmlns:a16="http://schemas.microsoft.com/office/drawing/2014/main" id="{6246050C-FCA6-9468-C898-32F72C3C0B5C}"/>
              </a:ext>
            </a:extLst>
          </p:cNvPr>
          <p:cNvSpPr/>
          <p:nvPr/>
        </p:nvSpPr>
        <p:spPr>
          <a:xfrm>
            <a:off x="2819355" y="1482918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84" name="椭圆 183">
            <a:extLst>
              <a:ext uri="{FF2B5EF4-FFF2-40B4-BE49-F238E27FC236}">
                <a16:creationId xmlns:a16="http://schemas.microsoft.com/office/drawing/2014/main" id="{B1A296AF-432A-25B4-557B-A405AF0C47FC}"/>
              </a:ext>
            </a:extLst>
          </p:cNvPr>
          <p:cNvSpPr/>
          <p:nvPr/>
        </p:nvSpPr>
        <p:spPr>
          <a:xfrm>
            <a:off x="3060327" y="1482918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85" name="椭圆 184">
            <a:extLst>
              <a:ext uri="{FF2B5EF4-FFF2-40B4-BE49-F238E27FC236}">
                <a16:creationId xmlns:a16="http://schemas.microsoft.com/office/drawing/2014/main" id="{4B3BBBE2-1A47-3BF4-9DB4-40269AF9EEC6}"/>
              </a:ext>
            </a:extLst>
          </p:cNvPr>
          <p:cNvSpPr/>
          <p:nvPr/>
        </p:nvSpPr>
        <p:spPr>
          <a:xfrm>
            <a:off x="3301298" y="1482918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86" name="椭圆 185">
            <a:extLst>
              <a:ext uri="{FF2B5EF4-FFF2-40B4-BE49-F238E27FC236}">
                <a16:creationId xmlns:a16="http://schemas.microsoft.com/office/drawing/2014/main" id="{7CA25F58-86CD-EA1F-442B-3782E01F1B58}"/>
              </a:ext>
            </a:extLst>
          </p:cNvPr>
          <p:cNvSpPr/>
          <p:nvPr/>
        </p:nvSpPr>
        <p:spPr>
          <a:xfrm>
            <a:off x="3542269" y="1482918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87" name="椭圆 186">
            <a:extLst>
              <a:ext uri="{FF2B5EF4-FFF2-40B4-BE49-F238E27FC236}">
                <a16:creationId xmlns:a16="http://schemas.microsoft.com/office/drawing/2014/main" id="{3839DB9A-CD81-338D-AF70-E7A1691E2594}"/>
              </a:ext>
            </a:extLst>
          </p:cNvPr>
          <p:cNvSpPr/>
          <p:nvPr/>
        </p:nvSpPr>
        <p:spPr>
          <a:xfrm>
            <a:off x="3783240" y="1482918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88" name="椭圆 187">
            <a:extLst>
              <a:ext uri="{FF2B5EF4-FFF2-40B4-BE49-F238E27FC236}">
                <a16:creationId xmlns:a16="http://schemas.microsoft.com/office/drawing/2014/main" id="{EB2AF242-4DDE-D9BC-5D1E-47B123C76919}"/>
              </a:ext>
            </a:extLst>
          </p:cNvPr>
          <p:cNvSpPr/>
          <p:nvPr/>
        </p:nvSpPr>
        <p:spPr>
          <a:xfrm>
            <a:off x="4024212" y="1482918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cxnSp>
        <p:nvCxnSpPr>
          <p:cNvPr id="189" name="直接连接符 188">
            <a:extLst>
              <a:ext uri="{FF2B5EF4-FFF2-40B4-BE49-F238E27FC236}">
                <a16:creationId xmlns:a16="http://schemas.microsoft.com/office/drawing/2014/main" id="{E07C7732-0526-2564-8F87-F4CE82883B20}"/>
              </a:ext>
            </a:extLst>
          </p:cNvPr>
          <p:cNvCxnSpPr/>
          <p:nvPr/>
        </p:nvCxnSpPr>
        <p:spPr>
          <a:xfrm flipV="1">
            <a:off x="1868648" y="1472918"/>
            <a:ext cx="240971" cy="30904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直接连接符 189">
            <a:extLst>
              <a:ext uri="{FF2B5EF4-FFF2-40B4-BE49-F238E27FC236}">
                <a16:creationId xmlns:a16="http://schemas.microsoft.com/office/drawing/2014/main" id="{F95F7163-C58C-0FDD-1151-FA891F44A63A}"/>
              </a:ext>
            </a:extLst>
          </p:cNvPr>
          <p:cNvCxnSpPr/>
          <p:nvPr/>
        </p:nvCxnSpPr>
        <p:spPr>
          <a:xfrm flipV="1">
            <a:off x="2109620" y="1465191"/>
            <a:ext cx="240971" cy="7726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直接连接符 190">
            <a:extLst>
              <a:ext uri="{FF2B5EF4-FFF2-40B4-BE49-F238E27FC236}">
                <a16:creationId xmlns:a16="http://schemas.microsoft.com/office/drawing/2014/main" id="{8281DE39-96D3-1746-E2AE-18EA9C1E9553}"/>
              </a:ext>
            </a:extLst>
          </p:cNvPr>
          <p:cNvCxnSpPr/>
          <p:nvPr/>
        </p:nvCxnSpPr>
        <p:spPr>
          <a:xfrm>
            <a:off x="2350591" y="1465191"/>
            <a:ext cx="240971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直接连接符 191">
            <a:extLst>
              <a:ext uri="{FF2B5EF4-FFF2-40B4-BE49-F238E27FC236}">
                <a16:creationId xmlns:a16="http://schemas.microsoft.com/office/drawing/2014/main" id="{738A64DD-E34C-7BAF-9E77-97F32AA35DB7}"/>
              </a:ext>
            </a:extLst>
          </p:cNvPr>
          <p:cNvCxnSpPr/>
          <p:nvPr/>
        </p:nvCxnSpPr>
        <p:spPr>
          <a:xfrm>
            <a:off x="2591562" y="1465191"/>
            <a:ext cx="240971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7048C083-ABFE-DC15-B533-0301363A6FEA}"/>
              </a:ext>
            </a:extLst>
          </p:cNvPr>
          <p:cNvCxnSpPr/>
          <p:nvPr/>
        </p:nvCxnSpPr>
        <p:spPr>
          <a:xfrm>
            <a:off x="2832533" y="1465191"/>
            <a:ext cx="240971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直接连接符 193">
            <a:extLst>
              <a:ext uri="{FF2B5EF4-FFF2-40B4-BE49-F238E27FC236}">
                <a16:creationId xmlns:a16="http://schemas.microsoft.com/office/drawing/2014/main" id="{02E8CB7D-BFA3-3531-ADB3-DD1C42D2C9CD}"/>
              </a:ext>
            </a:extLst>
          </p:cNvPr>
          <p:cNvCxnSpPr/>
          <p:nvPr/>
        </p:nvCxnSpPr>
        <p:spPr>
          <a:xfrm>
            <a:off x="3073505" y="1465191"/>
            <a:ext cx="240971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直接连接符 194">
            <a:extLst>
              <a:ext uri="{FF2B5EF4-FFF2-40B4-BE49-F238E27FC236}">
                <a16:creationId xmlns:a16="http://schemas.microsoft.com/office/drawing/2014/main" id="{D700969B-5F49-0D82-059C-2D467531DE51}"/>
              </a:ext>
            </a:extLst>
          </p:cNvPr>
          <p:cNvCxnSpPr/>
          <p:nvPr/>
        </p:nvCxnSpPr>
        <p:spPr>
          <a:xfrm>
            <a:off x="3314476" y="1465191"/>
            <a:ext cx="240971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直接连接符 195">
            <a:extLst>
              <a:ext uri="{FF2B5EF4-FFF2-40B4-BE49-F238E27FC236}">
                <a16:creationId xmlns:a16="http://schemas.microsoft.com/office/drawing/2014/main" id="{BA554737-CB38-3E15-B55E-7705BD841D68}"/>
              </a:ext>
            </a:extLst>
          </p:cNvPr>
          <p:cNvCxnSpPr/>
          <p:nvPr/>
        </p:nvCxnSpPr>
        <p:spPr>
          <a:xfrm>
            <a:off x="3555447" y="1465191"/>
            <a:ext cx="240971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直接连接符 196">
            <a:extLst>
              <a:ext uri="{FF2B5EF4-FFF2-40B4-BE49-F238E27FC236}">
                <a16:creationId xmlns:a16="http://schemas.microsoft.com/office/drawing/2014/main" id="{1B42F19D-80D0-B245-7448-8064F07D904A}"/>
              </a:ext>
            </a:extLst>
          </p:cNvPr>
          <p:cNvCxnSpPr/>
          <p:nvPr/>
        </p:nvCxnSpPr>
        <p:spPr>
          <a:xfrm>
            <a:off x="3796419" y="1465191"/>
            <a:ext cx="240971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椭圆 197">
            <a:extLst>
              <a:ext uri="{FF2B5EF4-FFF2-40B4-BE49-F238E27FC236}">
                <a16:creationId xmlns:a16="http://schemas.microsoft.com/office/drawing/2014/main" id="{A814B89E-298D-107C-7361-107B1C23F5F6}"/>
              </a:ext>
            </a:extLst>
          </p:cNvPr>
          <p:cNvSpPr/>
          <p:nvPr/>
        </p:nvSpPr>
        <p:spPr>
          <a:xfrm>
            <a:off x="1855470" y="1490643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199" name="椭圆 198">
            <a:extLst>
              <a:ext uri="{FF2B5EF4-FFF2-40B4-BE49-F238E27FC236}">
                <a16:creationId xmlns:a16="http://schemas.microsoft.com/office/drawing/2014/main" id="{D2FF2846-5FA1-D272-46DD-928C15E4E15F}"/>
              </a:ext>
            </a:extLst>
          </p:cNvPr>
          <p:cNvSpPr/>
          <p:nvPr/>
        </p:nvSpPr>
        <p:spPr>
          <a:xfrm>
            <a:off x="2096441" y="1459739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00" name="椭圆 199">
            <a:extLst>
              <a:ext uri="{FF2B5EF4-FFF2-40B4-BE49-F238E27FC236}">
                <a16:creationId xmlns:a16="http://schemas.microsoft.com/office/drawing/2014/main" id="{F091D1A6-F450-BAEE-18AD-A786C6F4AA48}"/>
              </a:ext>
            </a:extLst>
          </p:cNvPr>
          <p:cNvSpPr/>
          <p:nvPr/>
        </p:nvSpPr>
        <p:spPr>
          <a:xfrm>
            <a:off x="2337413" y="1452013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01" name="椭圆 200">
            <a:extLst>
              <a:ext uri="{FF2B5EF4-FFF2-40B4-BE49-F238E27FC236}">
                <a16:creationId xmlns:a16="http://schemas.microsoft.com/office/drawing/2014/main" id="{490701A2-BFA5-C228-18CB-BB39E5AC0718}"/>
              </a:ext>
            </a:extLst>
          </p:cNvPr>
          <p:cNvSpPr/>
          <p:nvPr/>
        </p:nvSpPr>
        <p:spPr>
          <a:xfrm>
            <a:off x="2578384" y="1452013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02" name="椭圆 201">
            <a:extLst>
              <a:ext uri="{FF2B5EF4-FFF2-40B4-BE49-F238E27FC236}">
                <a16:creationId xmlns:a16="http://schemas.microsoft.com/office/drawing/2014/main" id="{4C8E8234-80A1-C8AA-1407-943BB603E963}"/>
              </a:ext>
            </a:extLst>
          </p:cNvPr>
          <p:cNvSpPr/>
          <p:nvPr/>
        </p:nvSpPr>
        <p:spPr>
          <a:xfrm>
            <a:off x="2819355" y="1452013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03" name="椭圆 202">
            <a:extLst>
              <a:ext uri="{FF2B5EF4-FFF2-40B4-BE49-F238E27FC236}">
                <a16:creationId xmlns:a16="http://schemas.microsoft.com/office/drawing/2014/main" id="{E50218DF-679A-03C7-5BDE-EC3CFBD08FBB}"/>
              </a:ext>
            </a:extLst>
          </p:cNvPr>
          <p:cNvSpPr/>
          <p:nvPr/>
        </p:nvSpPr>
        <p:spPr>
          <a:xfrm>
            <a:off x="3060327" y="1452013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04" name="椭圆 203">
            <a:extLst>
              <a:ext uri="{FF2B5EF4-FFF2-40B4-BE49-F238E27FC236}">
                <a16:creationId xmlns:a16="http://schemas.microsoft.com/office/drawing/2014/main" id="{C395DDA9-6893-74BD-E04E-C0DC6786F022}"/>
              </a:ext>
            </a:extLst>
          </p:cNvPr>
          <p:cNvSpPr/>
          <p:nvPr/>
        </p:nvSpPr>
        <p:spPr>
          <a:xfrm>
            <a:off x="3301298" y="1452013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05" name="椭圆 204">
            <a:extLst>
              <a:ext uri="{FF2B5EF4-FFF2-40B4-BE49-F238E27FC236}">
                <a16:creationId xmlns:a16="http://schemas.microsoft.com/office/drawing/2014/main" id="{5306C3C6-1B55-64CA-5E59-43725EFD771F}"/>
              </a:ext>
            </a:extLst>
          </p:cNvPr>
          <p:cNvSpPr/>
          <p:nvPr/>
        </p:nvSpPr>
        <p:spPr>
          <a:xfrm>
            <a:off x="3542269" y="1452013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06" name="椭圆 205">
            <a:extLst>
              <a:ext uri="{FF2B5EF4-FFF2-40B4-BE49-F238E27FC236}">
                <a16:creationId xmlns:a16="http://schemas.microsoft.com/office/drawing/2014/main" id="{2EDB7E21-FDEE-3C4B-7E3B-46FEF95AAE5A}"/>
              </a:ext>
            </a:extLst>
          </p:cNvPr>
          <p:cNvSpPr/>
          <p:nvPr/>
        </p:nvSpPr>
        <p:spPr>
          <a:xfrm>
            <a:off x="3783240" y="1452013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07" name="椭圆 206">
            <a:extLst>
              <a:ext uri="{FF2B5EF4-FFF2-40B4-BE49-F238E27FC236}">
                <a16:creationId xmlns:a16="http://schemas.microsoft.com/office/drawing/2014/main" id="{E092CBB4-D0B8-0F28-4961-506B8CD1EF91}"/>
              </a:ext>
            </a:extLst>
          </p:cNvPr>
          <p:cNvSpPr/>
          <p:nvPr/>
        </p:nvSpPr>
        <p:spPr>
          <a:xfrm>
            <a:off x="4024212" y="1452013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cxnSp>
        <p:nvCxnSpPr>
          <p:cNvPr id="208" name="直接连接符 207">
            <a:extLst>
              <a:ext uri="{FF2B5EF4-FFF2-40B4-BE49-F238E27FC236}">
                <a16:creationId xmlns:a16="http://schemas.microsoft.com/office/drawing/2014/main" id="{4CE481E6-269D-8DA2-F9DB-2957204E2B2F}"/>
              </a:ext>
            </a:extLst>
          </p:cNvPr>
          <p:cNvCxnSpPr/>
          <p:nvPr/>
        </p:nvCxnSpPr>
        <p:spPr>
          <a:xfrm flipV="1">
            <a:off x="1868648" y="1472917"/>
            <a:ext cx="240971" cy="15452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直接连接符 208">
            <a:extLst>
              <a:ext uri="{FF2B5EF4-FFF2-40B4-BE49-F238E27FC236}">
                <a16:creationId xmlns:a16="http://schemas.microsoft.com/office/drawing/2014/main" id="{90F4549B-D378-A32F-A6E4-DD1EC4FF1C7E}"/>
              </a:ext>
            </a:extLst>
          </p:cNvPr>
          <p:cNvCxnSpPr/>
          <p:nvPr/>
        </p:nvCxnSpPr>
        <p:spPr>
          <a:xfrm flipV="1">
            <a:off x="2109620" y="1457465"/>
            <a:ext cx="240971" cy="15452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36252D7E-6792-7872-C54E-0547659280C0}"/>
              </a:ext>
            </a:extLst>
          </p:cNvPr>
          <p:cNvCxnSpPr/>
          <p:nvPr/>
        </p:nvCxnSpPr>
        <p:spPr>
          <a:xfrm flipV="1">
            <a:off x="2350591" y="1449739"/>
            <a:ext cx="240971" cy="7726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直接连接符 210">
            <a:extLst>
              <a:ext uri="{FF2B5EF4-FFF2-40B4-BE49-F238E27FC236}">
                <a16:creationId xmlns:a16="http://schemas.microsoft.com/office/drawing/2014/main" id="{587B56C5-F9CF-F87F-6F03-0BB626380971}"/>
              </a:ext>
            </a:extLst>
          </p:cNvPr>
          <p:cNvCxnSpPr/>
          <p:nvPr/>
        </p:nvCxnSpPr>
        <p:spPr>
          <a:xfrm>
            <a:off x="2591562" y="1449739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直接连接符 211">
            <a:extLst>
              <a:ext uri="{FF2B5EF4-FFF2-40B4-BE49-F238E27FC236}">
                <a16:creationId xmlns:a16="http://schemas.microsoft.com/office/drawing/2014/main" id="{43BF8CC5-A10A-0633-CFC0-D7F5DE2A2345}"/>
              </a:ext>
            </a:extLst>
          </p:cNvPr>
          <p:cNvCxnSpPr/>
          <p:nvPr/>
        </p:nvCxnSpPr>
        <p:spPr>
          <a:xfrm>
            <a:off x="2832533" y="1449739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直接连接符 212">
            <a:extLst>
              <a:ext uri="{FF2B5EF4-FFF2-40B4-BE49-F238E27FC236}">
                <a16:creationId xmlns:a16="http://schemas.microsoft.com/office/drawing/2014/main" id="{6E831728-2DFC-141F-91F1-C2FF64DA985E}"/>
              </a:ext>
            </a:extLst>
          </p:cNvPr>
          <p:cNvCxnSpPr/>
          <p:nvPr/>
        </p:nvCxnSpPr>
        <p:spPr>
          <a:xfrm flipV="1">
            <a:off x="3073505" y="1442013"/>
            <a:ext cx="240971" cy="7726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直接连接符 213">
            <a:extLst>
              <a:ext uri="{FF2B5EF4-FFF2-40B4-BE49-F238E27FC236}">
                <a16:creationId xmlns:a16="http://schemas.microsoft.com/office/drawing/2014/main" id="{4E4543B6-CF2C-5434-6BB3-6553C7A468AF}"/>
              </a:ext>
            </a:extLst>
          </p:cNvPr>
          <p:cNvCxnSpPr/>
          <p:nvPr/>
        </p:nvCxnSpPr>
        <p:spPr>
          <a:xfrm>
            <a:off x="3314476" y="1442013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直接连接符 214">
            <a:extLst>
              <a:ext uri="{FF2B5EF4-FFF2-40B4-BE49-F238E27FC236}">
                <a16:creationId xmlns:a16="http://schemas.microsoft.com/office/drawing/2014/main" id="{C9186FE7-CC05-B4CA-B37B-3AF4296A8E1C}"/>
              </a:ext>
            </a:extLst>
          </p:cNvPr>
          <p:cNvCxnSpPr/>
          <p:nvPr/>
        </p:nvCxnSpPr>
        <p:spPr>
          <a:xfrm>
            <a:off x="3555447" y="1442013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直接连接符 215">
            <a:extLst>
              <a:ext uri="{FF2B5EF4-FFF2-40B4-BE49-F238E27FC236}">
                <a16:creationId xmlns:a16="http://schemas.microsoft.com/office/drawing/2014/main" id="{637C1BE0-BB97-86AE-BC2F-80BA545C9388}"/>
              </a:ext>
            </a:extLst>
          </p:cNvPr>
          <p:cNvCxnSpPr/>
          <p:nvPr/>
        </p:nvCxnSpPr>
        <p:spPr>
          <a:xfrm>
            <a:off x="3796419" y="1442013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矩形 216">
            <a:extLst>
              <a:ext uri="{FF2B5EF4-FFF2-40B4-BE49-F238E27FC236}">
                <a16:creationId xmlns:a16="http://schemas.microsoft.com/office/drawing/2014/main" id="{4A9D6FAE-BE19-6036-897E-35A2780332BB}"/>
              </a:ext>
            </a:extLst>
          </p:cNvPr>
          <p:cNvSpPr/>
          <p:nvPr/>
        </p:nvSpPr>
        <p:spPr>
          <a:xfrm>
            <a:off x="1855470" y="1475192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18" name="矩形 217">
            <a:extLst>
              <a:ext uri="{FF2B5EF4-FFF2-40B4-BE49-F238E27FC236}">
                <a16:creationId xmlns:a16="http://schemas.microsoft.com/office/drawing/2014/main" id="{2394C901-9E10-E339-9378-7F797C0657ED}"/>
              </a:ext>
            </a:extLst>
          </p:cNvPr>
          <p:cNvSpPr/>
          <p:nvPr/>
        </p:nvSpPr>
        <p:spPr>
          <a:xfrm>
            <a:off x="2096441" y="1459739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19" name="矩形 218">
            <a:extLst>
              <a:ext uri="{FF2B5EF4-FFF2-40B4-BE49-F238E27FC236}">
                <a16:creationId xmlns:a16="http://schemas.microsoft.com/office/drawing/2014/main" id="{97F12784-4B8B-A05D-8FA9-FC500923D067}"/>
              </a:ext>
            </a:extLst>
          </p:cNvPr>
          <p:cNvSpPr/>
          <p:nvPr/>
        </p:nvSpPr>
        <p:spPr>
          <a:xfrm>
            <a:off x="2337413" y="1444287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20" name="矩形 219">
            <a:extLst>
              <a:ext uri="{FF2B5EF4-FFF2-40B4-BE49-F238E27FC236}">
                <a16:creationId xmlns:a16="http://schemas.microsoft.com/office/drawing/2014/main" id="{4B989C21-2822-4E68-361F-2B93E9BAB0A5}"/>
              </a:ext>
            </a:extLst>
          </p:cNvPr>
          <p:cNvSpPr/>
          <p:nvPr/>
        </p:nvSpPr>
        <p:spPr>
          <a:xfrm>
            <a:off x="2578384" y="1436561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21" name="矩形 220">
            <a:extLst>
              <a:ext uri="{FF2B5EF4-FFF2-40B4-BE49-F238E27FC236}">
                <a16:creationId xmlns:a16="http://schemas.microsoft.com/office/drawing/2014/main" id="{949382F3-3EDA-76B0-3061-84ACA706F7C8}"/>
              </a:ext>
            </a:extLst>
          </p:cNvPr>
          <p:cNvSpPr/>
          <p:nvPr/>
        </p:nvSpPr>
        <p:spPr>
          <a:xfrm>
            <a:off x="2819355" y="1436561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22" name="矩形 221">
            <a:extLst>
              <a:ext uri="{FF2B5EF4-FFF2-40B4-BE49-F238E27FC236}">
                <a16:creationId xmlns:a16="http://schemas.microsoft.com/office/drawing/2014/main" id="{34D0BD6B-0D63-3CC9-46FB-E5147B40AF70}"/>
              </a:ext>
            </a:extLst>
          </p:cNvPr>
          <p:cNvSpPr/>
          <p:nvPr/>
        </p:nvSpPr>
        <p:spPr>
          <a:xfrm>
            <a:off x="3060327" y="1436561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23" name="矩形 222">
            <a:extLst>
              <a:ext uri="{FF2B5EF4-FFF2-40B4-BE49-F238E27FC236}">
                <a16:creationId xmlns:a16="http://schemas.microsoft.com/office/drawing/2014/main" id="{3C9FE235-83D2-3F27-0F9A-7274EB671A57}"/>
              </a:ext>
            </a:extLst>
          </p:cNvPr>
          <p:cNvSpPr/>
          <p:nvPr/>
        </p:nvSpPr>
        <p:spPr>
          <a:xfrm>
            <a:off x="3301298" y="1428835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24" name="矩形 223">
            <a:extLst>
              <a:ext uri="{FF2B5EF4-FFF2-40B4-BE49-F238E27FC236}">
                <a16:creationId xmlns:a16="http://schemas.microsoft.com/office/drawing/2014/main" id="{BE56CB2A-8303-FE82-38AB-5BAACC85CF60}"/>
              </a:ext>
            </a:extLst>
          </p:cNvPr>
          <p:cNvSpPr/>
          <p:nvPr/>
        </p:nvSpPr>
        <p:spPr>
          <a:xfrm>
            <a:off x="3542269" y="1428835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25" name="矩形 224">
            <a:extLst>
              <a:ext uri="{FF2B5EF4-FFF2-40B4-BE49-F238E27FC236}">
                <a16:creationId xmlns:a16="http://schemas.microsoft.com/office/drawing/2014/main" id="{1A99FC82-358F-9153-3488-29AE7EAD13E1}"/>
              </a:ext>
            </a:extLst>
          </p:cNvPr>
          <p:cNvSpPr/>
          <p:nvPr/>
        </p:nvSpPr>
        <p:spPr>
          <a:xfrm>
            <a:off x="3783240" y="1428835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26" name="矩形 225">
            <a:extLst>
              <a:ext uri="{FF2B5EF4-FFF2-40B4-BE49-F238E27FC236}">
                <a16:creationId xmlns:a16="http://schemas.microsoft.com/office/drawing/2014/main" id="{B2548622-3E66-44FC-1B02-7B9B7D6246B2}"/>
              </a:ext>
            </a:extLst>
          </p:cNvPr>
          <p:cNvSpPr/>
          <p:nvPr/>
        </p:nvSpPr>
        <p:spPr>
          <a:xfrm>
            <a:off x="4024212" y="1428835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cxnSp>
        <p:nvCxnSpPr>
          <p:cNvPr id="227" name="直接连接符 226">
            <a:extLst>
              <a:ext uri="{FF2B5EF4-FFF2-40B4-BE49-F238E27FC236}">
                <a16:creationId xmlns:a16="http://schemas.microsoft.com/office/drawing/2014/main" id="{CB034AD0-A2ED-1E28-C315-BE4CB06ED3B5}"/>
              </a:ext>
            </a:extLst>
          </p:cNvPr>
          <p:cNvCxnSpPr/>
          <p:nvPr/>
        </p:nvCxnSpPr>
        <p:spPr>
          <a:xfrm flipV="1">
            <a:off x="1868648" y="1449739"/>
            <a:ext cx="240971" cy="15452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直接连接符 227">
            <a:extLst>
              <a:ext uri="{FF2B5EF4-FFF2-40B4-BE49-F238E27FC236}">
                <a16:creationId xmlns:a16="http://schemas.microsoft.com/office/drawing/2014/main" id="{0636299D-686C-EEED-933A-8882B1050546}"/>
              </a:ext>
            </a:extLst>
          </p:cNvPr>
          <p:cNvCxnSpPr/>
          <p:nvPr/>
        </p:nvCxnSpPr>
        <p:spPr>
          <a:xfrm flipV="1">
            <a:off x="2109620" y="1442013"/>
            <a:ext cx="240971" cy="7726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直接连接符 228">
            <a:extLst>
              <a:ext uri="{FF2B5EF4-FFF2-40B4-BE49-F238E27FC236}">
                <a16:creationId xmlns:a16="http://schemas.microsoft.com/office/drawing/2014/main" id="{4A10EF4F-FB44-572D-CE36-055DF1E81E33}"/>
              </a:ext>
            </a:extLst>
          </p:cNvPr>
          <p:cNvCxnSpPr/>
          <p:nvPr/>
        </p:nvCxnSpPr>
        <p:spPr>
          <a:xfrm>
            <a:off x="2350591" y="1442013"/>
            <a:ext cx="240971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直接连接符 229">
            <a:extLst>
              <a:ext uri="{FF2B5EF4-FFF2-40B4-BE49-F238E27FC236}">
                <a16:creationId xmlns:a16="http://schemas.microsoft.com/office/drawing/2014/main" id="{F8D1BABA-C1B0-0A94-A751-EDB420C4D49F}"/>
              </a:ext>
            </a:extLst>
          </p:cNvPr>
          <p:cNvCxnSpPr/>
          <p:nvPr/>
        </p:nvCxnSpPr>
        <p:spPr>
          <a:xfrm>
            <a:off x="2591562" y="1442013"/>
            <a:ext cx="240971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直接连接符 230">
            <a:extLst>
              <a:ext uri="{FF2B5EF4-FFF2-40B4-BE49-F238E27FC236}">
                <a16:creationId xmlns:a16="http://schemas.microsoft.com/office/drawing/2014/main" id="{881DF8DE-1414-5E11-3D3F-401CB223D7F2}"/>
              </a:ext>
            </a:extLst>
          </p:cNvPr>
          <p:cNvCxnSpPr/>
          <p:nvPr/>
        </p:nvCxnSpPr>
        <p:spPr>
          <a:xfrm>
            <a:off x="2832533" y="1442013"/>
            <a:ext cx="240971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直接连接符 231">
            <a:extLst>
              <a:ext uri="{FF2B5EF4-FFF2-40B4-BE49-F238E27FC236}">
                <a16:creationId xmlns:a16="http://schemas.microsoft.com/office/drawing/2014/main" id="{A193335E-1FF5-6EA4-BD8A-8515B590A2F3}"/>
              </a:ext>
            </a:extLst>
          </p:cNvPr>
          <p:cNvCxnSpPr/>
          <p:nvPr/>
        </p:nvCxnSpPr>
        <p:spPr>
          <a:xfrm flipV="1">
            <a:off x="3073505" y="1434288"/>
            <a:ext cx="240971" cy="7725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E7951A31-2A50-2E33-D335-0157179F6FD6}"/>
              </a:ext>
            </a:extLst>
          </p:cNvPr>
          <p:cNvCxnSpPr/>
          <p:nvPr/>
        </p:nvCxnSpPr>
        <p:spPr>
          <a:xfrm>
            <a:off x="3314476" y="1434288"/>
            <a:ext cx="240971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4" name="直接连接符 233">
            <a:extLst>
              <a:ext uri="{FF2B5EF4-FFF2-40B4-BE49-F238E27FC236}">
                <a16:creationId xmlns:a16="http://schemas.microsoft.com/office/drawing/2014/main" id="{5DECB876-9008-092B-42E6-51FE2C36F133}"/>
              </a:ext>
            </a:extLst>
          </p:cNvPr>
          <p:cNvCxnSpPr/>
          <p:nvPr/>
        </p:nvCxnSpPr>
        <p:spPr>
          <a:xfrm>
            <a:off x="3555447" y="1434288"/>
            <a:ext cx="240971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直接连接符 234">
            <a:extLst>
              <a:ext uri="{FF2B5EF4-FFF2-40B4-BE49-F238E27FC236}">
                <a16:creationId xmlns:a16="http://schemas.microsoft.com/office/drawing/2014/main" id="{17E35DF4-FAB2-D0FA-1EAF-20CDBBDDEF48}"/>
              </a:ext>
            </a:extLst>
          </p:cNvPr>
          <p:cNvCxnSpPr/>
          <p:nvPr/>
        </p:nvCxnSpPr>
        <p:spPr>
          <a:xfrm>
            <a:off x="3796419" y="1434288"/>
            <a:ext cx="240971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6" name="矩形 235">
            <a:extLst>
              <a:ext uri="{FF2B5EF4-FFF2-40B4-BE49-F238E27FC236}">
                <a16:creationId xmlns:a16="http://schemas.microsoft.com/office/drawing/2014/main" id="{7688CDE9-286C-68DB-9B74-9A497CF2FF0F}"/>
              </a:ext>
            </a:extLst>
          </p:cNvPr>
          <p:cNvSpPr/>
          <p:nvPr/>
        </p:nvSpPr>
        <p:spPr>
          <a:xfrm>
            <a:off x="1855470" y="1452013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37" name="矩形 236">
            <a:extLst>
              <a:ext uri="{FF2B5EF4-FFF2-40B4-BE49-F238E27FC236}">
                <a16:creationId xmlns:a16="http://schemas.microsoft.com/office/drawing/2014/main" id="{8DD6CC5A-42D8-1B79-9C75-CCAC5880296C}"/>
              </a:ext>
            </a:extLst>
          </p:cNvPr>
          <p:cNvSpPr/>
          <p:nvPr/>
        </p:nvSpPr>
        <p:spPr>
          <a:xfrm>
            <a:off x="2096441" y="1436561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38" name="矩形 237">
            <a:extLst>
              <a:ext uri="{FF2B5EF4-FFF2-40B4-BE49-F238E27FC236}">
                <a16:creationId xmlns:a16="http://schemas.microsoft.com/office/drawing/2014/main" id="{5F3D3EA3-EE25-25B6-9E75-A51A2DB40B13}"/>
              </a:ext>
            </a:extLst>
          </p:cNvPr>
          <p:cNvSpPr/>
          <p:nvPr/>
        </p:nvSpPr>
        <p:spPr>
          <a:xfrm>
            <a:off x="2337413" y="1428835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39" name="矩形 238">
            <a:extLst>
              <a:ext uri="{FF2B5EF4-FFF2-40B4-BE49-F238E27FC236}">
                <a16:creationId xmlns:a16="http://schemas.microsoft.com/office/drawing/2014/main" id="{E6AA4061-ADD3-BDD1-A0FA-390A3711C7F6}"/>
              </a:ext>
            </a:extLst>
          </p:cNvPr>
          <p:cNvSpPr/>
          <p:nvPr/>
        </p:nvSpPr>
        <p:spPr>
          <a:xfrm>
            <a:off x="2578384" y="1428835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40" name="矩形 239">
            <a:extLst>
              <a:ext uri="{FF2B5EF4-FFF2-40B4-BE49-F238E27FC236}">
                <a16:creationId xmlns:a16="http://schemas.microsoft.com/office/drawing/2014/main" id="{78810D02-3E78-E410-4F1A-FBAFE79C1A27}"/>
              </a:ext>
            </a:extLst>
          </p:cNvPr>
          <p:cNvSpPr/>
          <p:nvPr/>
        </p:nvSpPr>
        <p:spPr>
          <a:xfrm>
            <a:off x="2819355" y="1428835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41" name="矩形 240">
            <a:extLst>
              <a:ext uri="{FF2B5EF4-FFF2-40B4-BE49-F238E27FC236}">
                <a16:creationId xmlns:a16="http://schemas.microsoft.com/office/drawing/2014/main" id="{36BA5A78-B0B6-76B6-0F2D-984B6E95ADE9}"/>
              </a:ext>
            </a:extLst>
          </p:cNvPr>
          <p:cNvSpPr/>
          <p:nvPr/>
        </p:nvSpPr>
        <p:spPr>
          <a:xfrm>
            <a:off x="3060327" y="1428835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42" name="矩形 241">
            <a:extLst>
              <a:ext uri="{FF2B5EF4-FFF2-40B4-BE49-F238E27FC236}">
                <a16:creationId xmlns:a16="http://schemas.microsoft.com/office/drawing/2014/main" id="{67791DF8-E542-1CA2-76C8-C62F309D4CA9}"/>
              </a:ext>
            </a:extLst>
          </p:cNvPr>
          <p:cNvSpPr/>
          <p:nvPr/>
        </p:nvSpPr>
        <p:spPr>
          <a:xfrm>
            <a:off x="3301298" y="1421110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43" name="矩形 242">
            <a:extLst>
              <a:ext uri="{FF2B5EF4-FFF2-40B4-BE49-F238E27FC236}">
                <a16:creationId xmlns:a16="http://schemas.microsoft.com/office/drawing/2014/main" id="{83A0FC50-289E-996F-1008-64D9118618ED}"/>
              </a:ext>
            </a:extLst>
          </p:cNvPr>
          <p:cNvSpPr/>
          <p:nvPr/>
        </p:nvSpPr>
        <p:spPr>
          <a:xfrm>
            <a:off x="3542269" y="1421110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44" name="矩形 243">
            <a:extLst>
              <a:ext uri="{FF2B5EF4-FFF2-40B4-BE49-F238E27FC236}">
                <a16:creationId xmlns:a16="http://schemas.microsoft.com/office/drawing/2014/main" id="{5B9A2FCB-1606-4BE6-58A9-336479DD878D}"/>
              </a:ext>
            </a:extLst>
          </p:cNvPr>
          <p:cNvSpPr/>
          <p:nvPr/>
        </p:nvSpPr>
        <p:spPr>
          <a:xfrm>
            <a:off x="3783240" y="1421110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45" name="矩形 244">
            <a:extLst>
              <a:ext uri="{FF2B5EF4-FFF2-40B4-BE49-F238E27FC236}">
                <a16:creationId xmlns:a16="http://schemas.microsoft.com/office/drawing/2014/main" id="{FEA8FF02-CF26-74FD-AC0C-BA540C5506C0}"/>
              </a:ext>
            </a:extLst>
          </p:cNvPr>
          <p:cNvSpPr/>
          <p:nvPr/>
        </p:nvSpPr>
        <p:spPr>
          <a:xfrm>
            <a:off x="4024212" y="1421110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cxnSp>
        <p:nvCxnSpPr>
          <p:cNvPr id="246" name="直接连接符 245">
            <a:extLst>
              <a:ext uri="{FF2B5EF4-FFF2-40B4-BE49-F238E27FC236}">
                <a16:creationId xmlns:a16="http://schemas.microsoft.com/office/drawing/2014/main" id="{28FBD3D4-188C-BBF5-E4CC-751A93C57CC3}"/>
              </a:ext>
            </a:extLst>
          </p:cNvPr>
          <p:cNvCxnSpPr/>
          <p:nvPr/>
        </p:nvCxnSpPr>
        <p:spPr>
          <a:xfrm>
            <a:off x="4203058" y="1423237"/>
            <a:ext cx="150607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7" name="椭圆 246">
            <a:extLst>
              <a:ext uri="{FF2B5EF4-FFF2-40B4-BE49-F238E27FC236}">
                <a16:creationId xmlns:a16="http://schemas.microsoft.com/office/drawing/2014/main" id="{6EF88D0F-1801-0ADA-3F3B-7C7491F6C910}"/>
              </a:ext>
            </a:extLst>
          </p:cNvPr>
          <p:cNvSpPr/>
          <p:nvPr/>
        </p:nvSpPr>
        <p:spPr>
          <a:xfrm>
            <a:off x="4265183" y="1410059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48" name="文本框 247">
            <a:extLst>
              <a:ext uri="{FF2B5EF4-FFF2-40B4-BE49-F238E27FC236}">
                <a16:creationId xmlns:a16="http://schemas.microsoft.com/office/drawing/2014/main" id="{FAD4D5DB-5C4E-00EB-6920-BB3B04CA42F9}"/>
              </a:ext>
            </a:extLst>
          </p:cNvPr>
          <p:cNvSpPr txBox="1"/>
          <p:nvPr/>
        </p:nvSpPr>
        <p:spPr>
          <a:xfrm>
            <a:off x="4406377" y="1378055"/>
            <a:ext cx="322204" cy="70340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57">
                <a:solidFill>
                  <a:srgbClr val="263746"/>
                </a:solidFill>
                <a:latin typeface="Arial" panose="020B0604020202020204" pitchFamily="34" charset="0"/>
              </a:rPr>
              <a:t>Top-1 · &lt;2 Å</a:t>
            </a:r>
            <a:endParaRPr lang="zh-CN" altLang="en-US" sz="457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249" name="直接连接符 248">
            <a:extLst>
              <a:ext uri="{FF2B5EF4-FFF2-40B4-BE49-F238E27FC236}">
                <a16:creationId xmlns:a16="http://schemas.microsoft.com/office/drawing/2014/main" id="{3C066C67-C14F-485A-7B6C-9A709BD4F16B}"/>
              </a:ext>
            </a:extLst>
          </p:cNvPr>
          <p:cNvCxnSpPr/>
          <p:nvPr/>
        </p:nvCxnSpPr>
        <p:spPr>
          <a:xfrm>
            <a:off x="4203058" y="1554265"/>
            <a:ext cx="150607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0" name="椭圆 249">
            <a:extLst>
              <a:ext uri="{FF2B5EF4-FFF2-40B4-BE49-F238E27FC236}">
                <a16:creationId xmlns:a16="http://schemas.microsoft.com/office/drawing/2014/main" id="{10C92FCD-7D46-E382-B245-9BF190375118}"/>
              </a:ext>
            </a:extLst>
          </p:cNvPr>
          <p:cNvSpPr/>
          <p:nvPr/>
        </p:nvSpPr>
        <p:spPr>
          <a:xfrm>
            <a:off x="4265183" y="1541087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51" name="文本框 250">
            <a:extLst>
              <a:ext uri="{FF2B5EF4-FFF2-40B4-BE49-F238E27FC236}">
                <a16:creationId xmlns:a16="http://schemas.microsoft.com/office/drawing/2014/main" id="{ACC9AB84-B18C-8F8C-F4DB-DDAEB97E33D9}"/>
              </a:ext>
            </a:extLst>
          </p:cNvPr>
          <p:cNvSpPr txBox="1"/>
          <p:nvPr/>
        </p:nvSpPr>
        <p:spPr>
          <a:xfrm>
            <a:off x="4406377" y="1509083"/>
            <a:ext cx="322204" cy="70340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57">
                <a:solidFill>
                  <a:srgbClr val="263746"/>
                </a:solidFill>
                <a:latin typeface="Arial" panose="020B0604020202020204" pitchFamily="34" charset="0"/>
              </a:rPr>
              <a:t>Top-1 · &lt;3 Å</a:t>
            </a:r>
            <a:endParaRPr lang="zh-CN" altLang="en-US" sz="457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252" name="直接连接符 251">
            <a:extLst>
              <a:ext uri="{FF2B5EF4-FFF2-40B4-BE49-F238E27FC236}">
                <a16:creationId xmlns:a16="http://schemas.microsoft.com/office/drawing/2014/main" id="{20AF2A9F-ED8C-541C-1421-53312957440C}"/>
              </a:ext>
            </a:extLst>
          </p:cNvPr>
          <p:cNvCxnSpPr/>
          <p:nvPr/>
        </p:nvCxnSpPr>
        <p:spPr>
          <a:xfrm>
            <a:off x="4203058" y="1685293"/>
            <a:ext cx="150607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3" name="矩形 252">
            <a:extLst>
              <a:ext uri="{FF2B5EF4-FFF2-40B4-BE49-F238E27FC236}">
                <a16:creationId xmlns:a16="http://schemas.microsoft.com/office/drawing/2014/main" id="{7AE9C294-645E-AB12-0223-F9DF541454FE}"/>
              </a:ext>
            </a:extLst>
          </p:cNvPr>
          <p:cNvSpPr/>
          <p:nvPr/>
        </p:nvSpPr>
        <p:spPr>
          <a:xfrm>
            <a:off x="4265183" y="1672115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54" name="文本框 253">
            <a:extLst>
              <a:ext uri="{FF2B5EF4-FFF2-40B4-BE49-F238E27FC236}">
                <a16:creationId xmlns:a16="http://schemas.microsoft.com/office/drawing/2014/main" id="{03D67528-7C54-3CAA-D620-6E07A302322E}"/>
              </a:ext>
            </a:extLst>
          </p:cNvPr>
          <p:cNvSpPr txBox="1"/>
          <p:nvPr/>
        </p:nvSpPr>
        <p:spPr>
          <a:xfrm>
            <a:off x="4406377" y="1640111"/>
            <a:ext cx="437620" cy="70340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57">
                <a:solidFill>
                  <a:srgbClr val="263746"/>
                </a:solidFill>
                <a:latin typeface="Arial" panose="020B0604020202020204" pitchFamily="34" charset="0"/>
              </a:rPr>
              <a:t>Best-of-50 · &lt;2 Å</a:t>
            </a:r>
            <a:endParaRPr lang="zh-CN" altLang="en-US" sz="457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255" name="直接连接符 254">
            <a:extLst>
              <a:ext uri="{FF2B5EF4-FFF2-40B4-BE49-F238E27FC236}">
                <a16:creationId xmlns:a16="http://schemas.microsoft.com/office/drawing/2014/main" id="{55B80CB8-A050-DD4B-2AD6-0350A5DA8963}"/>
              </a:ext>
            </a:extLst>
          </p:cNvPr>
          <p:cNvCxnSpPr/>
          <p:nvPr/>
        </p:nvCxnSpPr>
        <p:spPr>
          <a:xfrm>
            <a:off x="4203058" y="1816321"/>
            <a:ext cx="150607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矩形 255">
            <a:extLst>
              <a:ext uri="{FF2B5EF4-FFF2-40B4-BE49-F238E27FC236}">
                <a16:creationId xmlns:a16="http://schemas.microsoft.com/office/drawing/2014/main" id="{2BF8D9DC-6EAF-0220-7566-5F79D65124D8}"/>
              </a:ext>
            </a:extLst>
          </p:cNvPr>
          <p:cNvSpPr/>
          <p:nvPr/>
        </p:nvSpPr>
        <p:spPr>
          <a:xfrm>
            <a:off x="4265183" y="1803143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57" name="文本框 256">
            <a:extLst>
              <a:ext uri="{FF2B5EF4-FFF2-40B4-BE49-F238E27FC236}">
                <a16:creationId xmlns:a16="http://schemas.microsoft.com/office/drawing/2014/main" id="{3D38B618-30D0-C28C-A831-F668E298DCA4}"/>
              </a:ext>
            </a:extLst>
          </p:cNvPr>
          <p:cNvSpPr txBox="1"/>
          <p:nvPr/>
        </p:nvSpPr>
        <p:spPr>
          <a:xfrm>
            <a:off x="4406377" y="1771139"/>
            <a:ext cx="437620" cy="70340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57">
                <a:solidFill>
                  <a:srgbClr val="263746"/>
                </a:solidFill>
                <a:latin typeface="Arial" panose="020B0604020202020204" pitchFamily="34" charset="0"/>
              </a:rPr>
              <a:t>Best-of-50 · &lt;3 Å</a:t>
            </a:r>
            <a:endParaRPr lang="zh-CN" altLang="en-US" sz="457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258" name="文本框 257">
            <a:extLst>
              <a:ext uri="{FF2B5EF4-FFF2-40B4-BE49-F238E27FC236}">
                <a16:creationId xmlns:a16="http://schemas.microsoft.com/office/drawing/2014/main" id="{DF0FD508-717C-DC95-3957-7AEC76882117}"/>
              </a:ext>
            </a:extLst>
          </p:cNvPr>
          <p:cNvSpPr txBox="1"/>
          <p:nvPr/>
        </p:nvSpPr>
        <p:spPr>
          <a:xfrm>
            <a:off x="1409296" y="2116029"/>
            <a:ext cx="41678" cy="91243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593" b="1">
                <a:solidFill>
                  <a:srgbClr val="263746"/>
                </a:solidFill>
                <a:latin typeface="Arial" panose="020B0604020202020204" pitchFamily="34" charset="0"/>
              </a:rPr>
              <a:t>c</a:t>
            </a:r>
            <a:endParaRPr lang="zh-CN" altLang="en-US" sz="593" b="1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259" name="文本框 258">
            <a:extLst>
              <a:ext uri="{FF2B5EF4-FFF2-40B4-BE49-F238E27FC236}">
                <a16:creationId xmlns:a16="http://schemas.microsoft.com/office/drawing/2014/main" id="{59819296-F3F0-5D85-419C-F4D1691FBD88}"/>
              </a:ext>
            </a:extLst>
          </p:cNvPr>
          <p:cNvSpPr txBox="1"/>
          <p:nvPr/>
        </p:nvSpPr>
        <p:spPr>
          <a:xfrm>
            <a:off x="1544843" y="2123559"/>
            <a:ext cx="798295" cy="7662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98" b="1">
                <a:solidFill>
                  <a:srgbClr val="263746"/>
                </a:solidFill>
                <a:latin typeface="Arial" panose="020B0604020202020204" pitchFamily="34" charset="0"/>
              </a:rPr>
              <a:t>Pose reconstruction · CA2</a:t>
            </a:r>
            <a:endParaRPr lang="zh-CN" altLang="en-US" sz="498" b="1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260" name="文本框 259">
            <a:extLst>
              <a:ext uri="{FF2B5EF4-FFF2-40B4-BE49-F238E27FC236}">
                <a16:creationId xmlns:a16="http://schemas.microsoft.com/office/drawing/2014/main" id="{B60596F2-A8C8-8C17-7D71-99ECAD9726A1}"/>
              </a:ext>
            </a:extLst>
          </p:cNvPr>
          <p:cNvSpPr txBox="1"/>
          <p:nvPr/>
        </p:nvSpPr>
        <p:spPr>
          <a:xfrm rot="16200000">
            <a:off x="1338325" y="2571586"/>
            <a:ext cx="436018" cy="67583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39">
                <a:solidFill>
                  <a:srgbClr val="263746"/>
                </a:solidFill>
                <a:latin typeface="Arial" panose="020B0604020202020204" pitchFamily="34" charset="0"/>
              </a:rPr>
              <a:t>Success rate (%)</a:t>
            </a:r>
            <a:endParaRPr lang="zh-CN" altLang="en-US" sz="439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sp>
        <p:nvSpPr>
          <p:cNvPr id="261" name="文本框 260">
            <a:extLst>
              <a:ext uri="{FF2B5EF4-FFF2-40B4-BE49-F238E27FC236}">
                <a16:creationId xmlns:a16="http://schemas.microsoft.com/office/drawing/2014/main" id="{25533A48-9583-18F4-C22F-9CD54D83E9D1}"/>
              </a:ext>
            </a:extLst>
          </p:cNvPr>
          <p:cNvSpPr txBox="1"/>
          <p:nvPr/>
        </p:nvSpPr>
        <p:spPr>
          <a:xfrm>
            <a:off x="1650880" y="2876595"/>
            <a:ext cx="28854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0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62" name="直接连接符 261">
            <a:extLst>
              <a:ext uri="{FF2B5EF4-FFF2-40B4-BE49-F238E27FC236}">
                <a16:creationId xmlns:a16="http://schemas.microsoft.com/office/drawing/2014/main" id="{72CF7BF5-9643-910C-FD95-F8F36A276ECE}"/>
              </a:ext>
            </a:extLst>
          </p:cNvPr>
          <p:cNvCxnSpPr/>
          <p:nvPr/>
        </p:nvCxnSpPr>
        <p:spPr>
          <a:xfrm>
            <a:off x="1868648" y="2765522"/>
            <a:ext cx="2168742" cy="0"/>
          </a:xfrm>
          <a:prstGeom prst="line">
            <a:avLst/>
          </a:prstGeom>
          <a:ln w="6985">
            <a:solidFill>
              <a:srgbClr val="DFE5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文本框 262">
            <a:extLst>
              <a:ext uri="{FF2B5EF4-FFF2-40B4-BE49-F238E27FC236}">
                <a16:creationId xmlns:a16="http://schemas.microsoft.com/office/drawing/2014/main" id="{5179BC57-34C5-6A8F-3296-01526E648ADB}"/>
              </a:ext>
            </a:extLst>
          </p:cNvPr>
          <p:cNvSpPr txBox="1"/>
          <p:nvPr/>
        </p:nvSpPr>
        <p:spPr>
          <a:xfrm>
            <a:off x="1651489" y="2727870"/>
            <a:ext cx="57709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25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64" name="直接连接符 263">
            <a:extLst>
              <a:ext uri="{FF2B5EF4-FFF2-40B4-BE49-F238E27FC236}">
                <a16:creationId xmlns:a16="http://schemas.microsoft.com/office/drawing/2014/main" id="{2F7A42E5-C364-E5E3-0276-40A8B88A7B77}"/>
              </a:ext>
            </a:extLst>
          </p:cNvPr>
          <p:cNvCxnSpPr/>
          <p:nvPr/>
        </p:nvCxnSpPr>
        <p:spPr>
          <a:xfrm>
            <a:off x="1868648" y="2616798"/>
            <a:ext cx="2168742" cy="0"/>
          </a:xfrm>
          <a:prstGeom prst="line">
            <a:avLst/>
          </a:prstGeom>
          <a:ln w="6985">
            <a:solidFill>
              <a:srgbClr val="DFE5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5" name="文本框 264">
            <a:extLst>
              <a:ext uri="{FF2B5EF4-FFF2-40B4-BE49-F238E27FC236}">
                <a16:creationId xmlns:a16="http://schemas.microsoft.com/office/drawing/2014/main" id="{FBCE965C-F092-BE3D-9CB0-D6F9E3573192}"/>
              </a:ext>
            </a:extLst>
          </p:cNvPr>
          <p:cNvSpPr txBox="1"/>
          <p:nvPr/>
        </p:nvSpPr>
        <p:spPr>
          <a:xfrm>
            <a:off x="1651489" y="2579146"/>
            <a:ext cx="57709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50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66" name="直接连接符 265">
            <a:extLst>
              <a:ext uri="{FF2B5EF4-FFF2-40B4-BE49-F238E27FC236}">
                <a16:creationId xmlns:a16="http://schemas.microsoft.com/office/drawing/2014/main" id="{AE89197E-87F2-16DC-4551-AD2BB3C35F67}"/>
              </a:ext>
            </a:extLst>
          </p:cNvPr>
          <p:cNvCxnSpPr/>
          <p:nvPr/>
        </p:nvCxnSpPr>
        <p:spPr>
          <a:xfrm>
            <a:off x="1868648" y="2468073"/>
            <a:ext cx="2168742" cy="0"/>
          </a:xfrm>
          <a:prstGeom prst="line">
            <a:avLst/>
          </a:prstGeom>
          <a:ln w="6985">
            <a:solidFill>
              <a:srgbClr val="DFE5E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7" name="文本框 266">
            <a:extLst>
              <a:ext uri="{FF2B5EF4-FFF2-40B4-BE49-F238E27FC236}">
                <a16:creationId xmlns:a16="http://schemas.microsoft.com/office/drawing/2014/main" id="{0832C60D-C9E7-814F-3B3E-95F1DB852E5C}"/>
              </a:ext>
            </a:extLst>
          </p:cNvPr>
          <p:cNvSpPr txBox="1"/>
          <p:nvPr/>
        </p:nvSpPr>
        <p:spPr>
          <a:xfrm>
            <a:off x="1651489" y="2430421"/>
            <a:ext cx="57709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75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sp>
        <p:nvSpPr>
          <p:cNvPr id="268" name="文本框 267">
            <a:extLst>
              <a:ext uri="{FF2B5EF4-FFF2-40B4-BE49-F238E27FC236}">
                <a16:creationId xmlns:a16="http://schemas.microsoft.com/office/drawing/2014/main" id="{B6E32D0D-B992-4D3D-7E4A-ED0A9A5CBE75}"/>
              </a:ext>
            </a:extLst>
          </p:cNvPr>
          <p:cNvSpPr txBox="1"/>
          <p:nvPr/>
        </p:nvSpPr>
        <p:spPr>
          <a:xfrm>
            <a:off x="1652101" y="2281697"/>
            <a:ext cx="86562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100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69" name="直接连接符 268">
            <a:extLst>
              <a:ext uri="{FF2B5EF4-FFF2-40B4-BE49-F238E27FC236}">
                <a16:creationId xmlns:a16="http://schemas.microsoft.com/office/drawing/2014/main" id="{923B19C7-19A4-CBD6-0FA6-B756AE87E370}"/>
              </a:ext>
            </a:extLst>
          </p:cNvPr>
          <p:cNvCxnSpPr/>
          <p:nvPr/>
        </p:nvCxnSpPr>
        <p:spPr>
          <a:xfrm>
            <a:off x="1868648" y="2319349"/>
            <a:ext cx="0" cy="594898"/>
          </a:xfrm>
          <a:prstGeom prst="line">
            <a:avLst/>
          </a:prstGeom>
          <a:ln w="1016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0" name="直接连接符 269">
            <a:extLst>
              <a:ext uri="{FF2B5EF4-FFF2-40B4-BE49-F238E27FC236}">
                <a16:creationId xmlns:a16="http://schemas.microsoft.com/office/drawing/2014/main" id="{6199DEF3-015F-0130-97A9-76EE5513251E}"/>
              </a:ext>
            </a:extLst>
          </p:cNvPr>
          <p:cNvCxnSpPr/>
          <p:nvPr/>
        </p:nvCxnSpPr>
        <p:spPr>
          <a:xfrm>
            <a:off x="1868648" y="2914247"/>
            <a:ext cx="2168742" cy="0"/>
          </a:xfrm>
          <a:prstGeom prst="line">
            <a:avLst/>
          </a:prstGeom>
          <a:ln w="1016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直接连接符 270">
            <a:extLst>
              <a:ext uri="{FF2B5EF4-FFF2-40B4-BE49-F238E27FC236}">
                <a16:creationId xmlns:a16="http://schemas.microsoft.com/office/drawing/2014/main" id="{2A5BBE7D-D560-BC39-22F4-80A55339B6A1}"/>
              </a:ext>
            </a:extLst>
          </p:cNvPr>
          <p:cNvCxnSpPr/>
          <p:nvPr/>
        </p:nvCxnSpPr>
        <p:spPr>
          <a:xfrm>
            <a:off x="1868648" y="2914247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文本框 271">
            <a:extLst>
              <a:ext uri="{FF2B5EF4-FFF2-40B4-BE49-F238E27FC236}">
                <a16:creationId xmlns:a16="http://schemas.microsoft.com/office/drawing/2014/main" id="{400E4FEA-DE93-18D5-8294-3235818781A3}"/>
              </a:ext>
            </a:extLst>
          </p:cNvPr>
          <p:cNvSpPr txBox="1"/>
          <p:nvPr/>
        </p:nvSpPr>
        <p:spPr>
          <a:xfrm>
            <a:off x="1831303" y="2944368"/>
            <a:ext cx="28854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1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73" name="直接连接符 272">
            <a:extLst>
              <a:ext uri="{FF2B5EF4-FFF2-40B4-BE49-F238E27FC236}">
                <a16:creationId xmlns:a16="http://schemas.microsoft.com/office/drawing/2014/main" id="{51DB6DCA-E15F-F2A4-CC2F-3BDB14933510}"/>
              </a:ext>
            </a:extLst>
          </p:cNvPr>
          <p:cNvCxnSpPr/>
          <p:nvPr/>
        </p:nvCxnSpPr>
        <p:spPr>
          <a:xfrm>
            <a:off x="2109619" y="2914247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直接连接符 273">
            <a:extLst>
              <a:ext uri="{FF2B5EF4-FFF2-40B4-BE49-F238E27FC236}">
                <a16:creationId xmlns:a16="http://schemas.microsoft.com/office/drawing/2014/main" id="{1736A77F-1FDE-6B2F-E13F-4DF7D232D003}"/>
              </a:ext>
            </a:extLst>
          </p:cNvPr>
          <p:cNvCxnSpPr/>
          <p:nvPr/>
        </p:nvCxnSpPr>
        <p:spPr>
          <a:xfrm>
            <a:off x="2350591" y="2914247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5" name="文本框 274">
            <a:extLst>
              <a:ext uri="{FF2B5EF4-FFF2-40B4-BE49-F238E27FC236}">
                <a16:creationId xmlns:a16="http://schemas.microsoft.com/office/drawing/2014/main" id="{D88220EE-FF81-F987-988F-A1E0DEED9CDB}"/>
              </a:ext>
            </a:extLst>
          </p:cNvPr>
          <p:cNvSpPr txBox="1"/>
          <p:nvPr/>
        </p:nvSpPr>
        <p:spPr>
          <a:xfrm>
            <a:off x="2313245" y="2944368"/>
            <a:ext cx="28854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3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76" name="直接连接符 275">
            <a:extLst>
              <a:ext uri="{FF2B5EF4-FFF2-40B4-BE49-F238E27FC236}">
                <a16:creationId xmlns:a16="http://schemas.microsoft.com/office/drawing/2014/main" id="{3DF8C260-E72C-C779-CEFF-7B0760C1EFB1}"/>
              </a:ext>
            </a:extLst>
          </p:cNvPr>
          <p:cNvCxnSpPr/>
          <p:nvPr/>
        </p:nvCxnSpPr>
        <p:spPr>
          <a:xfrm>
            <a:off x="2591562" y="2914247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7" name="直接连接符 276">
            <a:extLst>
              <a:ext uri="{FF2B5EF4-FFF2-40B4-BE49-F238E27FC236}">
                <a16:creationId xmlns:a16="http://schemas.microsoft.com/office/drawing/2014/main" id="{1550F627-9153-B001-3B00-3BA9BA89E9C5}"/>
              </a:ext>
            </a:extLst>
          </p:cNvPr>
          <p:cNvCxnSpPr/>
          <p:nvPr/>
        </p:nvCxnSpPr>
        <p:spPr>
          <a:xfrm>
            <a:off x="2832533" y="2914247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8" name="文本框 277">
            <a:extLst>
              <a:ext uri="{FF2B5EF4-FFF2-40B4-BE49-F238E27FC236}">
                <a16:creationId xmlns:a16="http://schemas.microsoft.com/office/drawing/2014/main" id="{2EFF54BE-BC2E-CA10-564E-5FBA08DA3239}"/>
              </a:ext>
            </a:extLst>
          </p:cNvPr>
          <p:cNvSpPr txBox="1"/>
          <p:nvPr/>
        </p:nvSpPr>
        <p:spPr>
          <a:xfrm>
            <a:off x="2795188" y="2944368"/>
            <a:ext cx="28854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5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79" name="直接连接符 278">
            <a:extLst>
              <a:ext uri="{FF2B5EF4-FFF2-40B4-BE49-F238E27FC236}">
                <a16:creationId xmlns:a16="http://schemas.microsoft.com/office/drawing/2014/main" id="{82EA202C-698A-3FD2-D8E7-3818F66E4F0B}"/>
              </a:ext>
            </a:extLst>
          </p:cNvPr>
          <p:cNvCxnSpPr/>
          <p:nvPr/>
        </p:nvCxnSpPr>
        <p:spPr>
          <a:xfrm>
            <a:off x="3073505" y="2914247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0" name="直接连接符 279">
            <a:extLst>
              <a:ext uri="{FF2B5EF4-FFF2-40B4-BE49-F238E27FC236}">
                <a16:creationId xmlns:a16="http://schemas.microsoft.com/office/drawing/2014/main" id="{DB5B369E-360C-EA09-AEB7-B11FE8DB3FB1}"/>
              </a:ext>
            </a:extLst>
          </p:cNvPr>
          <p:cNvCxnSpPr/>
          <p:nvPr/>
        </p:nvCxnSpPr>
        <p:spPr>
          <a:xfrm>
            <a:off x="3314476" y="2914247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1" name="文本框 280">
            <a:extLst>
              <a:ext uri="{FF2B5EF4-FFF2-40B4-BE49-F238E27FC236}">
                <a16:creationId xmlns:a16="http://schemas.microsoft.com/office/drawing/2014/main" id="{2349F4D3-F192-94DB-0524-3E84D8D8E9BC}"/>
              </a:ext>
            </a:extLst>
          </p:cNvPr>
          <p:cNvSpPr txBox="1"/>
          <p:nvPr/>
        </p:nvSpPr>
        <p:spPr>
          <a:xfrm>
            <a:off x="3277130" y="2944368"/>
            <a:ext cx="28854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7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cxnSp>
        <p:nvCxnSpPr>
          <p:cNvPr id="282" name="直接连接符 281">
            <a:extLst>
              <a:ext uri="{FF2B5EF4-FFF2-40B4-BE49-F238E27FC236}">
                <a16:creationId xmlns:a16="http://schemas.microsoft.com/office/drawing/2014/main" id="{B595617D-3E51-6968-8E1B-FEBE403A3191}"/>
              </a:ext>
            </a:extLst>
          </p:cNvPr>
          <p:cNvCxnSpPr/>
          <p:nvPr/>
        </p:nvCxnSpPr>
        <p:spPr>
          <a:xfrm>
            <a:off x="3555447" y="2914247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直接连接符 282">
            <a:extLst>
              <a:ext uri="{FF2B5EF4-FFF2-40B4-BE49-F238E27FC236}">
                <a16:creationId xmlns:a16="http://schemas.microsoft.com/office/drawing/2014/main" id="{6E1FE010-FEFC-CA37-6CDD-2567013D63E1}"/>
              </a:ext>
            </a:extLst>
          </p:cNvPr>
          <p:cNvCxnSpPr/>
          <p:nvPr/>
        </p:nvCxnSpPr>
        <p:spPr>
          <a:xfrm>
            <a:off x="3796418" y="2914247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4" name="直接连接符 283">
            <a:extLst>
              <a:ext uri="{FF2B5EF4-FFF2-40B4-BE49-F238E27FC236}">
                <a16:creationId xmlns:a16="http://schemas.microsoft.com/office/drawing/2014/main" id="{2C4B8FE2-86F7-F03F-4237-1A705152C8E8}"/>
              </a:ext>
            </a:extLst>
          </p:cNvPr>
          <p:cNvCxnSpPr/>
          <p:nvPr/>
        </p:nvCxnSpPr>
        <p:spPr>
          <a:xfrm>
            <a:off x="4037390" y="2914247"/>
            <a:ext cx="0" cy="18826"/>
          </a:xfrm>
          <a:prstGeom prst="line">
            <a:avLst/>
          </a:prstGeom>
          <a:ln w="7620">
            <a:solidFill>
              <a:srgbClr val="2637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5" name="文本框 284">
            <a:extLst>
              <a:ext uri="{FF2B5EF4-FFF2-40B4-BE49-F238E27FC236}">
                <a16:creationId xmlns:a16="http://schemas.microsoft.com/office/drawing/2014/main" id="{2213949E-943C-C3CF-354B-17B476EA155B}"/>
              </a:ext>
            </a:extLst>
          </p:cNvPr>
          <p:cNvSpPr txBox="1"/>
          <p:nvPr/>
        </p:nvSpPr>
        <p:spPr>
          <a:xfrm>
            <a:off x="4000349" y="2944368"/>
            <a:ext cx="57709" cy="63864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15">
                <a:solidFill>
                  <a:srgbClr val="5D6974"/>
                </a:solidFill>
                <a:latin typeface="Arial" panose="020B0604020202020204" pitchFamily="34" charset="0"/>
              </a:rPr>
              <a:t>10</a:t>
            </a:r>
            <a:endParaRPr lang="zh-CN" altLang="en-US" sz="415">
              <a:solidFill>
                <a:srgbClr val="5D6974"/>
              </a:solidFill>
              <a:latin typeface="Arial" panose="020B0604020202020204" pitchFamily="34" charset="0"/>
            </a:endParaRPr>
          </a:p>
        </p:txBody>
      </p:sp>
      <p:sp>
        <p:nvSpPr>
          <p:cNvPr id="286" name="文本框 285">
            <a:extLst>
              <a:ext uri="{FF2B5EF4-FFF2-40B4-BE49-F238E27FC236}">
                <a16:creationId xmlns:a16="http://schemas.microsoft.com/office/drawing/2014/main" id="{07C54722-EB7B-6057-8BC6-A0E3C63C7341}"/>
              </a:ext>
            </a:extLst>
          </p:cNvPr>
          <p:cNvSpPr txBox="1"/>
          <p:nvPr/>
        </p:nvSpPr>
        <p:spPr>
          <a:xfrm>
            <a:off x="2496285" y="3042263"/>
            <a:ext cx="546625" cy="67583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altLang="zh-CN" sz="439">
                <a:solidFill>
                  <a:srgbClr val="263746"/>
                </a:solidFill>
                <a:latin typeface="Arial" panose="020B0604020202020204" pitchFamily="34" charset="0"/>
              </a:rPr>
              <a:t>Charged attempts (K)</a:t>
            </a:r>
            <a:endParaRPr lang="zh-CN" altLang="en-US" sz="439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287" name="直接连接符 286">
            <a:extLst>
              <a:ext uri="{FF2B5EF4-FFF2-40B4-BE49-F238E27FC236}">
                <a16:creationId xmlns:a16="http://schemas.microsoft.com/office/drawing/2014/main" id="{DAD37E52-B6B3-5F90-2CE8-4C87DC73973A}"/>
              </a:ext>
            </a:extLst>
          </p:cNvPr>
          <p:cNvCxnSpPr/>
          <p:nvPr/>
        </p:nvCxnSpPr>
        <p:spPr>
          <a:xfrm flipV="1">
            <a:off x="1868648" y="2612935"/>
            <a:ext cx="240971" cy="3863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直接连接符 287">
            <a:extLst>
              <a:ext uri="{FF2B5EF4-FFF2-40B4-BE49-F238E27FC236}">
                <a16:creationId xmlns:a16="http://schemas.microsoft.com/office/drawing/2014/main" id="{2B92D233-61DD-7848-11F3-BF3ACC110BF6}"/>
              </a:ext>
            </a:extLst>
          </p:cNvPr>
          <p:cNvCxnSpPr/>
          <p:nvPr/>
        </p:nvCxnSpPr>
        <p:spPr>
          <a:xfrm flipV="1">
            <a:off x="2109620" y="2582031"/>
            <a:ext cx="240971" cy="30904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直接连接符 288">
            <a:extLst>
              <a:ext uri="{FF2B5EF4-FFF2-40B4-BE49-F238E27FC236}">
                <a16:creationId xmlns:a16="http://schemas.microsoft.com/office/drawing/2014/main" id="{7D600EE5-4F6B-68E6-AA3F-E3108D741445}"/>
              </a:ext>
            </a:extLst>
          </p:cNvPr>
          <p:cNvCxnSpPr/>
          <p:nvPr/>
        </p:nvCxnSpPr>
        <p:spPr>
          <a:xfrm flipV="1">
            <a:off x="2350591" y="2574305"/>
            <a:ext cx="240971" cy="7726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直接连接符 289">
            <a:extLst>
              <a:ext uri="{FF2B5EF4-FFF2-40B4-BE49-F238E27FC236}">
                <a16:creationId xmlns:a16="http://schemas.microsoft.com/office/drawing/2014/main" id="{006FCD39-8789-62FF-6876-A90D205744BD}"/>
              </a:ext>
            </a:extLst>
          </p:cNvPr>
          <p:cNvCxnSpPr/>
          <p:nvPr/>
        </p:nvCxnSpPr>
        <p:spPr>
          <a:xfrm>
            <a:off x="2591562" y="2574305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直接连接符 290">
            <a:extLst>
              <a:ext uri="{FF2B5EF4-FFF2-40B4-BE49-F238E27FC236}">
                <a16:creationId xmlns:a16="http://schemas.microsoft.com/office/drawing/2014/main" id="{47E4E8DC-19BC-8B96-AD87-97A1ABCDB17D}"/>
              </a:ext>
            </a:extLst>
          </p:cNvPr>
          <p:cNvCxnSpPr/>
          <p:nvPr/>
        </p:nvCxnSpPr>
        <p:spPr>
          <a:xfrm flipV="1">
            <a:off x="2832533" y="2558853"/>
            <a:ext cx="240971" cy="15452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直接连接符 291">
            <a:extLst>
              <a:ext uri="{FF2B5EF4-FFF2-40B4-BE49-F238E27FC236}">
                <a16:creationId xmlns:a16="http://schemas.microsoft.com/office/drawing/2014/main" id="{11AAABAA-084A-A9D8-35DC-BB638A53BDD4}"/>
              </a:ext>
            </a:extLst>
          </p:cNvPr>
          <p:cNvCxnSpPr/>
          <p:nvPr/>
        </p:nvCxnSpPr>
        <p:spPr>
          <a:xfrm>
            <a:off x="3073505" y="2558853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直接连接符 292">
            <a:extLst>
              <a:ext uri="{FF2B5EF4-FFF2-40B4-BE49-F238E27FC236}">
                <a16:creationId xmlns:a16="http://schemas.microsoft.com/office/drawing/2014/main" id="{77398337-5C1F-6AEA-2E18-8CF548D07AC7}"/>
              </a:ext>
            </a:extLst>
          </p:cNvPr>
          <p:cNvCxnSpPr/>
          <p:nvPr/>
        </p:nvCxnSpPr>
        <p:spPr>
          <a:xfrm>
            <a:off x="3314476" y="2558853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直接连接符 293">
            <a:extLst>
              <a:ext uri="{FF2B5EF4-FFF2-40B4-BE49-F238E27FC236}">
                <a16:creationId xmlns:a16="http://schemas.microsoft.com/office/drawing/2014/main" id="{00F33C60-EDA2-73E0-5424-DACB6E215894}"/>
              </a:ext>
            </a:extLst>
          </p:cNvPr>
          <p:cNvCxnSpPr/>
          <p:nvPr/>
        </p:nvCxnSpPr>
        <p:spPr>
          <a:xfrm>
            <a:off x="3555447" y="2558853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5" name="直接连接符 294">
            <a:extLst>
              <a:ext uri="{FF2B5EF4-FFF2-40B4-BE49-F238E27FC236}">
                <a16:creationId xmlns:a16="http://schemas.microsoft.com/office/drawing/2014/main" id="{83E3D111-A87D-91AA-69BE-D76ECDC657D2}"/>
              </a:ext>
            </a:extLst>
          </p:cNvPr>
          <p:cNvCxnSpPr/>
          <p:nvPr/>
        </p:nvCxnSpPr>
        <p:spPr>
          <a:xfrm>
            <a:off x="3796419" y="2558853"/>
            <a:ext cx="240971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6" name="椭圆 295">
            <a:extLst>
              <a:ext uri="{FF2B5EF4-FFF2-40B4-BE49-F238E27FC236}">
                <a16:creationId xmlns:a16="http://schemas.microsoft.com/office/drawing/2014/main" id="{968B6D16-56C1-265C-FB66-0C5B33C93035}"/>
              </a:ext>
            </a:extLst>
          </p:cNvPr>
          <p:cNvSpPr/>
          <p:nvPr/>
        </p:nvSpPr>
        <p:spPr>
          <a:xfrm>
            <a:off x="1855470" y="2638386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97" name="椭圆 296">
            <a:extLst>
              <a:ext uri="{FF2B5EF4-FFF2-40B4-BE49-F238E27FC236}">
                <a16:creationId xmlns:a16="http://schemas.microsoft.com/office/drawing/2014/main" id="{4EEED35E-E2A8-A73E-D616-3A87797299B4}"/>
              </a:ext>
            </a:extLst>
          </p:cNvPr>
          <p:cNvSpPr/>
          <p:nvPr/>
        </p:nvSpPr>
        <p:spPr>
          <a:xfrm>
            <a:off x="2096441" y="2599757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98" name="椭圆 297">
            <a:extLst>
              <a:ext uri="{FF2B5EF4-FFF2-40B4-BE49-F238E27FC236}">
                <a16:creationId xmlns:a16="http://schemas.microsoft.com/office/drawing/2014/main" id="{42D37CA0-6667-C8F5-7E20-73C150DA356B}"/>
              </a:ext>
            </a:extLst>
          </p:cNvPr>
          <p:cNvSpPr/>
          <p:nvPr/>
        </p:nvSpPr>
        <p:spPr>
          <a:xfrm>
            <a:off x="2337413" y="2568853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299" name="椭圆 298">
            <a:extLst>
              <a:ext uri="{FF2B5EF4-FFF2-40B4-BE49-F238E27FC236}">
                <a16:creationId xmlns:a16="http://schemas.microsoft.com/office/drawing/2014/main" id="{08B161AA-DCED-AE07-16DA-859073BADDBB}"/>
              </a:ext>
            </a:extLst>
          </p:cNvPr>
          <p:cNvSpPr/>
          <p:nvPr/>
        </p:nvSpPr>
        <p:spPr>
          <a:xfrm>
            <a:off x="2578384" y="2561127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00" name="椭圆 299">
            <a:extLst>
              <a:ext uri="{FF2B5EF4-FFF2-40B4-BE49-F238E27FC236}">
                <a16:creationId xmlns:a16="http://schemas.microsoft.com/office/drawing/2014/main" id="{FF1D85BD-5BF7-BC0A-BC0E-0D32D879AE5D}"/>
              </a:ext>
            </a:extLst>
          </p:cNvPr>
          <p:cNvSpPr/>
          <p:nvPr/>
        </p:nvSpPr>
        <p:spPr>
          <a:xfrm>
            <a:off x="2819355" y="2561127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01" name="椭圆 300">
            <a:extLst>
              <a:ext uri="{FF2B5EF4-FFF2-40B4-BE49-F238E27FC236}">
                <a16:creationId xmlns:a16="http://schemas.microsoft.com/office/drawing/2014/main" id="{E6F18B66-8DF7-7C06-2366-A694A8FDF69C}"/>
              </a:ext>
            </a:extLst>
          </p:cNvPr>
          <p:cNvSpPr/>
          <p:nvPr/>
        </p:nvSpPr>
        <p:spPr>
          <a:xfrm>
            <a:off x="3060327" y="2545675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02" name="椭圆 301">
            <a:extLst>
              <a:ext uri="{FF2B5EF4-FFF2-40B4-BE49-F238E27FC236}">
                <a16:creationId xmlns:a16="http://schemas.microsoft.com/office/drawing/2014/main" id="{D8016B79-B4E2-06C6-BE8D-B25ABC4767D8}"/>
              </a:ext>
            </a:extLst>
          </p:cNvPr>
          <p:cNvSpPr/>
          <p:nvPr/>
        </p:nvSpPr>
        <p:spPr>
          <a:xfrm>
            <a:off x="3301298" y="2545675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03" name="椭圆 302">
            <a:extLst>
              <a:ext uri="{FF2B5EF4-FFF2-40B4-BE49-F238E27FC236}">
                <a16:creationId xmlns:a16="http://schemas.microsoft.com/office/drawing/2014/main" id="{603A6C03-9F25-FDCE-FF64-11167BA324D6}"/>
              </a:ext>
            </a:extLst>
          </p:cNvPr>
          <p:cNvSpPr/>
          <p:nvPr/>
        </p:nvSpPr>
        <p:spPr>
          <a:xfrm>
            <a:off x="3542269" y="2545675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04" name="椭圆 303">
            <a:extLst>
              <a:ext uri="{FF2B5EF4-FFF2-40B4-BE49-F238E27FC236}">
                <a16:creationId xmlns:a16="http://schemas.microsoft.com/office/drawing/2014/main" id="{ADCD0917-1B4F-73A2-5239-1DA58B788AAF}"/>
              </a:ext>
            </a:extLst>
          </p:cNvPr>
          <p:cNvSpPr/>
          <p:nvPr/>
        </p:nvSpPr>
        <p:spPr>
          <a:xfrm>
            <a:off x="3783240" y="2545675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05" name="椭圆 304">
            <a:extLst>
              <a:ext uri="{FF2B5EF4-FFF2-40B4-BE49-F238E27FC236}">
                <a16:creationId xmlns:a16="http://schemas.microsoft.com/office/drawing/2014/main" id="{621E3CBC-4CC3-1771-D78E-35D3FCC1CDA6}"/>
              </a:ext>
            </a:extLst>
          </p:cNvPr>
          <p:cNvSpPr/>
          <p:nvPr/>
        </p:nvSpPr>
        <p:spPr>
          <a:xfrm>
            <a:off x="4024212" y="2545675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cxnSp>
        <p:nvCxnSpPr>
          <p:cNvPr id="306" name="直接连接符 305">
            <a:extLst>
              <a:ext uri="{FF2B5EF4-FFF2-40B4-BE49-F238E27FC236}">
                <a16:creationId xmlns:a16="http://schemas.microsoft.com/office/drawing/2014/main" id="{5E4D77C5-D5F6-9B9C-45E4-93192DFC833C}"/>
              </a:ext>
            </a:extLst>
          </p:cNvPr>
          <p:cNvCxnSpPr/>
          <p:nvPr/>
        </p:nvCxnSpPr>
        <p:spPr>
          <a:xfrm flipV="1">
            <a:off x="1868648" y="2574306"/>
            <a:ext cx="240971" cy="23177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7" name="直接连接符 306">
            <a:extLst>
              <a:ext uri="{FF2B5EF4-FFF2-40B4-BE49-F238E27FC236}">
                <a16:creationId xmlns:a16="http://schemas.microsoft.com/office/drawing/2014/main" id="{B9330976-ACF0-05F8-2824-7141C12E42E1}"/>
              </a:ext>
            </a:extLst>
          </p:cNvPr>
          <p:cNvCxnSpPr/>
          <p:nvPr/>
        </p:nvCxnSpPr>
        <p:spPr>
          <a:xfrm flipV="1">
            <a:off x="2109620" y="2543401"/>
            <a:ext cx="240971" cy="30904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8" name="直接连接符 307">
            <a:extLst>
              <a:ext uri="{FF2B5EF4-FFF2-40B4-BE49-F238E27FC236}">
                <a16:creationId xmlns:a16="http://schemas.microsoft.com/office/drawing/2014/main" id="{92D1BEBC-2B70-FC44-9C5F-3DE619B59A13}"/>
              </a:ext>
            </a:extLst>
          </p:cNvPr>
          <p:cNvCxnSpPr/>
          <p:nvPr/>
        </p:nvCxnSpPr>
        <p:spPr>
          <a:xfrm flipV="1">
            <a:off x="2350591" y="2527949"/>
            <a:ext cx="240971" cy="15452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9" name="直接连接符 308">
            <a:extLst>
              <a:ext uri="{FF2B5EF4-FFF2-40B4-BE49-F238E27FC236}">
                <a16:creationId xmlns:a16="http://schemas.microsoft.com/office/drawing/2014/main" id="{A44C3027-BA7D-3CD6-B1FE-C12CC88F215E}"/>
              </a:ext>
            </a:extLst>
          </p:cNvPr>
          <p:cNvCxnSpPr/>
          <p:nvPr/>
        </p:nvCxnSpPr>
        <p:spPr>
          <a:xfrm>
            <a:off x="2591562" y="2527949"/>
            <a:ext cx="240971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0" name="直接连接符 309">
            <a:extLst>
              <a:ext uri="{FF2B5EF4-FFF2-40B4-BE49-F238E27FC236}">
                <a16:creationId xmlns:a16="http://schemas.microsoft.com/office/drawing/2014/main" id="{D13E7D18-C243-06ED-CF4C-355D1D6E9FD8}"/>
              </a:ext>
            </a:extLst>
          </p:cNvPr>
          <p:cNvCxnSpPr/>
          <p:nvPr/>
        </p:nvCxnSpPr>
        <p:spPr>
          <a:xfrm flipV="1">
            <a:off x="2832533" y="2512498"/>
            <a:ext cx="240971" cy="15451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直接连接符 310">
            <a:extLst>
              <a:ext uri="{FF2B5EF4-FFF2-40B4-BE49-F238E27FC236}">
                <a16:creationId xmlns:a16="http://schemas.microsoft.com/office/drawing/2014/main" id="{9E1778DC-3D02-874F-1618-E2D99FCB94C2}"/>
              </a:ext>
            </a:extLst>
          </p:cNvPr>
          <p:cNvCxnSpPr/>
          <p:nvPr/>
        </p:nvCxnSpPr>
        <p:spPr>
          <a:xfrm>
            <a:off x="3073505" y="2512498"/>
            <a:ext cx="240971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直接连接符 311">
            <a:extLst>
              <a:ext uri="{FF2B5EF4-FFF2-40B4-BE49-F238E27FC236}">
                <a16:creationId xmlns:a16="http://schemas.microsoft.com/office/drawing/2014/main" id="{58F7FE84-41B0-4916-EFBD-B90DF833E99E}"/>
              </a:ext>
            </a:extLst>
          </p:cNvPr>
          <p:cNvCxnSpPr/>
          <p:nvPr/>
        </p:nvCxnSpPr>
        <p:spPr>
          <a:xfrm>
            <a:off x="3314476" y="2512498"/>
            <a:ext cx="240971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3" name="直接连接符 312">
            <a:extLst>
              <a:ext uri="{FF2B5EF4-FFF2-40B4-BE49-F238E27FC236}">
                <a16:creationId xmlns:a16="http://schemas.microsoft.com/office/drawing/2014/main" id="{FA4703CC-CECA-1FA7-B3FE-69FDF9914B5E}"/>
              </a:ext>
            </a:extLst>
          </p:cNvPr>
          <p:cNvCxnSpPr/>
          <p:nvPr/>
        </p:nvCxnSpPr>
        <p:spPr>
          <a:xfrm>
            <a:off x="3555447" y="2512498"/>
            <a:ext cx="240971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4" name="直接连接符 313">
            <a:extLst>
              <a:ext uri="{FF2B5EF4-FFF2-40B4-BE49-F238E27FC236}">
                <a16:creationId xmlns:a16="http://schemas.microsoft.com/office/drawing/2014/main" id="{912829A5-9520-6454-AB0C-428BA779581F}"/>
              </a:ext>
            </a:extLst>
          </p:cNvPr>
          <p:cNvCxnSpPr/>
          <p:nvPr/>
        </p:nvCxnSpPr>
        <p:spPr>
          <a:xfrm>
            <a:off x="3796419" y="2512498"/>
            <a:ext cx="240971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5" name="椭圆 314">
            <a:extLst>
              <a:ext uri="{FF2B5EF4-FFF2-40B4-BE49-F238E27FC236}">
                <a16:creationId xmlns:a16="http://schemas.microsoft.com/office/drawing/2014/main" id="{5FC27BEB-97AF-4BFA-A725-1A2F42868EBA}"/>
              </a:ext>
            </a:extLst>
          </p:cNvPr>
          <p:cNvSpPr/>
          <p:nvPr/>
        </p:nvSpPr>
        <p:spPr>
          <a:xfrm>
            <a:off x="1855470" y="2584305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16" name="椭圆 315">
            <a:extLst>
              <a:ext uri="{FF2B5EF4-FFF2-40B4-BE49-F238E27FC236}">
                <a16:creationId xmlns:a16="http://schemas.microsoft.com/office/drawing/2014/main" id="{62ADA56D-15D3-AD6A-FE1F-E60386028832}"/>
              </a:ext>
            </a:extLst>
          </p:cNvPr>
          <p:cNvSpPr/>
          <p:nvPr/>
        </p:nvSpPr>
        <p:spPr>
          <a:xfrm>
            <a:off x="2096441" y="2561127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17" name="椭圆 316">
            <a:extLst>
              <a:ext uri="{FF2B5EF4-FFF2-40B4-BE49-F238E27FC236}">
                <a16:creationId xmlns:a16="http://schemas.microsoft.com/office/drawing/2014/main" id="{C43D9D42-67C9-64A5-1345-ED0E8F253361}"/>
              </a:ext>
            </a:extLst>
          </p:cNvPr>
          <p:cNvSpPr/>
          <p:nvPr/>
        </p:nvSpPr>
        <p:spPr>
          <a:xfrm>
            <a:off x="2337413" y="2530223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18" name="椭圆 317">
            <a:extLst>
              <a:ext uri="{FF2B5EF4-FFF2-40B4-BE49-F238E27FC236}">
                <a16:creationId xmlns:a16="http://schemas.microsoft.com/office/drawing/2014/main" id="{65231D5E-59A8-1885-EB6B-6F807546B0AA}"/>
              </a:ext>
            </a:extLst>
          </p:cNvPr>
          <p:cNvSpPr/>
          <p:nvPr/>
        </p:nvSpPr>
        <p:spPr>
          <a:xfrm>
            <a:off x="2578384" y="2514771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19" name="椭圆 318">
            <a:extLst>
              <a:ext uri="{FF2B5EF4-FFF2-40B4-BE49-F238E27FC236}">
                <a16:creationId xmlns:a16="http://schemas.microsoft.com/office/drawing/2014/main" id="{ABA29D6C-7BAC-369E-B550-6950D0CCB97E}"/>
              </a:ext>
            </a:extLst>
          </p:cNvPr>
          <p:cNvSpPr/>
          <p:nvPr/>
        </p:nvSpPr>
        <p:spPr>
          <a:xfrm>
            <a:off x="2819355" y="2514771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20" name="椭圆 319">
            <a:extLst>
              <a:ext uri="{FF2B5EF4-FFF2-40B4-BE49-F238E27FC236}">
                <a16:creationId xmlns:a16="http://schemas.microsoft.com/office/drawing/2014/main" id="{4E382D4D-8FB7-18C9-02CC-1F1F3B135A9E}"/>
              </a:ext>
            </a:extLst>
          </p:cNvPr>
          <p:cNvSpPr/>
          <p:nvPr/>
        </p:nvSpPr>
        <p:spPr>
          <a:xfrm>
            <a:off x="3060327" y="2499320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21" name="椭圆 320">
            <a:extLst>
              <a:ext uri="{FF2B5EF4-FFF2-40B4-BE49-F238E27FC236}">
                <a16:creationId xmlns:a16="http://schemas.microsoft.com/office/drawing/2014/main" id="{F6B0DAAC-F380-B791-D74F-1A778185FA1E}"/>
              </a:ext>
            </a:extLst>
          </p:cNvPr>
          <p:cNvSpPr/>
          <p:nvPr/>
        </p:nvSpPr>
        <p:spPr>
          <a:xfrm>
            <a:off x="3301298" y="2499320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22" name="椭圆 321">
            <a:extLst>
              <a:ext uri="{FF2B5EF4-FFF2-40B4-BE49-F238E27FC236}">
                <a16:creationId xmlns:a16="http://schemas.microsoft.com/office/drawing/2014/main" id="{BEFC058F-0E95-0998-A87C-35AD8F39E57F}"/>
              </a:ext>
            </a:extLst>
          </p:cNvPr>
          <p:cNvSpPr/>
          <p:nvPr/>
        </p:nvSpPr>
        <p:spPr>
          <a:xfrm>
            <a:off x="3542269" y="2499320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23" name="椭圆 322">
            <a:extLst>
              <a:ext uri="{FF2B5EF4-FFF2-40B4-BE49-F238E27FC236}">
                <a16:creationId xmlns:a16="http://schemas.microsoft.com/office/drawing/2014/main" id="{1E368C04-4F5C-739A-0C23-F81A30F2D9B8}"/>
              </a:ext>
            </a:extLst>
          </p:cNvPr>
          <p:cNvSpPr/>
          <p:nvPr/>
        </p:nvSpPr>
        <p:spPr>
          <a:xfrm>
            <a:off x="3783240" y="2499320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24" name="椭圆 323">
            <a:extLst>
              <a:ext uri="{FF2B5EF4-FFF2-40B4-BE49-F238E27FC236}">
                <a16:creationId xmlns:a16="http://schemas.microsoft.com/office/drawing/2014/main" id="{33508084-0AD8-CBD7-E4D8-8553417AFB8D}"/>
              </a:ext>
            </a:extLst>
          </p:cNvPr>
          <p:cNvSpPr/>
          <p:nvPr/>
        </p:nvSpPr>
        <p:spPr>
          <a:xfrm>
            <a:off x="4024212" y="2499320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cxnSp>
        <p:nvCxnSpPr>
          <p:cNvPr id="325" name="直接连接符 324">
            <a:extLst>
              <a:ext uri="{FF2B5EF4-FFF2-40B4-BE49-F238E27FC236}">
                <a16:creationId xmlns:a16="http://schemas.microsoft.com/office/drawing/2014/main" id="{C471DF35-D1E1-ACB1-4FC0-B449C064FB94}"/>
              </a:ext>
            </a:extLst>
          </p:cNvPr>
          <p:cNvCxnSpPr/>
          <p:nvPr/>
        </p:nvCxnSpPr>
        <p:spPr>
          <a:xfrm flipV="1">
            <a:off x="1868648" y="2566579"/>
            <a:ext cx="240971" cy="30904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6" name="直接连接符 325">
            <a:extLst>
              <a:ext uri="{FF2B5EF4-FFF2-40B4-BE49-F238E27FC236}">
                <a16:creationId xmlns:a16="http://schemas.microsoft.com/office/drawing/2014/main" id="{804A73AC-30DA-8CEF-8969-A308B34C02FE}"/>
              </a:ext>
            </a:extLst>
          </p:cNvPr>
          <p:cNvCxnSpPr/>
          <p:nvPr/>
        </p:nvCxnSpPr>
        <p:spPr>
          <a:xfrm flipV="1">
            <a:off x="2109620" y="2527949"/>
            <a:ext cx="240971" cy="3863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直接连接符 326">
            <a:extLst>
              <a:ext uri="{FF2B5EF4-FFF2-40B4-BE49-F238E27FC236}">
                <a16:creationId xmlns:a16="http://schemas.microsoft.com/office/drawing/2014/main" id="{E8A134D0-FE51-B911-E530-24AFC440F6D5}"/>
              </a:ext>
            </a:extLst>
          </p:cNvPr>
          <p:cNvCxnSpPr/>
          <p:nvPr/>
        </p:nvCxnSpPr>
        <p:spPr>
          <a:xfrm flipV="1">
            <a:off x="2350591" y="2512498"/>
            <a:ext cx="240971" cy="15451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直接连接符 327">
            <a:extLst>
              <a:ext uri="{FF2B5EF4-FFF2-40B4-BE49-F238E27FC236}">
                <a16:creationId xmlns:a16="http://schemas.microsoft.com/office/drawing/2014/main" id="{D7469F33-0C19-96CF-CCD5-E31664E4096D}"/>
              </a:ext>
            </a:extLst>
          </p:cNvPr>
          <p:cNvCxnSpPr/>
          <p:nvPr/>
        </p:nvCxnSpPr>
        <p:spPr>
          <a:xfrm>
            <a:off x="2591562" y="2512498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9" name="直接连接符 328">
            <a:extLst>
              <a:ext uri="{FF2B5EF4-FFF2-40B4-BE49-F238E27FC236}">
                <a16:creationId xmlns:a16="http://schemas.microsoft.com/office/drawing/2014/main" id="{7F27B4C8-B54D-54FA-0BC2-714ABECF85BF}"/>
              </a:ext>
            </a:extLst>
          </p:cNvPr>
          <p:cNvCxnSpPr/>
          <p:nvPr/>
        </p:nvCxnSpPr>
        <p:spPr>
          <a:xfrm>
            <a:off x="2832533" y="2512498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直接连接符 329">
            <a:extLst>
              <a:ext uri="{FF2B5EF4-FFF2-40B4-BE49-F238E27FC236}">
                <a16:creationId xmlns:a16="http://schemas.microsoft.com/office/drawing/2014/main" id="{B03A463C-373F-D173-7A4F-377CBC32924A}"/>
              </a:ext>
            </a:extLst>
          </p:cNvPr>
          <p:cNvCxnSpPr/>
          <p:nvPr/>
        </p:nvCxnSpPr>
        <p:spPr>
          <a:xfrm>
            <a:off x="3073505" y="2512498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1" name="直接连接符 330">
            <a:extLst>
              <a:ext uri="{FF2B5EF4-FFF2-40B4-BE49-F238E27FC236}">
                <a16:creationId xmlns:a16="http://schemas.microsoft.com/office/drawing/2014/main" id="{B683260F-E983-8F6B-975B-E455AA0DB449}"/>
              </a:ext>
            </a:extLst>
          </p:cNvPr>
          <p:cNvCxnSpPr/>
          <p:nvPr/>
        </p:nvCxnSpPr>
        <p:spPr>
          <a:xfrm>
            <a:off x="3314476" y="2512498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2" name="直接连接符 331">
            <a:extLst>
              <a:ext uri="{FF2B5EF4-FFF2-40B4-BE49-F238E27FC236}">
                <a16:creationId xmlns:a16="http://schemas.microsoft.com/office/drawing/2014/main" id="{2FCCF902-2E2F-F7F6-657F-BA61C764D548}"/>
              </a:ext>
            </a:extLst>
          </p:cNvPr>
          <p:cNvCxnSpPr/>
          <p:nvPr/>
        </p:nvCxnSpPr>
        <p:spPr>
          <a:xfrm>
            <a:off x="3555447" y="2512498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3" name="直接连接符 332">
            <a:extLst>
              <a:ext uri="{FF2B5EF4-FFF2-40B4-BE49-F238E27FC236}">
                <a16:creationId xmlns:a16="http://schemas.microsoft.com/office/drawing/2014/main" id="{0A760E90-A966-ECA9-CB94-5208B82CAE06}"/>
              </a:ext>
            </a:extLst>
          </p:cNvPr>
          <p:cNvCxnSpPr/>
          <p:nvPr/>
        </p:nvCxnSpPr>
        <p:spPr>
          <a:xfrm>
            <a:off x="3796419" y="2512498"/>
            <a:ext cx="240971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4" name="矩形 333">
            <a:extLst>
              <a:ext uri="{FF2B5EF4-FFF2-40B4-BE49-F238E27FC236}">
                <a16:creationId xmlns:a16="http://schemas.microsoft.com/office/drawing/2014/main" id="{FA4A60E2-C369-A3C8-46ED-7CE97F0E8369}"/>
              </a:ext>
            </a:extLst>
          </p:cNvPr>
          <p:cNvSpPr/>
          <p:nvPr/>
        </p:nvSpPr>
        <p:spPr>
          <a:xfrm>
            <a:off x="1855470" y="2584305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35" name="矩形 334">
            <a:extLst>
              <a:ext uri="{FF2B5EF4-FFF2-40B4-BE49-F238E27FC236}">
                <a16:creationId xmlns:a16="http://schemas.microsoft.com/office/drawing/2014/main" id="{7B3514B9-9E1C-1B25-C017-7D21472B8BCB}"/>
              </a:ext>
            </a:extLst>
          </p:cNvPr>
          <p:cNvSpPr/>
          <p:nvPr/>
        </p:nvSpPr>
        <p:spPr>
          <a:xfrm>
            <a:off x="2096441" y="2553401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36" name="矩形 335">
            <a:extLst>
              <a:ext uri="{FF2B5EF4-FFF2-40B4-BE49-F238E27FC236}">
                <a16:creationId xmlns:a16="http://schemas.microsoft.com/office/drawing/2014/main" id="{16521088-A7A0-DCC7-0B1B-8FF00D4FF7E9}"/>
              </a:ext>
            </a:extLst>
          </p:cNvPr>
          <p:cNvSpPr/>
          <p:nvPr/>
        </p:nvSpPr>
        <p:spPr>
          <a:xfrm>
            <a:off x="2337413" y="2514771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37" name="矩形 336">
            <a:extLst>
              <a:ext uri="{FF2B5EF4-FFF2-40B4-BE49-F238E27FC236}">
                <a16:creationId xmlns:a16="http://schemas.microsoft.com/office/drawing/2014/main" id="{1EFCC691-35AD-AA14-D843-F57A5CE79C12}"/>
              </a:ext>
            </a:extLst>
          </p:cNvPr>
          <p:cNvSpPr/>
          <p:nvPr/>
        </p:nvSpPr>
        <p:spPr>
          <a:xfrm>
            <a:off x="2578384" y="2499320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38" name="矩形 337">
            <a:extLst>
              <a:ext uri="{FF2B5EF4-FFF2-40B4-BE49-F238E27FC236}">
                <a16:creationId xmlns:a16="http://schemas.microsoft.com/office/drawing/2014/main" id="{D7C051E3-4AAA-43F9-27DC-DFAFD91FBAE2}"/>
              </a:ext>
            </a:extLst>
          </p:cNvPr>
          <p:cNvSpPr/>
          <p:nvPr/>
        </p:nvSpPr>
        <p:spPr>
          <a:xfrm>
            <a:off x="2819355" y="2499320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39" name="矩形 338">
            <a:extLst>
              <a:ext uri="{FF2B5EF4-FFF2-40B4-BE49-F238E27FC236}">
                <a16:creationId xmlns:a16="http://schemas.microsoft.com/office/drawing/2014/main" id="{88FBE604-3911-1F41-0D72-E272D25E245F}"/>
              </a:ext>
            </a:extLst>
          </p:cNvPr>
          <p:cNvSpPr/>
          <p:nvPr/>
        </p:nvSpPr>
        <p:spPr>
          <a:xfrm>
            <a:off x="3060327" y="2499320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40" name="矩形 339">
            <a:extLst>
              <a:ext uri="{FF2B5EF4-FFF2-40B4-BE49-F238E27FC236}">
                <a16:creationId xmlns:a16="http://schemas.microsoft.com/office/drawing/2014/main" id="{35E4891B-89D8-E6CC-8A7F-D7844FBA87B3}"/>
              </a:ext>
            </a:extLst>
          </p:cNvPr>
          <p:cNvSpPr/>
          <p:nvPr/>
        </p:nvSpPr>
        <p:spPr>
          <a:xfrm>
            <a:off x="3301298" y="2499320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41" name="矩形 340">
            <a:extLst>
              <a:ext uri="{FF2B5EF4-FFF2-40B4-BE49-F238E27FC236}">
                <a16:creationId xmlns:a16="http://schemas.microsoft.com/office/drawing/2014/main" id="{CEBFD230-C9FB-FDC6-96B0-995449766652}"/>
              </a:ext>
            </a:extLst>
          </p:cNvPr>
          <p:cNvSpPr/>
          <p:nvPr/>
        </p:nvSpPr>
        <p:spPr>
          <a:xfrm>
            <a:off x="3542269" y="2499320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42" name="矩形 341">
            <a:extLst>
              <a:ext uri="{FF2B5EF4-FFF2-40B4-BE49-F238E27FC236}">
                <a16:creationId xmlns:a16="http://schemas.microsoft.com/office/drawing/2014/main" id="{D25852DC-CE9B-753B-96DC-8B1D762A9639}"/>
              </a:ext>
            </a:extLst>
          </p:cNvPr>
          <p:cNvSpPr/>
          <p:nvPr/>
        </p:nvSpPr>
        <p:spPr>
          <a:xfrm>
            <a:off x="3783240" y="2499320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43" name="矩形 342">
            <a:extLst>
              <a:ext uri="{FF2B5EF4-FFF2-40B4-BE49-F238E27FC236}">
                <a16:creationId xmlns:a16="http://schemas.microsoft.com/office/drawing/2014/main" id="{72B8DDD4-31F9-7441-2100-BED274EB65B2}"/>
              </a:ext>
            </a:extLst>
          </p:cNvPr>
          <p:cNvSpPr/>
          <p:nvPr/>
        </p:nvSpPr>
        <p:spPr>
          <a:xfrm>
            <a:off x="4024212" y="2499320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cxnSp>
        <p:nvCxnSpPr>
          <p:cNvPr id="344" name="直接连接符 343">
            <a:extLst>
              <a:ext uri="{FF2B5EF4-FFF2-40B4-BE49-F238E27FC236}">
                <a16:creationId xmlns:a16="http://schemas.microsoft.com/office/drawing/2014/main" id="{8F9613A3-6E34-B825-7EA4-E761CE5E6270}"/>
              </a:ext>
            </a:extLst>
          </p:cNvPr>
          <p:cNvCxnSpPr/>
          <p:nvPr/>
        </p:nvCxnSpPr>
        <p:spPr>
          <a:xfrm flipV="1">
            <a:off x="1868648" y="2520224"/>
            <a:ext cx="240971" cy="3863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5" name="直接连接符 344">
            <a:extLst>
              <a:ext uri="{FF2B5EF4-FFF2-40B4-BE49-F238E27FC236}">
                <a16:creationId xmlns:a16="http://schemas.microsoft.com/office/drawing/2014/main" id="{A5343E1F-FFAB-AE01-50EB-C3F7A40B1695}"/>
              </a:ext>
            </a:extLst>
          </p:cNvPr>
          <p:cNvCxnSpPr/>
          <p:nvPr/>
        </p:nvCxnSpPr>
        <p:spPr>
          <a:xfrm flipV="1">
            <a:off x="2109620" y="2466141"/>
            <a:ext cx="240971" cy="54082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直接连接符 345">
            <a:extLst>
              <a:ext uri="{FF2B5EF4-FFF2-40B4-BE49-F238E27FC236}">
                <a16:creationId xmlns:a16="http://schemas.microsoft.com/office/drawing/2014/main" id="{8CD7A633-4A6E-15E3-10A6-DADFD88355CE}"/>
              </a:ext>
            </a:extLst>
          </p:cNvPr>
          <p:cNvCxnSpPr/>
          <p:nvPr/>
        </p:nvCxnSpPr>
        <p:spPr>
          <a:xfrm>
            <a:off x="2350591" y="2466141"/>
            <a:ext cx="240971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直接连接符 346">
            <a:extLst>
              <a:ext uri="{FF2B5EF4-FFF2-40B4-BE49-F238E27FC236}">
                <a16:creationId xmlns:a16="http://schemas.microsoft.com/office/drawing/2014/main" id="{C759DE68-0F42-D862-3AE4-374582331BD0}"/>
              </a:ext>
            </a:extLst>
          </p:cNvPr>
          <p:cNvCxnSpPr/>
          <p:nvPr/>
        </p:nvCxnSpPr>
        <p:spPr>
          <a:xfrm>
            <a:off x="2591562" y="2466141"/>
            <a:ext cx="240971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8" name="直接连接符 347">
            <a:extLst>
              <a:ext uri="{FF2B5EF4-FFF2-40B4-BE49-F238E27FC236}">
                <a16:creationId xmlns:a16="http://schemas.microsoft.com/office/drawing/2014/main" id="{C50D21F0-9486-44A8-712B-D10FA3476590}"/>
              </a:ext>
            </a:extLst>
          </p:cNvPr>
          <p:cNvCxnSpPr/>
          <p:nvPr/>
        </p:nvCxnSpPr>
        <p:spPr>
          <a:xfrm>
            <a:off x="2832533" y="2466141"/>
            <a:ext cx="240971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9" name="直接连接符 348">
            <a:extLst>
              <a:ext uri="{FF2B5EF4-FFF2-40B4-BE49-F238E27FC236}">
                <a16:creationId xmlns:a16="http://schemas.microsoft.com/office/drawing/2014/main" id="{C3C4C842-56EA-BAD7-EDAA-3B884C437719}"/>
              </a:ext>
            </a:extLst>
          </p:cNvPr>
          <p:cNvCxnSpPr/>
          <p:nvPr/>
        </p:nvCxnSpPr>
        <p:spPr>
          <a:xfrm>
            <a:off x="3073505" y="2466141"/>
            <a:ext cx="240971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0" name="直接连接符 349">
            <a:extLst>
              <a:ext uri="{FF2B5EF4-FFF2-40B4-BE49-F238E27FC236}">
                <a16:creationId xmlns:a16="http://schemas.microsoft.com/office/drawing/2014/main" id="{8C2DF4D8-FD93-8549-43AE-3D53C4BC3876}"/>
              </a:ext>
            </a:extLst>
          </p:cNvPr>
          <p:cNvCxnSpPr/>
          <p:nvPr/>
        </p:nvCxnSpPr>
        <p:spPr>
          <a:xfrm>
            <a:off x="3314476" y="2466141"/>
            <a:ext cx="240971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1" name="直接连接符 350">
            <a:extLst>
              <a:ext uri="{FF2B5EF4-FFF2-40B4-BE49-F238E27FC236}">
                <a16:creationId xmlns:a16="http://schemas.microsoft.com/office/drawing/2014/main" id="{7744FD2F-5281-987F-0393-7558DCE20713}"/>
              </a:ext>
            </a:extLst>
          </p:cNvPr>
          <p:cNvCxnSpPr/>
          <p:nvPr/>
        </p:nvCxnSpPr>
        <p:spPr>
          <a:xfrm>
            <a:off x="3555447" y="2466141"/>
            <a:ext cx="240971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2" name="直接连接符 351">
            <a:extLst>
              <a:ext uri="{FF2B5EF4-FFF2-40B4-BE49-F238E27FC236}">
                <a16:creationId xmlns:a16="http://schemas.microsoft.com/office/drawing/2014/main" id="{2A98C78D-BC6F-0751-B141-0CF004130010}"/>
              </a:ext>
            </a:extLst>
          </p:cNvPr>
          <p:cNvCxnSpPr/>
          <p:nvPr/>
        </p:nvCxnSpPr>
        <p:spPr>
          <a:xfrm>
            <a:off x="3796419" y="2466141"/>
            <a:ext cx="240971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3" name="矩形 352">
            <a:extLst>
              <a:ext uri="{FF2B5EF4-FFF2-40B4-BE49-F238E27FC236}">
                <a16:creationId xmlns:a16="http://schemas.microsoft.com/office/drawing/2014/main" id="{0B159D02-2C7D-DD14-C4F6-C186FD3BDCE1}"/>
              </a:ext>
            </a:extLst>
          </p:cNvPr>
          <p:cNvSpPr/>
          <p:nvPr/>
        </p:nvSpPr>
        <p:spPr>
          <a:xfrm>
            <a:off x="1855470" y="2545675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54" name="矩形 353">
            <a:extLst>
              <a:ext uri="{FF2B5EF4-FFF2-40B4-BE49-F238E27FC236}">
                <a16:creationId xmlns:a16="http://schemas.microsoft.com/office/drawing/2014/main" id="{96C68847-C64A-049D-34D8-CB813D2B6B53}"/>
              </a:ext>
            </a:extLst>
          </p:cNvPr>
          <p:cNvSpPr/>
          <p:nvPr/>
        </p:nvSpPr>
        <p:spPr>
          <a:xfrm>
            <a:off x="2096441" y="2507046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55" name="矩形 354">
            <a:extLst>
              <a:ext uri="{FF2B5EF4-FFF2-40B4-BE49-F238E27FC236}">
                <a16:creationId xmlns:a16="http://schemas.microsoft.com/office/drawing/2014/main" id="{9BA7A5C6-14D6-8367-9988-A17D5AB5B64B}"/>
              </a:ext>
            </a:extLst>
          </p:cNvPr>
          <p:cNvSpPr/>
          <p:nvPr/>
        </p:nvSpPr>
        <p:spPr>
          <a:xfrm>
            <a:off x="2337413" y="2452963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56" name="矩形 355">
            <a:extLst>
              <a:ext uri="{FF2B5EF4-FFF2-40B4-BE49-F238E27FC236}">
                <a16:creationId xmlns:a16="http://schemas.microsoft.com/office/drawing/2014/main" id="{022D85D1-30E3-01AB-64C4-F89E2B783CE7}"/>
              </a:ext>
            </a:extLst>
          </p:cNvPr>
          <p:cNvSpPr/>
          <p:nvPr/>
        </p:nvSpPr>
        <p:spPr>
          <a:xfrm>
            <a:off x="2578384" y="2452963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57" name="矩形 356">
            <a:extLst>
              <a:ext uri="{FF2B5EF4-FFF2-40B4-BE49-F238E27FC236}">
                <a16:creationId xmlns:a16="http://schemas.microsoft.com/office/drawing/2014/main" id="{40B7874C-457E-87F8-3928-729DF1C7F6BF}"/>
              </a:ext>
            </a:extLst>
          </p:cNvPr>
          <p:cNvSpPr/>
          <p:nvPr/>
        </p:nvSpPr>
        <p:spPr>
          <a:xfrm>
            <a:off x="2819355" y="2452963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58" name="矩形 357">
            <a:extLst>
              <a:ext uri="{FF2B5EF4-FFF2-40B4-BE49-F238E27FC236}">
                <a16:creationId xmlns:a16="http://schemas.microsoft.com/office/drawing/2014/main" id="{E74FE30C-DA55-279A-87E6-3E4E96778226}"/>
              </a:ext>
            </a:extLst>
          </p:cNvPr>
          <p:cNvSpPr/>
          <p:nvPr/>
        </p:nvSpPr>
        <p:spPr>
          <a:xfrm>
            <a:off x="3060327" y="2452963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59" name="矩形 358">
            <a:extLst>
              <a:ext uri="{FF2B5EF4-FFF2-40B4-BE49-F238E27FC236}">
                <a16:creationId xmlns:a16="http://schemas.microsoft.com/office/drawing/2014/main" id="{6F4B5A07-93BE-4A22-C641-B13DB0CAD230}"/>
              </a:ext>
            </a:extLst>
          </p:cNvPr>
          <p:cNvSpPr/>
          <p:nvPr/>
        </p:nvSpPr>
        <p:spPr>
          <a:xfrm>
            <a:off x="3301298" y="2452963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60" name="矩形 359">
            <a:extLst>
              <a:ext uri="{FF2B5EF4-FFF2-40B4-BE49-F238E27FC236}">
                <a16:creationId xmlns:a16="http://schemas.microsoft.com/office/drawing/2014/main" id="{A236DBD6-E888-708E-A02A-37850D4CE536}"/>
              </a:ext>
            </a:extLst>
          </p:cNvPr>
          <p:cNvSpPr/>
          <p:nvPr/>
        </p:nvSpPr>
        <p:spPr>
          <a:xfrm>
            <a:off x="3542269" y="2452963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61" name="矩形 360">
            <a:extLst>
              <a:ext uri="{FF2B5EF4-FFF2-40B4-BE49-F238E27FC236}">
                <a16:creationId xmlns:a16="http://schemas.microsoft.com/office/drawing/2014/main" id="{4FBA0A8A-9A36-EAF5-9BFD-6B43F3832517}"/>
              </a:ext>
            </a:extLst>
          </p:cNvPr>
          <p:cNvSpPr/>
          <p:nvPr/>
        </p:nvSpPr>
        <p:spPr>
          <a:xfrm>
            <a:off x="3783240" y="2452963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62" name="矩形 361">
            <a:extLst>
              <a:ext uri="{FF2B5EF4-FFF2-40B4-BE49-F238E27FC236}">
                <a16:creationId xmlns:a16="http://schemas.microsoft.com/office/drawing/2014/main" id="{873B3B62-6418-BBF2-5584-DCABB5C874A7}"/>
              </a:ext>
            </a:extLst>
          </p:cNvPr>
          <p:cNvSpPr/>
          <p:nvPr/>
        </p:nvSpPr>
        <p:spPr>
          <a:xfrm>
            <a:off x="4024212" y="2452963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cxnSp>
        <p:nvCxnSpPr>
          <p:cNvPr id="363" name="直接连接符 362">
            <a:extLst>
              <a:ext uri="{FF2B5EF4-FFF2-40B4-BE49-F238E27FC236}">
                <a16:creationId xmlns:a16="http://schemas.microsoft.com/office/drawing/2014/main" id="{8887C347-623D-E516-8192-462AC4E9F007}"/>
              </a:ext>
            </a:extLst>
          </p:cNvPr>
          <p:cNvCxnSpPr/>
          <p:nvPr/>
        </p:nvCxnSpPr>
        <p:spPr>
          <a:xfrm>
            <a:off x="4203058" y="2447365"/>
            <a:ext cx="150607" cy="0"/>
          </a:xfrm>
          <a:prstGeom prst="line">
            <a:avLst/>
          </a:prstGeom>
          <a:ln w="20320">
            <a:solidFill>
              <a:srgbClr val="087E8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4" name="椭圆 363">
            <a:extLst>
              <a:ext uri="{FF2B5EF4-FFF2-40B4-BE49-F238E27FC236}">
                <a16:creationId xmlns:a16="http://schemas.microsoft.com/office/drawing/2014/main" id="{F6C8ECC0-C022-6343-D39F-E6B4EFDE5FA4}"/>
              </a:ext>
            </a:extLst>
          </p:cNvPr>
          <p:cNvSpPr/>
          <p:nvPr/>
        </p:nvSpPr>
        <p:spPr>
          <a:xfrm>
            <a:off x="4265183" y="2434187"/>
            <a:ext cx="26356" cy="26356"/>
          </a:xfrm>
          <a:prstGeom prst="ellipse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65" name="文本框 364">
            <a:extLst>
              <a:ext uri="{FF2B5EF4-FFF2-40B4-BE49-F238E27FC236}">
                <a16:creationId xmlns:a16="http://schemas.microsoft.com/office/drawing/2014/main" id="{85F6EB2C-1AAB-06AA-1030-2E612B57CDA3}"/>
              </a:ext>
            </a:extLst>
          </p:cNvPr>
          <p:cNvSpPr txBox="1"/>
          <p:nvPr/>
        </p:nvSpPr>
        <p:spPr>
          <a:xfrm>
            <a:off x="4406377" y="2402183"/>
            <a:ext cx="322204" cy="70340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57">
                <a:solidFill>
                  <a:srgbClr val="263746"/>
                </a:solidFill>
                <a:latin typeface="Arial" panose="020B0604020202020204" pitchFamily="34" charset="0"/>
              </a:rPr>
              <a:t>Top-1 · &lt;2 Å</a:t>
            </a:r>
            <a:endParaRPr lang="zh-CN" altLang="en-US" sz="457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366" name="直接连接符 365">
            <a:extLst>
              <a:ext uri="{FF2B5EF4-FFF2-40B4-BE49-F238E27FC236}">
                <a16:creationId xmlns:a16="http://schemas.microsoft.com/office/drawing/2014/main" id="{76671FA4-448D-EC54-575F-C26EC3B1E661}"/>
              </a:ext>
            </a:extLst>
          </p:cNvPr>
          <p:cNvCxnSpPr/>
          <p:nvPr/>
        </p:nvCxnSpPr>
        <p:spPr>
          <a:xfrm>
            <a:off x="4203058" y="2578393"/>
            <a:ext cx="150607" cy="0"/>
          </a:xfrm>
          <a:prstGeom prst="line">
            <a:avLst/>
          </a:prstGeom>
          <a:ln w="20320">
            <a:solidFill>
              <a:srgbClr val="BC762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7" name="椭圆 366">
            <a:extLst>
              <a:ext uri="{FF2B5EF4-FFF2-40B4-BE49-F238E27FC236}">
                <a16:creationId xmlns:a16="http://schemas.microsoft.com/office/drawing/2014/main" id="{87E5FF40-546A-DE6D-04F8-D6E1D82403F9}"/>
              </a:ext>
            </a:extLst>
          </p:cNvPr>
          <p:cNvSpPr/>
          <p:nvPr/>
        </p:nvSpPr>
        <p:spPr>
          <a:xfrm>
            <a:off x="4265183" y="2565215"/>
            <a:ext cx="26356" cy="26356"/>
          </a:xfrm>
          <a:prstGeom prst="ellipse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68" name="文本框 367">
            <a:extLst>
              <a:ext uri="{FF2B5EF4-FFF2-40B4-BE49-F238E27FC236}">
                <a16:creationId xmlns:a16="http://schemas.microsoft.com/office/drawing/2014/main" id="{5C2AD9F7-75F1-84FC-0E0E-CC18CCE9A2AF}"/>
              </a:ext>
            </a:extLst>
          </p:cNvPr>
          <p:cNvSpPr txBox="1"/>
          <p:nvPr/>
        </p:nvSpPr>
        <p:spPr>
          <a:xfrm>
            <a:off x="4406377" y="2533211"/>
            <a:ext cx="322204" cy="70340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57">
                <a:solidFill>
                  <a:srgbClr val="263746"/>
                </a:solidFill>
                <a:latin typeface="Arial" panose="020B0604020202020204" pitchFamily="34" charset="0"/>
              </a:rPr>
              <a:t>Top-1 · &lt;3 Å</a:t>
            </a:r>
            <a:endParaRPr lang="zh-CN" altLang="en-US" sz="457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369" name="直接连接符 368">
            <a:extLst>
              <a:ext uri="{FF2B5EF4-FFF2-40B4-BE49-F238E27FC236}">
                <a16:creationId xmlns:a16="http://schemas.microsoft.com/office/drawing/2014/main" id="{60570670-F459-CFDE-1CAD-963D6B211819}"/>
              </a:ext>
            </a:extLst>
          </p:cNvPr>
          <p:cNvCxnSpPr/>
          <p:nvPr/>
        </p:nvCxnSpPr>
        <p:spPr>
          <a:xfrm>
            <a:off x="4203058" y="2709421"/>
            <a:ext cx="150607" cy="0"/>
          </a:xfrm>
          <a:prstGeom prst="line">
            <a:avLst/>
          </a:prstGeom>
          <a:ln w="20320">
            <a:solidFill>
              <a:srgbClr val="087E83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0" name="矩形 369">
            <a:extLst>
              <a:ext uri="{FF2B5EF4-FFF2-40B4-BE49-F238E27FC236}">
                <a16:creationId xmlns:a16="http://schemas.microsoft.com/office/drawing/2014/main" id="{57092AC0-A4AC-FB22-A3D1-EAD4C9D065E1}"/>
              </a:ext>
            </a:extLst>
          </p:cNvPr>
          <p:cNvSpPr/>
          <p:nvPr/>
        </p:nvSpPr>
        <p:spPr>
          <a:xfrm>
            <a:off x="4265183" y="2696243"/>
            <a:ext cx="26356" cy="26356"/>
          </a:xfrm>
          <a:prstGeom prst="rect">
            <a:avLst/>
          </a:prstGeom>
          <a:solidFill>
            <a:srgbClr val="087E83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71" name="文本框 370">
            <a:extLst>
              <a:ext uri="{FF2B5EF4-FFF2-40B4-BE49-F238E27FC236}">
                <a16:creationId xmlns:a16="http://schemas.microsoft.com/office/drawing/2014/main" id="{8B2640BC-7DFE-D1DC-B9C2-2618B7DEC8DB}"/>
              </a:ext>
            </a:extLst>
          </p:cNvPr>
          <p:cNvSpPr txBox="1"/>
          <p:nvPr/>
        </p:nvSpPr>
        <p:spPr>
          <a:xfrm>
            <a:off x="4406377" y="2664239"/>
            <a:ext cx="437620" cy="70340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57">
                <a:solidFill>
                  <a:srgbClr val="263746"/>
                </a:solidFill>
                <a:latin typeface="Arial" panose="020B0604020202020204" pitchFamily="34" charset="0"/>
              </a:rPr>
              <a:t>Best-of-50 · &lt;2 Å</a:t>
            </a:r>
            <a:endParaRPr lang="zh-CN" altLang="en-US" sz="457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  <p:cxnSp>
        <p:nvCxnSpPr>
          <p:cNvPr id="372" name="直接连接符 371">
            <a:extLst>
              <a:ext uri="{FF2B5EF4-FFF2-40B4-BE49-F238E27FC236}">
                <a16:creationId xmlns:a16="http://schemas.microsoft.com/office/drawing/2014/main" id="{2BE48296-CB46-51F9-2EA1-A1198CA97740}"/>
              </a:ext>
            </a:extLst>
          </p:cNvPr>
          <p:cNvCxnSpPr/>
          <p:nvPr/>
        </p:nvCxnSpPr>
        <p:spPr>
          <a:xfrm>
            <a:off x="4203058" y="2840449"/>
            <a:ext cx="150607" cy="0"/>
          </a:xfrm>
          <a:prstGeom prst="line">
            <a:avLst/>
          </a:prstGeom>
          <a:ln w="20320">
            <a:solidFill>
              <a:srgbClr val="BC762A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矩形 372">
            <a:extLst>
              <a:ext uri="{FF2B5EF4-FFF2-40B4-BE49-F238E27FC236}">
                <a16:creationId xmlns:a16="http://schemas.microsoft.com/office/drawing/2014/main" id="{FBC2DFC2-8E20-EEEF-BFAE-244861357E30}"/>
              </a:ext>
            </a:extLst>
          </p:cNvPr>
          <p:cNvSpPr/>
          <p:nvPr/>
        </p:nvSpPr>
        <p:spPr>
          <a:xfrm>
            <a:off x="4265183" y="2827271"/>
            <a:ext cx="26356" cy="26356"/>
          </a:xfrm>
          <a:prstGeom prst="rect">
            <a:avLst/>
          </a:prstGeom>
          <a:solidFill>
            <a:srgbClr val="BC762A"/>
          </a:solidFill>
          <a:ln w="444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67"/>
          </a:p>
        </p:txBody>
      </p:sp>
      <p:sp>
        <p:nvSpPr>
          <p:cNvPr id="374" name="文本框 373">
            <a:extLst>
              <a:ext uri="{FF2B5EF4-FFF2-40B4-BE49-F238E27FC236}">
                <a16:creationId xmlns:a16="http://schemas.microsoft.com/office/drawing/2014/main" id="{8B5E9693-3532-E5A3-1C84-022004E9A2C4}"/>
              </a:ext>
            </a:extLst>
          </p:cNvPr>
          <p:cNvSpPr txBox="1"/>
          <p:nvPr/>
        </p:nvSpPr>
        <p:spPr>
          <a:xfrm>
            <a:off x="4406377" y="2795267"/>
            <a:ext cx="437620" cy="70340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altLang="zh-CN" sz="457">
                <a:solidFill>
                  <a:srgbClr val="263746"/>
                </a:solidFill>
                <a:latin typeface="Arial" panose="020B0604020202020204" pitchFamily="34" charset="0"/>
              </a:rPr>
              <a:t>Best-of-50 · &lt;3 Å</a:t>
            </a:r>
            <a:endParaRPr lang="zh-CN" altLang="en-US" sz="457">
              <a:solidFill>
                <a:srgbClr val="263746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331018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375</Words>
  <Application>Microsoft Office PowerPoint</Application>
  <PresentationFormat>自定义</PresentationFormat>
  <Paragraphs>76</Paragraphs>
  <Slides>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6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Hongen Peng</dc:creator>
  <cp:lastModifiedBy>Hongen Peng</cp:lastModifiedBy>
  <cp:revision>15</cp:revision>
  <dcterms:created xsi:type="dcterms:W3CDTF">2026-10-03T10:08:28Z</dcterms:created>
  <dcterms:modified xsi:type="dcterms:W3CDTF">2026-10-04T07:06:07Z</dcterms:modified>
</cp:coreProperties>
</file>